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58"/>
  </p:notesMasterIdLst>
  <p:sldIdLst>
    <p:sldId id="256" r:id="rId2"/>
    <p:sldId id="362" r:id="rId3"/>
    <p:sldId id="446" r:id="rId4"/>
    <p:sldId id="467" r:id="rId5"/>
    <p:sldId id="470" r:id="rId6"/>
    <p:sldId id="447" r:id="rId7"/>
    <p:sldId id="258" r:id="rId8"/>
    <p:sldId id="468" r:id="rId9"/>
    <p:sldId id="469" r:id="rId10"/>
    <p:sldId id="448" r:id="rId11"/>
    <p:sldId id="449" r:id="rId12"/>
    <p:sldId id="450" r:id="rId13"/>
    <p:sldId id="451" r:id="rId14"/>
    <p:sldId id="452" r:id="rId15"/>
    <p:sldId id="453" r:id="rId16"/>
    <p:sldId id="454" r:id="rId17"/>
    <p:sldId id="455" r:id="rId18"/>
    <p:sldId id="310" r:id="rId19"/>
    <p:sldId id="456" r:id="rId20"/>
    <p:sldId id="457" r:id="rId21"/>
    <p:sldId id="458" r:id="rId22"/>
    <p:sldId id="459" r:id="rId23"/>
    <p:sldId id="460" r:id="rId24"/>
    <p:sldId id="461" r:id="rId25"/>
    <p:sldId id="462" r:id="rId26"/>
    <p:sldId id="463" r:id="rId27"/>
    <p:sldId id="464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1418" autoAdjust="0"/>
  </p:normalViewPr>
  <p:slideViewPr>
    <p:cSldViewPr snapToGrid="0">
      <p:cViewPr varScale="1">
        <p:scale>
          <a:sx n="60" d="100"/>
          <a:sy n="60" d="100"/>
        </p:scale>
        <p:origin x="10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FC571F9-F8FD-417F-A9F3-A00B709E23E6}" type="datetimeFigureOut">
              <a:rPr lang="ar-SA" smtClean="0"/>
              <a:t>29/03/1448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943545C-7784-4C51-82AE-F075CA67E9A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9235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11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99189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23EE3-D6E6-C164-6745-6A23DA8BE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4CB3E1F6-D064-4265-6127-89D4360EB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7BE0B65C-8CCD-5110-BD41-21C3E71D8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59B1E5BE-4F88-71F3-4C29-75CF46272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12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71485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181BC-A0E3-9E93-680E-D6C8CC0D1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217FC224-0149-B890-153F-F0F61B385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78818FE6-05C0-A8A4-5FD2-A8F1952F6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F8EA9F06-533A-BE00-7F68-CF4C39F91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13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29279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38FB-7739-1DCD-EE4D-274AC2C71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3F26862F-B9CA-38DD-6BF5-C5FA18891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D584B4FE-1419-2F71-7D54-A6A8C4094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CDA27EED-CE7F-2D71-09FB-7689A6077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14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73242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D72C1-4B85-B7DF-DC8E-B7C4CAB7A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F813A78E-A6F7-30C6-FB45-AF02B8E76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E69D0367-93A2-3117-1661-5383BFD46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6E253A2-5736-9116-AD41-6E4E73474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15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8732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B7AEE-BC2E-9115-10ED-D92FF1EAB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518925A4-AC52-000C-9C46-FBD3092DF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925A38BC-A743-AD0A-BC1F-F085DD935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4F7D03E5-6C03-0A96-23A6-3156F52498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16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40571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0271F-682D-FDA5-8AED-4050AD305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DEB43FFB-14E3-621E-A5B9-C452B949A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08A41F94-47C3-BB53-77C7-03BB6CBA1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87AEB682-51F2-8F47-A532-809EC5F27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17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81296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A7AA3-7AB5-F1ED-6D67-5307DDE9E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61DC5964-78C3-E5EF-FD74-5B0757F74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146C2143-ED81-FC09-9BAE-34D773882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08487AFD-3679-E36E-E392-CB89E21A2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19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4112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B76A2-77DE-DC9D-5188-37FEAC828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AFFB0A60-8399-C243-6797-12F309CB2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D8CF0EF1-A7EC-4046-32C2-D09B525EC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41E9813D-033C-7179-EDD8-4489A6253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20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81751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BEB98-2F49-5AD8-C062-A2E82DE01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4E853C16-B907-3B9A-2655-ECE12E590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9A86DBA3-6717-FF4E-875A-428361314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AA52DA8-B25B-0A35-C2E6-04B62DB9A8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21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67731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DB73-3CBF-8EDF-8A4F-2451976BE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134006B0-CAD6-EFB2-7955-B1C74D027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7845C207-DAC1-4ED2-C13E-3A7C48F09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CC3699A9-CFE3-154E-A8F0-847F9616F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22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76740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6FD01-1870-AD23-4696-399911F89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DA26A0F1-534B-5354-9760-871B4B42B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F81EDBF4-CB60-F89A-D3A2-DF6036B46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F1C269EE-9D57-F3B3-B9A1-EF195D9A2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23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051152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6DF9A-D6E5-A148-4103-3E921C60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A6CFB041-5950-2E66-DFA2-100841076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06A369BD-7349-D77D-4E56-5F15E637D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D8576FA5-501C-2252-5F40-EB021E3D0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24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10284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88C39-F4E2-039B-815C-A5D885E0C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D242399F-79C6-DAD1-ED63-E2B689685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2819963D-CDD1-37A3-9BED-F6576A77B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13D5952-C53A-8DCB-A69B-6FA595B52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25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57785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FDF62-2556-8C50-EAA7-0F2EDF1E0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9C558E0B-D291-B960-C624-16DF00D01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B07285CA-A2A5-B11F-15D6-61B8DA990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7C5F4949-53E4-8B97-FAFD-78B4D38A8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26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918136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98BAB-D747-1AA8-6C42-A824733D9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707D625D-4D75-0083-DE88-05662B013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756050E2-2B73-2A05-327E-98932F5D8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F902A5E-1D05-97BA-B49B-C7BCA2F90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27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29024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392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4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63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8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8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0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76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D5BD1E-1131-49F5-94FE-55EDE83844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0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8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52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D5BD1E-1131-49F5-94FE-55EDE838440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42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Computer" TargetMode="External"/><Relationship Id="rId2" Type="http://schemas.openxmlformats.org/officeDocument/2006/relationships/hyperlink" Target="http://en.wikipedia.org/wiki/Alan_Tur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en.wikipedia.org/wiki/CPU" TargetMode="External"/><Relationship Id="rId4" Type="http://schemas.openxmlformats.org/officeDocument/2006/relationships/hyperlink" Target="http://en.wikipedia.org/wiki/Algorithm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9.wmf"/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7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6.bin"/><Relationship Id="rId5" Type="http://schemas.openxmlformats.org/officeDocument/2006/relationships/image" Target="../media/image16.wmf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8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32.wmf"/><Relationship Id="rId7" Type="http://schemas.openxmlformats.org/officeDocument/2006/relationships/oleObject" Target="../embeddings/oleObject13.bin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wmf"/><Relationship Id="rId11" Type="http://schemas.openxmlformats.org/officeDocument/2006/relationships/image" Target="../media/image31.png"/><Relationship Id="rId5" Type="http://schemas.openxmlformats.org/officeDocument/2006/relationships/oleObject" Target="../embeddings/oleObject12.bin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34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oleObject" Target="../embeddings/oleObject24.bin"/><Relationship Id="rId18" Type="http://schemas.openxmlformats.org/officeDocument/2006/relationships/oleObject" Target="../embeddings/oleObject29.bin"/><Relationship Id="rId3" Type="http://schemas.openxmlformats.org/officeDocument/2006/relationships/image" Target="../media/image32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23.bin"/><Relationship Id="rId17" Type="http://schemas.openxmlformats.org/officeDocument/2006/relationships/oleObject" Target="../embeddings/oleObject28.bin"/><Relationship Id="rId2" Type="http://schemas.openxmlformats.org/officeDocument/2006/relationships/oleObject" Target="../embeddings/oleObject16.bin"/><Relationship Id="rId16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34.wmf"/><Relationship Id="rId19" Type="http://schemas.openxmlformats.org/officeDocument/2006/relationships/image" Target="../media/image31.png"/><Relationship Id="rId4" Type="http://schemas.openxmlformats.org/officeDocument/2006/relationships/oleObject" Target="../embeddings/oleObject17.bin"/><Relationship Id="rId9" Type="http://schemas.openxmlformats.org/officeDocument/2006/relationships/oleObject" Target="../embeddings/oleObject21.bin"/><Relationship Id="rId14" Type="http://schemas.openxmlformats.org/officeDocument/2006/relationships/oleObject" Target="../embeddings/oleObject25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oleObject" Target="../embeddings/oleObject38.bin"/><Relationship Id="rId18" Type="http://schemas.openxmlformats.org/officeDocument/2006/relationships/oleObject" Target="../embeddings/oleObject43.bin"/><Relationship Id="rId3" Type="http://schemas.openxmlformats.org/officeDocument/2006/relationships/image" Target="../media/image32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7.bin"/><Relationship Id="rId17" Type="http://schemas.openxmlformats.org/officeDocument/2006/relationships/oleObject" Target="../embeddings/oleObject42.bin"/><Relationship Id="rId2" Type="http://schemas.openxmlformats.org/officeDocument/2006/relationships/oleObject" Target="../embeddings/oleObject30.bin"/><Relationship Id="rId16" Type="http://schemas.openxmlformats.org/officeDocument/2006/relationships/oleObject" Target="../embeddings/oleObject41.bin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.bin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44.bin"/><Relationship Id="rId4" Type="http://schemas.openxmlformats.org/officeDocument/2006/relationships/oleObject" Target="../embeddings/oleObject31.bin"/><Relationship Id="rId9" Type="http://schemas.openxmlformats.org/officeDocument/2006/relationships/oleObject" Target="../embeddings/oleObject35.bin"/><Relationship Id="rId14" Type="http://schemas.openxmlformats.org/officeDocument/2006/relationships/oleObject" Target="../embeddings/oleObject39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53.bin"/><Relationship Id="rId3" Type="http://schemas.openxmlformats.org/officeDocument/2006/relationships/image" Target="../media/image32.wmf"/><Relationship Id="rId7" Type="http://schemas.openxmlformats.org/officeDocument/2006/relationships/oleObject" Target="../embeddings/oleObject48.bin"/><Relationship Id="rId12" Type="http://schemas.openxmlformats.org/officeDocument/2006/relationships/oleObject" Target="../embeddings/oleObject52.bin"/><Relationship Id="rId2" Type="http://schemas.openxmlformats.org/officeDocument/2006/relationships/oleObject" Target="../embeddings/oleObject45.bin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5.bin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6.bin"/><Relationship Id="rId9" Type="http://schemas.openxmlformats.org/officeDocument/2006/relationships/oleObject" Target="../embeddings/oleObject49.bin"/><Relationship Id="rId14" Type="http://schemas.openxmlformats.org/officeDocument/2006/relationships/oleObject" Target="../embeddings/oleObject54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oleObject" Target="../embeddings/oleObject64.bin"/><Relationship Id="rId18" Type="http://schemas.openxmlformats.org/officeDocument/2006/relationships/oleObject" Target="../embeddings/oleObject68.bin"/><Relationship Id="rId3" Type="http://schemas.openxmlformats.org/officeDocument/2006/relationships/image" Target="../media/image32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35.wmf"/><Relationship Id="rId2" Type="http://schemas.openxmlformats.org/officeDocument/2006/relationships/oleObject" Target="../embeddings/oleObject56.bin"/><Relationship Id="rId16" Type="http://schemas.openxmlformats.org/officeDocument/2006/relationships/oleObject" Target="../embeddings/oleObject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9.bin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6.bin"/><Relationship Id="rId10" Type="http://schemas.openxmlformats.org/officeDocument/2006/relationships/oleObject" Target="../embeddings/oleObject61.bin"/><Relationship Id="rId19" Type="http://schemas.openxmlformats.org/officeDocument/2006/relationships/image" Target="../media/image31.png"/><Relationship Id="rId4" Type="http://schemas.openxmlformats.org/officeDocument/2006/relationships/oleObject" Target="../embeddings/oleObject57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65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../media/image32.wmf"/><Relationship Id="rId7" Type="http://schemas.openxmlformats.org/officeDocument/2006/relationships/oleObject" Target="../embeddings/oleObject72.bin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wmf"/><Relationship Id="rId11" Type="http://schemas.openxmlformats.org/officeDocument/2006/relationships/image" Target="../media/image31.png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34.wmf"/><Relationship Id="rId4" Type="http://schemas.openxmlformats.org/officeDocument/2006/relationships/oleObject" Target="../embeddings/oleObject70.bin"/><Relationship Id="rId9" Type="http://schemas.openxmlformats.org/officeDocument/2006/relationships/oleObject" Target="../embeddings/oleObject73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81.bin"/><Relationship Id="rId18" Type="http://schemas.openxmlformats.org/officeDocument/2006/relationships/oleObject" Target="../embeddings/oleObject86.bin"/><Relationship Id="rId3" Type="http://schemas.openxmlformats.org/officeDocument/2006/relationships/image" Target="../media/image32.wmf"/><Relationship Id="rId7" Type="http://schemas.openxmlformats.org/officeDocument/2006/relationships/oleObject" Target="../embeddings/oleObject77.bin"/><Relationship Id="rId12" Type="http://schemas.openxmlformats.org/officeDocument/2006/relationships/oleObject" Target="../embeddings/oleObject80.bin"/><Relationship Id="rId17" Type="http://schemas.openxmlformats.org/officeDocument/2006/relationships/oleObject" Target="../embeddings/oleObject85.bin"/><Relationship Id="rId2" Type="http://schemas.openxmlformats.org/officeDocument/2006/relationships/oleObject" Target="../embeddings/oleObject74.bin"/><Relationship Id="rId16" Type="http://schemas.openxmlformats.org/officeDocument/2006/relationships/oleObject" Target="../embeddings/oleObject84.bin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5" Type="http://schemas.openxmlformats.org/officeDocument/2006/relationships/oleObject" Target="../embeddings/oleObject83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87.bin"/><Relationship Id="rId4" Type="http://schemas.openxmlformats.org/officeDocument/2006/relationships/oleObject" Target="../embeddings/oleObject75.bin"/><Relationship Id="rId9" Type="http://schemas.openxmlformats.org/officeDocument/2006/relationships/oleObject" Target="../embeddings/oleObject78.bin"/><Relationship Id="rId14" Type="http://schemas.openxmlformats.org/officeDocument/2006/relationships/oleObject" Target="../embeddings/oleObject82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96.bin"/><Relationship Id="rId3" Type="http://schemas.openxmlformats.org/officeDocument/2006/relationships/image" Target="../media/image32.wmf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34.wmf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2.bin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33.wmf"/><Relationship Id="rId4" Type="http://schemas.openxmlformats.org/officeDocument/2006/relationships/oleObject" Target="../embeddings/oleObject90.bin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13" Type="http://schemas.openxmlformats.org/officeDocument/2006/relationships/oleObject" Target="../embeddings/oleObject104.bin"/><Relationship Id="rId18" Type="http://schemas.openxmlformats.org/officeDocument/2006/relationships/oleObject" Target="../embeddings/oleObject109.bin"/><Relationship Id="rId3" Type="http://schemas.openxmlformats.org/officeDocument/2006/relationships/image" Target="../media/image32.wmf"/><Relationship Id="rId21" Type="http://schemas.openxmlformats.org/officeDocument/2006/relationships/image" Target="../media/image38.png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103.bin"/><Relationship Id="rId17" Type="http://schemas.openxmlformats.org/officeDocument/2006/relationships/oleObject" Target="../embeddings/oleObject108.bin"/><Relationship Id="rId2" Type="http://schemas.openxmlformats.org/officeDocument/2006/relationships/oleObject" Target="../embeddings/oleObject97.bin"/><Relationship Id="rId16" Type="http://schemas.openxmlformats.org/officeDocument/2006/relationships/oleObject" Target="../embeddings/oleObject107.bin"/><Relationship Id="rId20" Type="http://schemas.openxmlformats.org/officeDocument/2006/relationships/oleObject" Target="../embeddings/oleObject1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34.wmf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6.bin"/><Relationship Id="rId10" Type="http://schemas.openxmlformats.org/officeDocument/2006/relationships/oleObject" Target="../embeddings/oleObject102.bin"/><Relationship Id="rId19" Type="http://schemas.openxmlformats.org/officeDocument/2006/relationships/oleObject" Target="../embeddings/oleObject110.bin"/><Relationship Id="rId4" Type="http://schemas.openxmlformats.org/officeDocument/2006/relationships/oleObject" Target="../embeddings/oleObject98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105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119.bin"/><Relationship Id="rId18" Type="http://schemas.openxmlformats.org/officeDocument/2006/relationships/image" Target="../media/image38.png"/><Relationship Id="rId3" Type="http://schemas.openxmlformats.org/officeDocument/2006/relationships/image" Target="../media/image32.wmf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123.bin"/><Relationship Id="rId2" Type="http://schemas.openxmlformats.org/officeDocument/2006/relationships/oleObject" Target="../embeddings/oleObject112.bin"/><Relationship Id="rId16" Type="http://schemas.openxmlformats.org/officeDocument/2006/relationships/oleObject" Target="../embeddings/oleObject1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5.bin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4.bin"/><Relationship Id="rId15" Type="http://schemas.openxmlformats.org/officeDocument/2006/relationships/oleObject" Target="../embeddings/oleObject121.bin"/><Relationship Id="rId10" Type="http://schemas.openxmlformats.org/officeDocument/2006/relationships/image" Target="../media/image33.wmf"/><Relationship Id="rId4" Type="http://schemas.openxmlformats.org/officeDocument/2006/relationships/oleObject" Target="../embeddings/oleObject113.bin"/><Relationship Id="rId9" Type="http://schemas.openxmlformats.org/officeDocument/2006/relationships/oleObject" Target="../embeddings/oleObject117.bin"/><Relationship Id="rId14" Type="http://schemas.openxmlformats.org/officeDocument/2006/relationships/oleObject" Target="../embeddings/oleObject120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oleObject" Target="../embeddings/oleObject131.bin"/><Relationship Id="rId18" Type="http://schemas.openxmlformats.org/officeDocument/2006/relationships/oleObject" Target="../embeddings/oleObject136.bin"/><Relationship Id="rId26" Type="http://schemas.openxmlformats.org/officeDocument/2006/relationships/oleObject" Target="../embeddings/oleObject144.bin"/><Relationship Id="rId3" Type="http://schemas.openxmlformats.org/officeDocument/2006/relationships/image" Target="../media/image32.wmf"/><Relationship Id="rId21" Type="http://schemas.openxmlformats.org/officeDocument/2006/relationships/oleObject" Target="../embeddings/oleObject139.bin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130.bin"/><Relationship Id="rId17" Type="http://schemas.openxmlformats.org/officeDocument/2006/relationships/oleObject" Target="../embeddings/oleObject135.bin"/><Relationship Id="rId25" Type="http://schemas.openxmlformats.org/officeDocument/2006/relationships/oleObject" Target="../embeddings/oleObject143.bin"/><Relationship Id="rId2" Type="http://schemas.openxmlformats.org/officeDocument/2006/relationships/oleObject" Target="../embeddings/oleObject124.bin"/><Relationship Id="rId16" Type="http://schemas.openxmlformats.org/officeDocument/2006/relationships/oleObject" Target="../embeddings/oleObject134.bin"/><Relationship Id="rId20" Type="http://schemas.openxmlformats.org/officeDocument/2006/relationships/oleObject" Target="../embeddings/oleObject138.bin"/><Relationship Id="rId29" Type="http://schemas.openxmlformats.org/officeDocument/2006/relationships/oleObject" Target="../embeddings/oleObject1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34.wmf"/><Relationship Id="rId24" Type="http://schemas.openxmlformats.org/officeDocument/2006/relationships/oleObject" Target="../embeddings/oleObject142.bin"/><Relationship Id="rId5" Type="http://schemas.openxmlformats.org/officeDocument/2006/relationships/oleObject" Target="../embeddings/oleObject126.bin"/><Relationship Id="rId15" Type="http://schemas.openxmlformats.org/officeDocument/2006/relationships/oleObject" Target="../embeddings/oleObject133.bin"/><Relationship Id="rId23" Type="http://schemas.openxmlformats.org/officeDocument/2006/relationships/oleObject" Target="../embeddings/oleObject141.bin"/><Relationship Id="rId28" Type="http://schemas.openxmlformats.org/officeDocument/2006/relationships/oleObject" Target="../embeddings/oleObject146.bin"/><Relationship Id="rId10" Type="http://schemas.openxmlformats.org/officeDocument/2006/relationships/oleObject" Target="../embeddings/oleObject129.bin"/><Relationship Id="rId19" Type="http://schemas.openxmlformats.org/officeDocument/2006/relationships/oleObject" Target="../embeddings/oleObject137.bin"/><Relationship Id="rId4" Type="http://schemas.openxmlformats.org/officeDocument/2006/relationships/oleObject" Target="../embeddings/oleObject125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132.bin"/><Relationship Id="rId22" Type="http://schemas.openxmlformats.org/officeDocument/2006/relationships/oleObject" Target="../embeddings/oleObject140.bin"/><Relationship Id="rId27" Type="http://schemas.openxmlformats.org/officeDocument/2006/relationships/oleObject" Target="../embeddings/oleObject145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148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156.bin"/><Relationship Id="rId18" Type="http://schemas.openxmlformats.org/officeDocument/2006/relationships/image" Target="../media/image35.wmf"/><Relationship Id="rId3" Type="http://schemas.openxmlformats.org/officeDocument/2006/relationships/image" Target="../media/image32.wmf"/><Relationship Id="rId21" Type="http://schemas.openxmlformats.org/officeDocument/2006/relationships/oleObject" Target="../embeddings/oleObject162.bin"/><Relationship Id="rId7" Type="http://schemas.openxmlformats.org/officeDocument/2006/relationships/oleObject" Target="../embeddings/oleObject152.bin"/><Relationship Id="rId12" Type="http://schemas.openxmlformats.org/officeDocument/2006/relationships/oleObject" Target="../embeddings/oleObject155.bin"/><Relationship Id="rId17" Type="http://schemas.openxmlformats.org/officeDocument/2006/relationships/oleObject" Target="../embeddings/oleObject159.bin"/><Relationship Id="rId2" Type="http://schemas.openxmlformats.org/officeDocument/2006/relationships/oleObject" Target="../embeddings/oleObject149.bin"/><Relationship Id="rId16" Type="http://schemas.openxmlformats.org/officeDocument/2006/relationships/image" Target="../media/image41.wmf"/><Relationship Id="rId20" Type="http://schemas.openxmlformats.org/officeDocument/2006/relationships/oleObject" Target="../embeddings/oleObject16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5" Type="http://schemas.openxmlformats.org/officeDocument/2006/relationships/oleObject" Target="../embeddings/oleObject158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160.bin"/><Relationship Id="rId4" Type="http://schemas.openxmlformats.org/officeDocument/2006/relationships/oleObject" Target="../embeddings/oleObject150.bin"/><Relationship Id="rId9" Type="http://schemas.openxmlformats.org/officeDocument/2006/relationships/oleObject" Target="../embeddings/oleObject153.bin"/><Relationship Id="rId14" Type="http://schemas.openxmlformats.org/officeDocument/2006/relationships/oleObject" Target="../embeddings/oleObject157.bin"/><Relationship Id="rId22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oleObject" Target="../embeddings/oleObject169.bin"/><Relationship Id="rId18" Type="http://schemas.openxmlformats.org/officeDocument/2006/relationships/oleObject" Target="../embeddings/oleObject174.bin"/><Relationship Id="rId3" Type="http://schemas.openxmlformats.org/officeDocument/2006/relationships/image" Target="../media/image32.wmf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168.bin"/><Relationship Id="rId17" Type="http://schemas.openxmlformats.org/officeDocument/2006/relationships/oleObject" Target="../embeddings/oleObject173.bin"/><Relationship Id="rId2" Type="http://schemas.openxmlformats.org/officeDocument/2006/relationships/oleObject" Target="../embeddings/oleObject163.bin"/><Relationship Id="rId16" Type="http://schemas.openxmlformats.org/officeDocument/2006/relationships/oleObject" Target="../embeddings/oleObject172.bin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33.wmf"/><Relationship Id="rId5" Type="http://schemas.openxmlformats.org/officeDocument/2006/relationships/image" Target="../media/image36.wmf"/><Relationship Id="rId15" Type="http://schemas.openxmlformats.org/officeDocument/2006/relationships/oleObject" Target="../embeddings/oleObject171.bin"/><Relationship Id="rId10" Type="http://schemas.openxmlformats.org/officeDocument/2006/relationships/oleObject" Target="../embeddings/oleObject167.bin"/><Relationship Id="rId19" Type="http://schemas.openxmlformats.org/officeDocument/2006/relationships/oleObject" Target="../embeddings/oleObject175.bin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170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182.bin"/><Relationship Id="rId18" Type="http://schemas.openxmlformats.org/officeDocument/2006/relationships/oleObject" Target="../embeddings/oleObject186.bin"/><Relationship Id="rId3" Type="http://schemas.openxmlformats.org/officeDocument/2006/relationships/image" Target="../media/image32.wmf"/><Relationship Id="rId21" Type="http://schemas.openxmlformats.org/officeDocument/2006/relationships/oleObject" Target="../embeddings/oleObject188.bin"/><Relationship Id="rId7" Type="http://schemas.openxmlformats.org/officeDocument/2006/relationships/oleObject" Target="../embeddings/oleObject179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185.bin"/><Relationship Id="rId2" Type="http://schemas.openxmlformats.org/officeDocument/2006/relationships/oleObject" Target="../embeddings/oleObject176.bin"/><Relationship Id="rId16" Type="http://schemas.openxmlformats.org/officeDocument/2006/relationships/image" Target="../media/image42.wmf"/><Relationship Id="rId20" Type="http://schemas.openxmlformats.org/officeDocument/2006/relationships/oleObject" Target="../embeddings/oleObject18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181.bin"/><Relationship Id="rId5" Type="http://schemas.openxmlformats.org/officeDocument/2006/relationships/oleObject" Target="../embeddings/oleObject178.bin"/><Relationship Id="rId15" Type="http://schemas.openxmlformats.org/officeDocument/2006/relationships/oleObject" Target="../embeddings/oleObject184.bin"/><Relationship Id="rId23" Type="http://schemas.openxmlformats.org/officeDocument/2006/relationships/image" Target="../media/image40.png"/><Relationship Id="rId10" Type="http://schemas.openxmlformats.org/officeDocument/2006/relationships/image" Target="../media/image35.wmf"/><Relationship Id="rId19" Type="http://schemas.openxmlformats.org/officeDocument/2006/relationships/image" Target="../media/image43.wmf"/><Relationship Id="rId4" Type="http://schemas.openxmlformats.org/officeDocument/2006/relationships/oleObject" Target="../embeddings/oleObject177.bin"/><Relationship Id="rId9" Type="http://schemas.openxmlformats.org/officeDocument/2006/relationships/oleObject" Target="../embeddings/oleObject180.bin"/><Relationship Id="rId14" Type="http://schemas.openxmlformats.org/officeDocument/2006/relationships/oleObject" Target="../embeddings/oleObject183.bin"/><Relationship Id="rId22" Type="http://schemas.openxmlformats.org/officeDocument/2006/relationships/oleObject" Target="../embeddings/oleObject189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196.bin"/><Relationship Id="rId18" Type="http://schemas.openxmlformats.org/officeDocument/2006/relationships/oleObject" Target="../embeddings/oleObject200.bin"/><Relationship Id="rId3" Type="http://schemas.openxmlformats.org/officeDocument/2006/relationships/image" Target="../media/image32.wmf"/><Relationship Id="rId21" Type="http://schemas.openxmlformats.org/officeDocument/2006/relationships/oleObject" Target="../embeddings/oleObject203.bin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199.bin"/><Relationship Id="rId2" Type="http://schemas.openxmlformats.org/officeDocument/2006/relationships/oleObject" Target="../embeddings/oleObject190.bin"/><Relationship Id="rId16" Type="http://schemas.openxmlformats.org/officeDocument/2006/relationships/oleObject" Target="../embeddings/oleObject198.bin"/><Relationship Id="rId20" Type="http://schemas.openxmlformats.org/officeDocument/2006/relationships/oleObject" Target="../embeddings/oleObject20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195.bin"/><Relationship Id="rId5" Type="http://schemas.openxmlformats.org/officeDocument/2006/relationships/oleObject" Target="../embeddings/oleObject192.bin"/><Relationship Id="rId15" Type="http://schemas.openxmlformats.org/officeDocument/2006/relationships/oleObject" Target="../embeddings/oleObject197.bin"/><Relationship Id="rId23" Type="http://schemas.openxmlformats.org/officeDocument/2006/relationships/image" Target="../media/image40.png"/><Relationship Id="rId10" Type="http://schemas.openxmlformats.org/officeDocument/2006/relationships/image" Target="../media/image43.wmf"/><Relationship Id="rId19" Type="http://schemas.openxmlformats.org/officeDocument/2006/relationships/oleObject" Target="../embeddings/oleObject201.bin"/><Relationship Id="rId4" Type="http://schemas.openxmlformats.org/officeDocument/2006/relationships/oleObject" Target="../embeddings/oleObject191.bin"/><Relationship Id="rId9" Type="http://schemas.openxmlformats.org/officeDocument/2006/relationships/oleObject" Target="../embeddings/oleObject194.bin"/><Relationship Id="rId14" Type="http://schemas.openxmlformats.org/officeDocument/2006/relationships/image" Target="../media/image36.wmf"/><Relationship Id="rId22" Type="http://schemas.openxmlformats.org/officeDocument/2006/relationships/oleObject" Target="../embeddings/oleObject204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8.bin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215.bin"/><Relationship Id="rId3" Type="http://schemas.openxmlformats.org/officeDocument/2006/relationships/image" Target="../media/image32.wmf"/><Relationship Id="rId21" Type="http://schemas.openxmlformats.org/officeDocument/2006/relationships/oleObject" Target="../embeddings/oleObject217.bin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210.bin"/><Relationship Id="rId17" Type="http://schemas.openxmlformats.org/officeDocument/2006/relationships/oleObject" Target="../embeddings/oleObject214.bin"/><Relationship Id="rId2" Type="http://schemas.openxmlformats.org/officeDocument/2006/relationships/oleObject" Target="../embeddings/oleObject205.bin"/><Relationship Id="rId16" Type="http://schemas.openxmlformats.org/officeDocument/2006/relationships/oleObject" Target="../embeddings/oleObject213.bin"/><Relationship Id="rId20" Type="http://schemas.openxmlformats.org/officeDocument/2006/relationships/oleObject" Target="../embeddings/oleObject2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7.bin"/><Relationship Id="rId11" Type="http://schemas.openxmlformats.org/officeDocument/2006/relationships/image" Target="../media/image33.wmf"/><Relationship Id="rId24" Type="http://schemas.openxmlformats.org/officeDocument/2006/relationships/image" Target="../media/image40.png"/><Relationship Id="rId5" Type="http://schemas.openxmlformats.org/officeDocument/2006/relationships/image" Target="../media/image42.wmf"/><Relationship Id="rId15" Type="http://schemas.openxmlformats.org/officeDocument/2006/relationships/oleObject" Target="../embeddings/oleObject212.bin"/><Relationship Id="rId23" Type="http://schemas.openxmlformats.org/officeDocument/2006/relationships/oleObject" Target="../embeddings/oleObject219.bin"/><Relationship Id="rId10" Type="http://schemas.openxmlformats.org/officeDocument/2006/relationships/oleObject" Target="../embeddings/oleObject209.bin"/><Relationship Id="rId19" Type="http://schemas.openxmlformats.org/officeDocument/2006/relationships/image" Target="../media/image34.wmf"/><Relationship Id="rId4" Type="http://schemas.openxmlformats.org/officeDocument/2006/relationships/oleObject" Target="../embeddings/oleObject206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211.bin"/><Relationship Id="rId22" Type="http://schemas.openxmlformats.org/officeDocument/2006/relationships/oleObject" Target="../embeddings/oleObject218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3.bin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230.bin"/><Relationship Id="rId3" Type="http://schemas.openxmlformats.org/officeDocument/2006/relationships/image" Target="../media/image32.wmf"/><Relationship Id="rId21" Type="http://schemas.openxmlformats.org/officeDocument/2006/relationships/oleObject" Target="../embeddings/oleObject232.bin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225.bin"/><Relationship Id="rId17" Type="http://schemas.openxmlformats.org/officeDocument/2006/relationships/oleObject" Target="../embeddings/oleObject229.bin"/><Relationship Id="rId2" Type="http://schemas.openxmlformats.org/officeDocument/2006/relationships/oleObject" Target="../embeddings/oleObject220.bin"/><Relationship Id="rId16" Type="http://schemas.openxmlformats.org/officeDocument/2006/relationships/oleObject" Target="../embeddings/oleObject228.bin"/><Relationship Id="rId20" Type="http://schemas.openxmlformats.org/officeDocument/2006/relationships/oleObject" Target="../embeddings/oleObject2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2.bin"/><Relationship Id="rId11" Type="http://schemas.openxmlformats.org/officeDocument/2006/relationships/image" Target="../media/image33.wmf"/><Relationship Id="rId24" Type="http://schemas.openxmlformats.org/officeDocument/2006/relationships/image" Target="../media/image40.png"/><Relationship Id="rId5" Type="http://schemas.openxmlformats.org/officeDocument/2006/relationships/image" Target="../media/image42.wmf"/><Relationship Id="rId15" Type="http://schemas.openxmlformats.org/officeDocument/2006/relationships/oleObject" Target="../embeddings/oleObject227.bin"/><Relationship Id="rId23" Type="http://schemas.openxmlformats.org/officeDocument/2006/relationships/oleObject" Target="../embeddings/oleObject234.bin"/><Relationship Id="rId10" Type="http://schemas.openxmlformats.org/officeDocument/2006/relationships/oleObject" Target="../embeddings/oleObject224.bin"/><Relationship Id="rId19" Type="http://schemas.openxmlformats.org/officeDocument/2006/relationships/image" Target="../media/image35.wmf"/><Relationship Id="rId4" Type="http://schemas.openxmlformats.org/officeDocument/2006/relationships/oleObject" Target="../embeddings/oleObject221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226.bin"/><Relationship Id="rId22" Type="http://schemas.openxmlformats.org/officeDocument/2006/relationships/oleObject" Target="../embeddings/oleObject233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246.bin"/><Relationship Id="rId3" Type="http://schemas.openxmlformats.org/officeDocument/2006/relationships/image" Target="../media/image32.wmf"/><Relationship Id="rId21" Type="http://schemas.openxmlformats.org/officeDocument/2006/relationships/oleObject" Target="../embeddings/oleObject249.bin"/><Relationship Id="rId7" Type="http://schemas.openxmlformats.org/officeDocument/2006/relationships/oleObject" Target="../embeddings/oleObject238.bin"/><Relationship Id="rId12" Type="http://schemas.openxmlformats.org/officeDocument/2006/relationships/oleObject" Target="../embeddings/oleObject241.bin"/><Relationship Id="rId17" Type="http://schemas.openxmlformats.org/officeDocument/2006/relationships/oleObject" Target="../embeddings/oleObject245.bin"/><Relationship Id="rId2" Type="http://schemas.openxmlformats.org/officeDocument/2006/relationships/oleObject" Target="../embeddings/oleObject235.bin"/><Relationship Id="rId16" Type="http://schemas.openxmlformats.org/officeDocument/2006/relationships/oleObject" Target="../embeddings/oleObject244.bin"/><Relationship Id="rId20" Type="http://schemas.openxmlformats.org/officeDocument/2006/relationships/oleObject" Target="../embeddings/oleObject24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240.bin"/><Relationship Id="rId5" Type="http://schemas.openxmlformats.org/officeDocument/2006/relationships/oleObject" Target="../embeddings/oleObject237.bin"/><Relationship Id="rId15" Type="http://schemas.openxmlformats.org/officeDocument/2006/relationships/oleObject" Target="../embeddings/oleObject243.bin"/><Relationship Id="rId23" Type="http://schemas.openxmlformats.org/officeDocument/2006/relationships/image" Target="../media/image40.png"/><Relationship Id="rId10" Type="http://schemas.openxmlformats.org/officeDocument/2006/relationships/image" Target="../media/image35.wmf"/><Relationship Id="rId19" Type="http://schemas.openxmlformats.org/officeDocument/2006/relationships/oleObject" Target="../embeddings/oleObject247.bin"/><Relationship Id="rId4" Type="http://schemas.openxmlformats.org/officeDocument/2006/relationships/oleObject" Target="../embeddings/oleObject236.bin"/><Relationship Id="rId9" Type="http://schemas.openxmlformats.org/officeDocument/2006/relationships/oleObject" Target="../embeddings/oleObject239.bin"/><Relationship Id="rId14" Type="http://schemas.openxmlformats.org/officeDocument/2006/relationships/oleObject" Target="../embeddings/oleObject242.bin"/><Relationship Id="rId22" Type="http://schemas.openxmlformats.org/officeDocument/2006/relationships/oleObject" Target="../embeddings/oleObject250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262.bin"/><Relationship Id="rId3" Type="http://schemas.openxmlformats.org/officeDocument/2006/relationships/image" Target="../media/image32.wmf"/><Relationship Id="rId21" Type="http://schemas.openxmlformats.org/officeDocument/2006/relationships/oleObject" Target="../embeddings/oleObject264.bin"/><Relationship Id="rId7" Type="http://schemas.openxmlformats.org/officeDocument/2006/relationships/oleObject" Target="../embeddings/oleObject254.bin"/><Relationship Id="rId12" Type="http://schemas.openxmlformats.org/officeDocument/2006/relationships/oleObject" Target="../embeddings/oleObject257.bin"/><Relationship Id="rId17" Type="http://schemas.openxmlformats.org/officeDocument/2006/relationships/oleObject" Target="../embeddings/oleObject261.bin"/><Relationship Id="rId2" Type="http://schemas.openxmlformats.org/officeDocument/2006/relationships/oleObject" Target="../embeddings/oleObject251.bin"/><Relationship Id="rId16" Type="http://schemas.openxmlformats.org/officeDocument/2006/relationships/oleObject" Target="../embeddings/oleObject260.bin"/><Relationship Id="rId20" Type="http://schemas.openxmlformats.org/officeDocument/2006/relationships/oleObject" Target="../embeddings/oleObject26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256.bin"/><Relationship Id="rId24" Type="http://schemas.openxmlformats.org/officeDocument/2006/relationships/image" Target="../media/image40.png"/><Relationship Id="rId5" Type="http://schemas.openxmlformats.org/officeDocument/2006/relationships/oleObject" Target="../embeddings/oleObject253.bin"/><Relationship Id="rId15" Type="http://schemas.openxmlformats.org/officeDocument/2006/relationships/oleObject" Target="../embeddings/oleObject259.bin"/><Relationship Id="rId23" Type="http://schemas.openxmlformats.org/officeDocument/2006/relationships/oleObject" Target="../embeddings/oleObject266.bin"/><Relationship Id="rId10" Type="http://schemas.openxmlformats.org/officeDocument/2006/relationships/image" Target="../media/image35.wmf"/><Relationship Id="rId19" Type="http://schemas.openxmlformats.org/officeDocument/2006/relationships/image" Target="../media/image43.wmf"/><Relationship Id="rId4" Type="http://schemas.openxmlformats.org/officeDocument/2006/relationships/oleObject" Target="../embeddings/oleObject252.bin"/><Relationship Id="rId9" Type="http://schemas.openxmlformats.org/officeDocument/2006/relationships/oleObject" Target="../embeddings/oleObject255.bin"/><Relationship Id="rId14" Type="http://schemas.openxmlformats.org/officeDocument/2006/relationships/oleObject" Target="../embeddings/oleObject258.bin"/><Relationship Id="rId22" Type="http://schemas.openxmlformats.org/officeDocument/2006/relationships/oleObject" Target="../embeddings/oleObject265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0.bin"/><Relationship Id="rId13" Type="http://schemas.openxmlformats.org/officeDocument/2006/relationships/oleObject" Target="../embeddings/oleObject274.bin"/><Relationship Id="rId18" Type="http://schemas.openxmlformats.org/officeDocument/2006/relationships/oleObject" Target="../embeddings/oleObject279.bin"/><Relationship Id="rId3" Type="http://schemas.openxmlformats.org/officeDocument/2006/relationships/image" Target="../media/image32.wmf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273.bin"/><Relationship Id="rId17" Type="http://schemas.openxmlformats.org/officeDocument/2006/relationships/oleObject" Target="../embeddings/oleObject278.bin"/><Relationship Id="rId2" Type="http://schemas.openxmlformats.org/officeDocument/2006/relationships/oleObject" Target="../embeddings/oleObject267.bin"/><Relationship Id="rId16" Type="http://schemas.openxmlformats.org/officeDocument/2006/relationships/oleObject" Target="../embeddings/oleObject277.bin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9.bin"/><Relationship Id="rId11" Type="http://schemas.openxmlformats.org/officeDocument/2006/relationships/oleObject" Target="../embeddings/oleObject272.bin"/><Relationship Id="rId5" Type="http://schemas.openxmlformats.org/officeDocument/2006/relationships/image" Target="../media/image42.wmf"/><Relationship Id="rId15" Type="http://schemas.openxmlformats.org/officeDocument/2006/relationships/oleObject" Target="../embeddings/oleObject276.bin"/><Relationship Id="rId10" Type="http://schemas.openxmlformats.org/officeDocument/2006/relationships/oleObject" Target="../embeddings/oleObject271.bin"/><Relationship Id="rId19" Type="http://schemas.openxmlformats.org/officeDocument/2006/relationships/oleObject" Target="../embeddings/oleObject280.bin"/><Relationship Id="rId4" Type="http://schemas.openxmlformats.org/officeDocument/2006/relationships/oleObject" Target="../embeddings/oleObject268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275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4.bin"/><Relationship Id="rId13" Type="http://schemas.openxmlformats.org/officeDocument/2006/relationships/oleObject" Target="../embeddings/oleObject288.bin"/><Relationship Id="rId18" Type="http://schemas.openxmlformats.org/officeDocument/2006/relationships/oleObject" Target="../embeddings/oleObject292.bin"/><Relationship Id="rId3" Type="http://schemas.openxmlformats.org/officeDocument/2006/relationships/image" Target="../media/image32.wmf"/><Relationship Id="rId21" Type="http://schemas.openxmlformats.org/officeDocument/2006/relationships/image" Target="../media/image40.png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287.bin"/><Relationship Id="rId17" Type="http://schemas.openxmlformats.org/officeDocument/2006/relationships/image" Target="../media/image43.wmf"/><Relationship Id="rId2" Type="http://schemas.openxmlformats.org/officeDocument/2006/relationships/oleObject" Target="../embeddings/oleObject281.bin"/><Relationship Id="rId16" Type="http://schemas.openxmlformats.org/officeDocument/2006/relationships/oleObject" Target="../embeddings/oleObject291.bin"/><Relationship Id="rId20" Type="http://schemas.openxmlformats.org/officeDocument/2006/relationships/oleObject" Target="../embeddings/oleObject29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3.bin"/><Relationship Id="rId11" Type="http://schemas.openxmlformats.org/officeDocument/2006/relationships/oleObject" Target="../embeddings/oleObject286.bin"/><Relationship Id="rId5" Type="http://schemas.openxmlformats.org/officeDocument/2006/relationships/image" Target="../media/image42.wmf"/><Relationship Id="rId15" Type="http://schemas.openxmlformats.org/officeDocument/2006/relationships/oleObject" Target="../embeddings/oleObject290.bin"/><Relationship Id="rId10" Type="http://schemas.openxmlformats.org/officeDocument/2006/relationships/oleObject" Target="../embeddings/oleObject285.bin"/><Relationship Id="rId19" Type="http://schemas.openxmlformats.org/officeDocument/2006/relationships/oleObject" Target="../embeddings/oleObject293.bin"/><Relationship Id="rId4" Type="http://schemas.openxmlformats.org/officeDocument/2006/relationships/oleObject" Target="../embeddings/oleObject282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289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302.bin"/><Relationship Id="rId18" Type="http://schemas.openxmlformats.org/officeDocument/2006/relationships/image" Target="../media/image44.wmf"/><Relationship Id="rId3" Type="http://schemas.openxmlformats.org/officeDocument/2006/relationships/image" Target="../media/image32.wmf"/><Relationship Id="rId21" Type="http://schemas.openxmlformats.org/officeDocument/2006/relationships/oleObject" Target="../embeddings/oleObject309.bin"/><Relationship Id="rId7" Type="http://schemas.openxmlformats.org/officeDocument/2006/relationships/oleObject" Target="../embeddings/oleObject298.bin"/><Relationship Id="rId12" Type="http://schemas.openxmlformats.org/officeDocument/2006/relationships/oleObject" Target="../embeddings/oleObject301.bin"/><Relationship Id="rId17" Type="http://schemas.openxmlformats.org/officeDocument/2006/relationships/oleObject" Target="../embeddings/oleObject306.bin"/><Relationship Id="rId2" Type="http://schemas.openxmlformats.org/officeDocument/2006/relationships/oleObject" Target="../embeddings/oleObject295.bin"/><Relationship Id="rId16" Type="http://schemas.openxmlformats.org/officeDocument/2006/relationships/oleObject" Target="../embeddings/oleObject305.bin"/><Relationship Id="rId20" Type="http://schemas.openxmlformats.org/officeDocument/2006/relationships/oleObject" Target="../embeddings/oleObject30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300.bin"/><Relationship Id="rId5" Type="http://schemas.openxmlformats.org/officeDocument/2006/relationships/oleObject" Target="../embeddings/oleObject297.bin"/><Relationship Id="rId15" Type="http://schemas.openxmlformats.org/officeDocument/2006/relationships/oleObject" Target="../embeddings/oleObject304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307.bin"/><Relationship Id="rId4" Type="http://schemas.openxmlformats.org/officeDocument/2006/relationships/oleObject" Target="../embeddings/oleObject296.bin"/><Relationship Id="rId9" Type="http://schemas.openxmlformats.org/officeDocument/2006/relationships/oleObject" Target="../embeddings/oleObject299.bin"/><Relationship Id="rId14" Type="http://schemas.openxmlformats.org/officeDocument/2006/relationships/oleObject" Target="../embeddings/oleObject303.bin"/><Relationship Id="rId22" Type="http://schemas.openxmlformats.org/officeDocument/2006/relationships/image" Target="../media/image4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3.bin"/><Relationship Id="rId13" Type="http://schemas.openxmlformats.org/officeDocument/2006/relationships/oleObject" Target="../embeddings/oleObject316.bin"/><Relationship Id="rId18" Type="http://schemas.openxmlformats.org/officeDocument/2006/relationships/oleObject" Target="../embeddings/oleObject321.bin"/><Relationship Id="rId3" Type="http://schemas.openxmlformats.org/officeDocument/2006/relationships/image" Target="../media/image45.wmf"/><Relationship Id="rId21" Type="http://schemas.openxmlformats.org/officeDocument/2006/relationships/oleObject" Target="../embeddings/oleObject324.bin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315.bin"/><Relationship Id="rId17" Type="http://schemas.openxmlformats.org/officeDocument/2006/relationships/oleObject" Target="../embeddings/oleObject320.bin"/><Relationship Id="rId2" Type="http://schemas.openxmlformats.org/officeDocument/2006/relationships/oleObject" Target="../embeddings/oleObject310.bin"/><Relationship Id="rId16" Type="http://schemas.openxmlformats.org/officeDocument/2006/relationships/oleObject" Target="../embeddings/oleObject319.bin"/><Relationship Id="rId20" Type="http://schemas.openxmlformats.org/officeDocument/2006/relationships/oleObject" Target="../embeddings/oleObject3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2.bin"/><Relationship Id="rId11" Type="http://schemas.openxmlformats.org/officeDocument/2006/relationships/image" Target="../media/image44.wmf"/><Relationship Id="rId5" Type="http://schemas.openxmlformats.org/officeDocument/2006/relationships/image" Target="../media/image32.wmf"/><Relationship Id="rId15" Type="http://schemas.openxmlformats.org/officeDocument/2006/relationships/oleObject" Target="../embeddings/oleObject318.bin"/><Relationship Id="rId10" Type="http://schemas.openxmlformats.org/officeDocument/2006/relationships/oleObject" Target="../embeddings/oleObject314.bin"/><Relationship Id="rId19" Type="http://schemas.openxmlformats.org/officeDocument/2006/relationships/oleObject" Target="../embeddings/oleObject322.bin"/><Relationship Id="rId4" Type="http://schemas.openxmlformats.org/officeDocument/2006/relationships/oleObject" Target="../embeddings/oleObject311.bin"/><Relationship Id="rId9" Type="http://schemas.openxmlformats.org/officeDocument/2006/relationships/image" Target="../media/image41.wmf"/><Relationship Id="rId14" Type="http://schemas.openxmlformats.org/officeDocument/2006/relationships/oleObject" Target="../embeddings/oleObject317.bin"/><Relationship Id="rId22" Type="http://schemas.openxmlformats.org/officeDocument/2006/relationships/image" Target="../media/image4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332.bin"/><Relationship Id="rId18" Type="http://schemas.openxmlformats.org/officeDocument/2006/relationships/image" Target="../media/image46.wmf"/><Relationship Id="rId3" Type="http://schemas.openxmlformats.org/officeDocument/2006/relationships/image" Target="../media/image32.wmf"/><Relationship Id="rId21" Type="http://schemas.openxmlformats.org/officeDocument/2006/relationships/oleObject" Target="../embeddings/oleObject339.bin"/><Relationship Id="rId7" Type="http://schemas.openxmlformats.org/officeDocument/2006/relationships/oleObject" Target="../embeddings/oleObject328.bin"/><Relationship Id="rId12" Type="http://schemas.openxmlformats.org/officeDocument/2006/relationships/oleObject" Target="../embeddings/oleObject331.bin"/><Relationship Id="rId17" Type="http://schemas.openxmlformats.org/officeDocument/2006/relationships/oleObject" Target="../embeddings/oleObject336.bin"/><Relationship Id="rId2" Type="http://schemas.openxmlformats.org/officeDocument/2006/relationships/oleObject" Target="../embeddings/oleObject325.bin"/><Relationship Id="rId16" Type="http://schemas.openxmlformats.org/officeDocument/2006/relationships/oleObject" Target="../embeddings/oleObject335.bin"/><Relationship Id="rId20" Type="http://schemas.openxmlformats.org/officeDocument/2006/relationships/oleObject" Target="../embeddings/oleObject33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330.bin"/><Relationship Id="rId5" Type="http://schemas.openxmlformats.org/officeDocument/2006/relationships/oleObject" Target="../embeddings/oleObject327.bin"/><Relationship Id="rId15" Type="http://schemas.openxmlformats.org/officeDocument/2006/relationships/oleObject" Target="../embeddings/oleObject334.bin"/><Relationship Id="rId23" Type="http://schemas.openxmlformats.org/officeDocument/2006/relationships/image" Target="../media/image40.png"/><Relationship Id="rId10" Type="http://schemas.openxmlformats.org/officeDocument/2006/relationships/image" Target="../media/image44.wmf"/><Relationship Id="rId19" Type="http://schemas.openxmlformats.org/officeDocument/2006/relationships/oleObject" Target="../embeddings/oleObject337.bin"/><Relationship Id="rId4" Type="http://schemas.openxmlformats.org/officeDocument/2006/relationships/oleObject" Target="../embeddings/oleObject326.bin"/><Relationship Id="rId9" Type="http://schemas.openxmlformats.org/officeDocument/2006/relationships/oleObject" Target="../embeddings/oleObject329.bin"/><Relationship Id="rId14" Type="http://schemas.openxmlformats.org/officeDocument/2006/relationships/oleObject" Target="../embeddings/oleObject333.bin"/><Relationship Id="rId22" Type="http://schemas.openxmlformats.org/officeDocument/2006/relationships/oleObject" Target="../embeddings/oleObject34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B18A021-7845-E218-30C7-8328AEFE0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145" y="1605065"/>
            <a:ext cx="10927572" cy="263947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Turing Machines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24693244-8064-CBC4-79A3-34C08CF421BD}"/>
              </a:ext>
            </a:extLst>
          </p:cNvPr>
          <p:cNvSpPr txBox="1"/>
          <p:nvPr/>
        </p:nvSpPr>
        <p:spPr>
          <a:xfrm>
            <a:off x="4860086" y="6312309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Rowaida</a:t>
            </a:r>
            <a:r>
              <a:rPr lang="en-US" sz="2400" b="1" dirty="0"/>
              <a:t> AL-Amri 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A0842748-48A6-7631-2E2C-5CCBEF0E0E48}"/>
              </a:ext>
            </a:extLst>
          </p:cNvPr>
          <p:cNvSpPr txBox="1"/>
          <p:nvPr/>
        </p:nvSpPr>
        <p:spPr>
          <a:xfrm>
            <a:off x="2878282" y="4724424"/>
            <a:ext cx="62137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9</a:t>
            </a:r>
          </a:p>
        </p:txBody>
      </p:sp>
    </p:spTree>
    <p:extLst>
      <p:ext uri="{BB962C8B-B14F-4D97-AF65-F5344CB8AC3E}">
        <p14:creationId xmlns:p14="http://schemas.microsoft.com/office/powerpoint/2010/main" val="23379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19" name="Rectangle 3">
            <a:extLst>
              <a:ext uri="{FF2B5EF4-FFF2-40B4-BE49-F238E27FC236}">
                <a16:creationId xmlns:a16="http://schemas.microsoft.com/office/drawing/2014/main" id="{A747835A-1A28-2714-6748-04AC1986E4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199" y="1845734"/>
            <a:ext cx="11558337" cy="450694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"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Turing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machine was invented in 1936 by 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tooltip="Alan Tur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Alan Turing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who called it an "a-machine" (automatic machine). The Turing machine is not intended as practical computing technology, but rather as a hypothetical device representing a computing machine. Turing machines help computer scientists understand the limits of mechanical computation.</a:t>
            </a:r>
            <a:endParaRPr lang="en-US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 Turing machine 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hypothetical device that manipulates symbols on a strip of tape according to a table of rules. Despite its simplicity, a Turing machine can be adapted to simulate the logic of any 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tooltip="Compu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computer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tooltip="Algorith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algorithm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is particularly useful in explaining the functions of a 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 tooltip="CP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CPU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inside a computer.</a:t>
            </a:r>
          </a:p>
        </p:txBody>
      </p:sp>
      <p:sp>
        <p:nvSpPr>
          <p:cNvPr id="3" name="عنوان 1">
            <a:extLst>
              <a:ext uri="{FF2B5EF4-FFF2-40B4-BE49-F238E27FC236}">
                <a16:creationId xmlns:a16="http://schemas.microsoft.com/office/drawing/2014/main" id="{0B571A63-51F9-43EC-6E88-AE89BEE5A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989919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11B90E8-E301-4685-9144-A8771068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Turing machine ?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064D5EB-7B62-467B-B89A-76754F89E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728317"/>
            <a:ext cx="11555604" cy="4582048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Turing machine (TM): 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mathematical model of computation proposed by the scientist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Alan Turing,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it is considered one of the most powerful fundamental models used in the theory of computation.</a:t>
            </a:r>
          </a:p>
          <a:p>
            <a:pPr>
              <a:lnSpc>
                <a:spcPct val="16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can be considered a more powerful model than:</a:t>
            </a:r>
          </a:p>
          <a:p>
            <a:pPr marL="363538" indent="-363538">
              <a:lnSpc>
                <a:spcPct val="16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Finite Automata (FA)</a:t>
            </a:r>
          </a:p>
          <a:p>
            <a:pPr marL="363538" indent="-363538">
              <a:lnSpc>
                <a:spcPct val="16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Pushdown Automata (PDA)</a:t>
            </a:r>
          </a:p>
          <a:p>
            <a:pPr>
              <a:lnSpc>
                <a:spcPct val="160000"/>
              </a:lnSpc>
            </a:pPr>
            <a:r>
              <a:rPr lang="en-US" sz="3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reason is that a Turing machine has an infinite tape on which it can read and write, and it can move the read/write head in both directions.</a:t>
            </a:r>
          </a:p>
        </p:txBody>
      </p:sp>
    </p:spTree>
    <p:extLst>
      <p:ext uri="{BB962C8B-B14F-4D97-AF65-F5344CB8AC3E}">
        <p14:creationId xmlns:p14="http://schemas.microsoft.com/office/powerpoint/2010/main" val="2479201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D9FE7-C3E0-2600-EFB1-71B6F4BF5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14BEA8F-464C-0636-6EAD-C564FD47B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Turing machine ?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E078882-2AC4-DAA4-0722-38618F79E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125416"/>
            <a:ext cx="11555604" cy="5184949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70000"/>
              </a:lnSpc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Basic Idea</a:t>
            </a:r>
          </a:p>
          <a:p>
            <a:pPr algn="just">
              <a:lnSpc>
                <a:spcPct val="17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Turing machine works in a manner similar to a simple device that consists of : </a:t>
            </a:r>
          </a:p>
          <a:p>
            <a:pPr marL="623888" indent="-90488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tape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storing data.</a:t>
            </a:r>
          </a:p>
          <a:p>
            <a:pPr marL="623888" indent="-90488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read/write head.</a:t>
            </a:r>
          </a:p>
          <a:p>
            <a:pPr marL="623888" indent="-90488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set of states.</a:t>
            </a:r>
          </a:p>
          <a:p>
            <a:pPr marL="623888" indent="-90488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transition function.</a:t>
            </a:r>
          </a:p>
          <a:p>
            <a:pPr marL="623888" indent="-90488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ability to move left and right along the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tape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77D1D08E-EE43-18B7-B04D-548C99D28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145" y="3717890"/>
            <a:ext cx="5276850" cy="1247775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4B2BAAFB-BE83-8AF9-6832-4342B530B0E9}"/>
              </a:ext>
            </a:extLst>
          </p:cNvPr>
          <p:cNvSpPr txBox="1"/>
          <p:nvPr/>
        </p:nvSpPr>
        <p:spPr>
          <a:xfrm>
            <a:off x="5663867" y="2836819"/>
            <a:ext cx="5276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→ Write → Move → Change State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690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8FE1C-86E6-4379-AF57-0752CFB14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9232C76-2BE5-AD63-5691-7CB60EEBB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Turing machine ?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16DE18A-AE0E-ADF9-AA46-A36F5D399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728317"/>
            <a:ext cx="11555604" cy="458204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70000"/>
              </a:lnSpc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DFA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recognize regular languages such as:</a:t>
            </a:r>
          </a:p>
          <a:p>
            <a:pPr algn="just">
              <a:lnSpc>
                <a:spcPct val="170000"/>
              </a:lnSpc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L = {w | w contains an even number of 0s}</a:t>
            </a:r>
          </a:p>
          <a:p>
            <a:pPr algn="just">
              <a:lnSpc>
                <a:spcPct val="170000"/>
              </a:lnSpc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PDA,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other hand, can handle languages such as:</a:t>
            </a:r>
          </a:p>
          <a:p>
            <a:pPr algn="just">
              <a:lnSpc>
                <a:spcPct val="90000"/>
              </a:lnSpc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L={ a</a:t>
            </a:r>
            <a:r>
              <a:rPr lang="en-US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∣ n≥0 }</a:t>
            </a:r>
          </a:p>
          <a:p>
            <a:pPr algn="just">
              <a:lnSpc>
                <a:spcPct val="170000"/>
              </a:lnSpc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Turing machine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can handle more complex problems, such as:</a:t>
            </a:r>
          </a:p>
          <a:p>
            <a:pPr algn="just">
              <a:lnSpc>
                <a:spcPct val="90000"/>
              </a:lnSpc>
            </a:pPr>
            <a:r>
              <a:rPr lang="en-US" sz="3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L={a</a:t>
            </a:r>
            <a:r>
              <a:rPr lang="en-US" sz="3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3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3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400" b="1" baseline="30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∣ n≥0}</a:t>
            </a:r>
          </a:p>
        </p:txBody>
      </p:sp>
    </p:spTree>
    <p:extLst>
      <p:ext uri="{BB962C8B-B14F-4D97-AF65-F5344CB8AC3E}">
        <p14:creationId xmlns:p14="http://schemas.microsoft.com/office/powerpoint/2010/main" val="736981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رقم الشريحة 4">
            <a:extLst>
              <a:ext uri="{FF2B5EF4-FFF2-40B4-BE49-F238E27FC236}">
                <a16:creationId xmlns:a16="http://schemas.microsoft.com/office/drawing/2014/main" id="{000994AC-F981-4CE7-D582-44344BA8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2D9CA-2159-4D93-8806-A8C6FE85831F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704514" name="Rectangle 2">
            <a:extLst>
              <a:ext uri="{FF2B5EF4-FFF2-40B4-BE49-F238E27FC236}">
                <a16:creationId xmlns:a16="http://schemas.microsoft.com/office/drawing/2014/main" id="{AFF21279-5B6B-7CF4-897B-D0EC3AC38A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68429"/>
          </a:xfrm>
        </p:spPr>
        <p:txBody>
          <a:bodyPr>
            <a:normAutofit/>
          </a:bodyPr>
          <a:lstStyle/>
          <a:p>
            <a:pPr algn="ctr"/>
            <a:r>
              <a:rPr lang="en-US" alt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Language Hierarchy</a:t>
            </a:r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2CDB69AD-84F2-EE6C-69EA-7C04FC213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797" y="1860884"/>
            <a:ext cx="9829686" cy="44436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CD92978D-A51C-4BC9-B277-359B2AE31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380"/>
            <a:ext cx="12191999" cy="61280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10999-4D63-4F86-8D41-48F909538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60BDE69-A67A-5B3A-59E8-7DCE3A26D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a Turing machine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2A815F3-E5D5-4F07-407A-B8232DAEA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716505"/>
            <a:ext cx="11555604" cy="4593860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strip divided into cells can be considered the machine's memory.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Read/Write Head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It is the head that reads and writes the symbols.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States: 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Q={q0​,q1​,q2​,</a:t>
            </a:r>
            <a:r>
              <a:rPr lang="fr-F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qaccept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​,</a:t>
            </a:r>
            <a:r>
              <a:rPr lang="fr-F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qreject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​}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data that is placed on the tape at the start of execution. Exp(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aaabbb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Tape Alphabet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Alphabet</a:t>
            </a:r>
          </a:p>
        </p:txBody>
      </p:sp>
    </p:spTree>
    <p:extLst>
      <p:ext uri="{BB962C8B-B14F-4D97-AF65-F5344CB8AC3E}">
        <p14:creationId xmlns:p14="http://schemas.microsoft.com/office/powerpoint/2010/main" val="2337584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84A75-6AE9-94B3-53A9-E863A4CFF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AD76F42-8488-1907-99BA-4182B352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a Turing machine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عنصر نائب للمحتوى 2">
                <a:extLst>
                  <a:ext uri="{FF2B5EF4-FFF2-40B4-BE49-F238E27FC236}">
                    <a16:creationId xmlns:a16="http://schemas.microsoft.com/office/drawing/2014/main" id="{81315695-2CD7-B2AC-5CBF-7B38D37591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86" y="978568"/>
                <a:ext cx="11555604" cy="5331797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l-GR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M=(Q,Σ,Γ,δ,q0​,B,F)</a:t>
                </a:r>
                <a:endPara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2313" indent="-449263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en-US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...</m:t>
                        </m:r>
                      </m:e>
                    </m:d>
                  </m:oMath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2313" indent="-449263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Σ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Input Alphabet.</a:t>
                </a:r>
              </a:p>
              <a:p>
                <a:pPr marL="722313" indent="-449263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Tape Alphabet.</a:t>
                </a:r>
              </a:p>
              <a:p>
                <a:pPr marL="722313" indent="-449263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Transition Function.</a:t>
                </a:r>
              </a:p>
              <a:p>
                <a:pPr marL="722313" indent="-449263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Initial State.</a:t>
                </a:r>
              </a:p>
              <a:p>
                <a:pPr marL="722313" indent="-449263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𝑎𝑐𝑐𝑒𝑝𝑡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Accept State.</a:t>
                </a:r>
              </a:p>
              <a:p>
                <a:pPr marL="722313" indent="-449263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𝑟𝑒𝑗𝑒𝑐𝑡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:Reject State.</a:t>
                </a:r>
              </a:p>
            </p:txBody>
          </p:sp>
        </mc:Choice>
        <mc:Fallback xmlns="">
          <p:sp>
            <p:nvSpPr>
              <p:cNvPr id="3" name="عنصر نائب للمحتوى 2">
                <a:extLst>
                  <a:ext uri="{FF2B5EF4-FFF2-40B4-BE49-F238E27FC236}">
                    <a16:creationId xmlns:a16="http://schemas.microsoft.com/office/drawing/2014/main" id="{81315695-2CD7-B2AC-5CBF-7B38D37591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86" y="978568"/>
                <a:ext cx="11555604" cy="5331797"/>
              </a:xfrm>
              <a:blipFill>
                <a:blip r:embed="rId2"/>
                <a:stretch>
                  <a:fillRect l="-1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صورة 4">
            <a:extLst>
              <a:ext uri="{FF2B5EF4-FFF2-40B4-BE49-F238E27FC236}">
                <a16:creationId xmlns:a16="http://schemas.microsoft.com/office/drawing/2014/main" id="{3AEB57A1-8918-3D94-5A74-C63BEAE5A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253" y="1596591"/>
            <a:ext cx="7279237" cy="471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169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EB654-3067-F5C2-5241-71DACA401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9F820A78-3625-270F-228A-A96429BE4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304" y="112295"/>
            <a:ext cx="9304421" cy="621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33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D64B1-A912-7BC3-4343-99A452FCF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4E2E6BB6-1137-ADEA-EAA4-3A6448191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032" y="160421"/>
            <a:ext cx="10315073" cy="616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985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23939-9339-4004-F53B-2A0CFA8EA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29482A79-6F23-142C-34A2-357FAB2A8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284" y="240631"/>
            <a:ext cx="10186737" cy="596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928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4D9DA-8B5F-28BD-AA92-5A01FE307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47EF5C4B-E4DB-3E8F-1C05-62D53559B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06" y="368968"/>
            <a:ext cx="10956758" cy="596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49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4D33-E7B4-F65E-963F-CB9E3E2CB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B418DFC8-55E7-F4AE-BC99-5D4D9C062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26" y="33090"/>
            <a:ext cx="10571747" cy="611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07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22FC5-51DD-68A5-3E77-8F0DB56A4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7A5E3F36-FA01-4181-2245-CBBF5A3BC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411" y="225595"/>
            <a:ext cx="10074442" cy="599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16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D7F51-0EDD-455D-2DE5-4A84B819F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192869CB-2EA8-1939-728A-130F3517F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211" y="128337"/>
            <a:ext cx="9833809" cy="61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79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BB234-4BA9-7171-EAE5-D52673B7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6E152C33-EC9F-A07B-0F4C-277B02869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05" y="224052"/>
            <a:ext cx="10828421" cy="585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567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1752601" y="228600"/>
            <a:ext cx="39798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Transition Function:</a:t>
            </a: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BD5721DA-21AD-EB6D-B59E-8CA86B24A1BB}"/>
              </a:ext>
            </a:extLst>
          </p:cNvPr>
          <p:cNvGrpSpPr/>
          <p:nvPr/>
        </p:nvGrpSpPr>
        <p:grpSpPr>
          <a:xfrm>
            <a:off x="5562601" y="914400"/>
            <a:ext cx="3708399" cy="1892300"/>
            <a:chOff x="5562601" y="914400"/>
            <a:chExt cx="3708399" cy="1892300"/>
          </a:xfrm>
        </p:grpSpPr>
        <p:sp>
          <p:nvSpPr>
            <p:cNvPr id="54276" name="Oval 14"/>
            <p:cNvSpPr>
              <a:spLocks noChangeArrowheads="1"/>
            </p:cNvSpPr>
            <p:nvPr/>
          </p:nvSpPr>
          <p:spPr bwMode="auto">
            <a:xfrm>
              <a:off x="5562601" y="960450"/>
              <a:ext cx="655051" cy="7238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54277" name="Oval 15"/>
            <p:cNvSpPr>
              <a:spLocks noChangeArrowheads="1"/>
            </p:cNvSpPr>
            <p:nvPr/>
          </p:nvSpPr>
          <p:spPr bwMode="auto">
            <a:xfrm>
              <a:off x="8610600" y="960449"/>
              <a:ext cx="654050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54278" name="Line 16"/>
            <p:cNvSpPr>
              <a:spLocks noChangeShapeType="1"/>
            </p:cNvSpPr>
            <p:nvPr/>
          </p:nvSpPr>
          <p:spPr bwMode="auto">
            <a:xfrm>
              <a:off x="6248400" y="1371600"/>
              <a:ext cx="2362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ar-SA"/>
            </a:p>
          </p:txBody>
        </p:sp>
        <p:graphicFrame>
          <p:nvGraphicFramePr>
            <p:cNvPr id="54279" name="Object 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3370250"/>
                </p:ext>
              </p:extLst>
            </p:nvPr>
          </p:nvGraphicFramePr>
          <p:xfrm>
            <a:off x="5668963" y="1071563"/>
            <a:ext cx="3810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80835" imgH="520474" progId="Equation.3">
                    <p:embed/>
                  </p:oleObj>
                </mc:Choice>
                <mc:Fallback>
                  <p:oleObj name="Equation" r:id="rId2" imgW="380835" imgH="520474" progId="Equation.3">
                    <p:embed/>
                    <p:pic>
                      <p:nvPicPr>
                        <p:cNvPr id="54279" name="Object 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8963" y="1071563"/>
                          <a:ext cx="381000" cy="520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0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3721579"/>
                </p:ext>
              </p:extLst>
            </p:nvPr>
          </p:nvGraphicFramePr>
          <p:xfrm>
            <a:off x="8648909" y="1066800"/>
            <a:ext cx="442913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44307" imgH="520474" progId="Equation.3">
                    <p:embed/>
                  </p:oleObj>
                </mc:Choice>
                <mc:Fallback>
                  <p:oleObj name="Equation" r:id="rId4" imgW="444307" imgH="520474" progId="Equation.3">
                    <p:embed/>
                    <p:pic>
                      <p:nvPicPr>
                        <p:cNvPr id="5428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8909" y="1066800"/>
                          <a:ext cx="442913" cy="520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1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5320409"/>
                </p:ext>
              </p:extLst>
            </p:nvPr>
          </p:nvGraphicFramePr>
          <p:xfrm>
            <a:off x="6629400" y="914400"/>
            <a:ext cx="15875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87500" imgH="469900" progId="Equation.3">
                    <p:embed/>
                  </p:oleObj>
                </mc:Choice>
                <mc:Fallback>
                  <p:oleObj name="Equation" r:id="rId6" imgW="1587500" imgH="469900" progId="Equation.3">
                    <p:embed/>
                    <p:pic>
                      <p:nvPicPr>
                        <p:cNvPr id="54281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9400" y="914400"/>
                          <a:ext cx="15875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080600"/>
                </p:ext>
              </p:extLst>
            </p:nvPr>
          </p:nvGraphicFramePr>
          <p:xfrm>
            <a:off x="5791200" y="2286000"/>
            <a:ext cx="34798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479800" imgH="520700" progId="Equation.3">
                    <p:embed/>
                  </p:oleObj>
                </mc:Choice>
                <mc:Fallback>
                  <p:oleObj name="Equation" r:id="rId8" imgW="3479800" imgH="520700" progId="Equation.3">
                    <p:embed/>
                    <p:pic>
                      <p:nvPicPr>
                        <p:cNvPr id="54282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1200" y="2286000"/>
                          <a:ext cx="3479800" cy="520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مجموعة 2">
            <a:extLst>
              <a:ext uri="{FF2B5EF4-FFF2-40B4-BE49-F238E27FC236}">
                <a16:creationId xmlns:a16="http://schemas.microsoft.com/office/drawing/2014/main" id="{5736C6F8-D5F7-92E9-249F-9C05C76B0086}"/>
              </a:ext>
            </a:extLst>
          </p:cNvPr>
          <p:cNvGrpSpPr/>
          <p:nvPr/>
        </p:nvGrpSpPr>
        <p:grpSpPr>
          <a:xfrm>
            <a:off x="5668963" y="3594100"/>
            <a:ext cx="3664030" cy="1892300"/>
            <a:chOff x="5600620" y="4495800"/>
            <a:chExt cx="3664030" cy="1892300"/>
          </a:xfrm>
        </p:grpSpPr>
        <p:sp>
          <p:nvSpPr>
            <p:cNvPr id="54283" name="Oval 21"/>
            <p:cNvSpPr>
              <a:spLocks noChangeArrowheads="1"/>
            </p:cNvSpPr>
            <p:nvPr/>
          </p:nvSpPr>
          <p:spPr bwMode="auto">
            <a:xfrm>
              <a:off x="5600620" y="4541849"/>
              <a:ext cx="579437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54284" name="Oval 22"/>
            <p:cNvSpPr>
              <a:spLocks noChangeArrowheads="1"/>
            </p:cNvSpPr>
            <p:nvPr/>
          </p:nvSpPr>
          <p:spPr bwMode="auto">
            <a:xfrm>
              <a:off x="8610600" y="4541849"/>
              <a:ext cx="579437" cy="8223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54285" name="Line 23"/>
            <p:cNvSpPr>
              <a:spLocks noChangeShapeType="1"/>
            </p:cNvSpPr>
            <p:nvPr/>
          </p:nvSpPr>
          <p:spPr bwMode="auto">
            <a:xfrm flipV="1">
              <a:off x="6142039" y="4953000"/>
              <a:ext cx="2468561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ar-SA"/>
            </a:p>
          </p:txBody>
        </p:sp>
        <p:graphicFrame>
          <p:nvGraphicFramePr>
            <p:cNvPr id="54286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3676260"/>
                </p:ext>
              </p:extLst>
            </p:nvPr>
          </p:nvGraphicFramePr>
          <p:xfrm>
            <a:off x="5668963" y="4652963"/>
            <a:ext cx="3810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80835" imgH="520474" progId="Equation.3">
                    <p:embed/>
                  </p:oleObj>
                </mc:Choice>
                <mc:Fallback>
                  <p:oleObj name="Equation" r:id="rId10" imgW="380835" imgH="520474" progId="Equation.3">
                    <p:embed/>
                    <p:pic>
                      <p:nvPicPr>
                        <p:cNvPr id="5428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8963" y="4652963"/>
                          <a:ext cx="381000" cy="520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0540173"/>
                </p:ext>
              </p:extLst>
            </p:nvPr>
          </p:nvGraphicFramePr>
          <p:xfrm>
            <a:off x="8678781" y="4648200"/>
            <a:ext cx="442913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444307" imgH="520474" progId="Equation.3">
                    <p:embed/>
                  </p:oleObj>
                </mc:Choice>
                <mc:Fallback>
                  <p:oleObj name="Equation" r:id="rId11" imgW="444307" imgH="520474" progId="Equation.3">
                    <p:embed/>
                    <p:pic>
                      <p:nvPicPr>
                        <p:cNvPr id="542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78781" y="4648200"/>
                          <a:ext cx="442913" cy="520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772084"/>
                </p:ext>
              </p:extLst>
            </p:nvPr>
          </p:nvGraphicFramePr>
          <p:xfrm>
            <a:off x="6629400" y="4495800"/>
            <a:ext cx="15875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87500" imgH="469900" progId="Equation.3">
                    <p:embed/>
                  </p:oleObj>
                </mc:Choice>
                <mc:Fallback>
                  <p:oleObj name="Equation" r:id="rId12" imgW="1587500" imgH="469900" progId="Equation.3">
                    <p:embed/>
                    <p:pic>
                      <p:nvPicPr>
                        <p:cNvPr id="5428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9400" y="4495800"/>
                          <a:ext cx="15875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8556959"/>
                </p:ext>
              </p:extLst>
            </p:nvPr>
          </p:nvGraphicFramePr>
          <p:xfrm>
            <a:off x="5797550" y="5867400"/>
            <a:ext cx="34671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467100" imgH="520700" progId="Equation.3">
                    <p:embed/>
                  </p:oleObj>
                </mc:Choice>
                <mc:Fallback>
                  <p:oleObj name="Equation" r:id="rId14" imgW="3467100" imgH="520700" progId="Equation.3">
                    <p:embed/>
                    <p:pic>
                      <p:nvPicPr>
                        <p:cNvPr id="5428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7550" y="5867400"/>
                          <a:ext cx="3467100" cy="520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938CE-9D50-504A-B9A7-4417A414B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B8EB8762-9921-79CE-DD21-62304EADA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58" y="288758"/>
            <a:ext cx="10379242" cy="599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58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A8EF0-CB13-7477-94D7-C2FAD6E2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47EA7FC5-00DB-A149-5112-AD0BBDAC5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991" y="224589"/>
            <a:ext cx="9383683" cy="603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21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CB6A9-A0C1-DF0A-960E-5B6E51052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C0C67730-1156-1BB7-68D1-36D5899BD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69" y="97258"/>
            <a:ext cx="10635914" cy="620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50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7C9EC-943B-8C3E-1F1F-5BEAC193B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30FE639E-D402-1187-C457-AEAB5CE5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38" y="401053"/>
            <a:ext cx="10170694" cy="592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64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89CEF-3D46-44FC-7E09-D5A97FB95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ED254893-FA26-871C-42EA-4A16F0C0B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22" y="33090"/>
            <a:ext cx="10796336" cy="5854363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6D3699F4-9C53-891F-5FF5-4235D6ADCB85}"/>
              </a:ext>
            </a:extLst>
          </p:cNvPr>
          <p:cNvSpPr txBox="1"/>
          <p:nvPr/>
        </p:nvSpPr>
        <p:spPr>
          <a:xfrm>
            <a:off x="1902562" y="4732334"/>
            <a:ext cx="8908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ar-SA" sz="3200" dirty="0">
                <a:solidFill>
                  <a:srgbClr val="FF0000"/>
                </a:solidFill>
                <a:cs typeface="+mj-cs"/>
              </a:rPr>
              <a:t>For a read symbol only one transition is allowed</a:t>
            </a:r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529233BF-4EA6-5BC6-A622-8F859641332A}"/>
              </a:ext>
            </a:extLst>
          </p:cNvPr>
          <p:cNvSpPr txBox="1"/>
          <p:nvPr/>
        </p:nvSpPr>
        <p:spPr>
          <a:xfrm>
            <a:off x="224589" y="5714227"/>
            <a:ext cx="11967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ar-SA" sz="3200" dirty="0">
                <a:solidFill>
                  <a:srgbClr val="FF0000"/>
                </a:solidFill>
                <a:cs typeface="+mj-cs"/>
              </a:rPr>
              <a:t>For every state and tape symbol, there must be at most one transition</a:t>
            </a:r>
          </a:p>
        </p:txBody>
      </p:sp>
    </p:spTree>
    <p:extLst>
      <p:ext uri="{BB962C8B-B14F-4D97-AF65-F5344CB8AC3E}">
        <p14:creationId xmlns:p14="http://schemas.microsoft.com/office/powerpoint/2010/main" val="2655332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62574-E7D6-C99A-527B-AFA594DA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78224997-85AD-28C8-7F23-BDA81A393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97" y="313509"/>
            <a:ext cx="10580914" cy="593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122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0CF54-E4C4-EF23-3A73-4920A5049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95CF1743-5D96-757F-5861-F4C2573C2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269" y="522515"/>
            <a:ext cx="10653793" cy="423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694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63D30-930E-E2E7-5E16-754CFBD81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EDEC59A4-4FDE-10DF-3DE8-9C8F4F961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1" y="235131"/>
            <a:ext cx="10607039" cy="566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0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82485-B969-CA1A-2953-6E54AAAC8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E2FBEBAA-FD73-8CCC-C2D6-D252643A9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3510"/>
            <a:ext cx="10920549" cy="590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9644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23269"/>
          </a:xfrm>
        </p:spPr>
        <p:txBody>
          <a:bodyPr/>
          <a:lstStyle/>
          <a:p>
            <a:pPr algn="ctr"/>
            <a:r>
              <a:rPr lang="en-US" altLang="ar-SA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Acceptance</a:t>
            </a:r>
          </a:p>
        </p:txBody>
      </p:sp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1752601" y="1371600"/>
            <a:ext cx="27098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Accept Input</a:t>
            </a: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6781800" y="1371600"/>
            <a:ext cx="3474028" cy="117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If machine halts </a:t>
            </a:r>
          </a:p>
          <a:p>
            <a:r>
              <a:rPr lang="en-US" altLang="ar-SA"/>
              <a:t>in a final state </a:t>
            </a:r>
          </a:p>
        </p:txBody>
      </p:sp>
      <p:sp>
        <p:nvSpPr>
          <p:cNvPr id="23558" name="AutoShape 10"/>
          <p:cNvSpPr>
            <a:spLocks noChangeArrowheads="1"/>
          </p:cNvSpPr>
          <p:nvPr/>
        </p:nvSpPr>
        <p:spPr bwMode="auto">
          <a:xfrm>
            <a:off x="5001126" y="1510632"/>
            <a:ext cx="907968" cy="603563"/>
          </a:xfrm>
          <a:prstGeom prst="rightArrow">
            <a:avLst>
              <a:gd name="adj1" fmla="val 50000"/>
              <a:gd name="adj2" fmla="val 5024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 dirty="0"/>
          </a:p>
        </p:txBody>
      </p:sp>
      <p:sp>
        <p:nvSpPr>
          <p:cNvPr id="23559" name="Text Box 11"/>
          <p:cNvSpPr txBox="1">
            <a:spLocks noChangeArrowheads="1"/>
          </p:cNvSpPr>
          <p:nvPr/>
        </p:nvSpPr>
        <p:spPr bwMode="auto">
          <a:xfrm>
            <a:off x="1752601" y="3733800"/>
            <a:ext cx="26273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Reject Input</a:t>
            </a:r>
          </a:p>
        </p:txBody>
      </p:sp>
      <p:sp>
        <p:nvSpPr>
          <p:cNvPr id="23560" name="AutoShape 12"/>
          <p:cNvSpPr>
            <a:spLocks noChangeArrowheads="1"/>
          </p:cNvSpPr>
          <p:nvPr/>
        </p:nvSpPr>
        <p:spPr bwMode="auto">
          <a:xfrm>
            <a:off x="4588043" y="3733800"/>
            <a:ext cx="1507957" cy="603563"/>
          </a:xfrm>
          <a:prstGeom prst="rightArrow">
            <a:avLst>
              <a:gd name="adj1" fmla="val 50000"/>
              <a:gd name="adj2" fmla="val 5024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3561" name="Text Box 13"/>
          <p:cNvSpPr txBox="1">
            <a:spLocks noChangeArrowheads="1"/>
          </p:cNvSpPr>
          <p:nvPr/>
        </p:nvSpPr>
        <p:spPr bwMode="auto">
          <a:xfrm>
            <a:off x="6435551" y="3429000"/>
            <a:ext cx="4166525" cy="294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Char char="•"/>
            </a:pPr>
            <a:r>
              <a:rPr lang="en-US" altLang="ar-SA" dirty="0"/>
              <a:t> If machine  halts </a:t>
            </a:r>
          </a:p>
          <a:p>
            <a:r>
              <a:rPr lang="en-US" altLang="ar-SA" dirty="0"/>
              <a:t>   in a non-final state</a:t>
            </a:r>
            <a:endParaRPr lang="ar-SA" altLang="ar-SA" dirty="0"/>
          </a:p>
          <a:p>
            <a:endParaRPr lang="en-US" altLang="ar-SA" dirty="0"/>
          </a:p>
          <a:p>
            <a:pPr>
              <a:buFontTx/>
              <a:buChar char="•"/>
            </a:pPr>
            <a:r>
              <a:rPr lang="en-US" altLang="ar-SA" dirty="0"/>
              <a:t> If machine enters </a:t>
            </a:r>
          </a:p>
          <a:p>
            <a:r>
              <a:rPr lang="en-US" altLang="ar-SA" dirty="0"/>
              <a:t>   an </a:t>
            </a:r>
            <a:r>
              <a:rPr lang="en-US" altLang="ar-SA" i="1" dirty="0"/>
              <a:t>infinite loop</a:t>
            </a:r>
            <a:r>
              <a:rPr lang="en-US" altLang="ar-SA" dirty="0"/>
              <a:t>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945593"/>
          </a:xfrm>
        </p:spPr>
        <p:txBody>
          <a:bodyPr>
            <a:normAutofit/>
          </a:bodyPr>
          <a:lstStyle/>
          <a:p>
            <a:pPr algn="ctr"/>
            <a:r>
              <a:rPr lang="en-US" altLang="ar-SA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Turing Machine Example</a:t>
            </a:r>
          </a:p>
        </p:txBody>
      </p:sp>
      <p:sp>
        <p:nvSpPr>
          <p:cNvPr id="24580" name="Text Box 3"/>
          <p:cNvSpPr txBox="1">
            <a:spLocks noChangeArrowheads="1"/>
          </p:cNvSpPr>
          <p:nvPr/>
        </p:nvSpPr>
        <p:spPr bwMode="auto">
          <a:xfrm>
            <a:off x="2940548" y="2575560"/>
            <a:ext cx="66214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 dirty="0"/>
              <a:t>A </a:t>
            </a:r>
            <a:r>
              <a:rPr lang="en-US" altLang="ar-SA" dirty="0" err="1"/>
              <a:t>turing</a:t>
            </a:r>
            <a:r>
              <a:rPr lang="en-US" altLang="ar-SA" dirty="0"/>
              <a:t> machine for the language</a:t>
            </a:r>
          </a:p>
        </p:txBody>
      </p:sp>
      <p:graphicFrame>
        <p:nvGraphicFramePr>
          <p:cNvPr id="2458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074835"/>
              </p:ext>
            </p:extLst>
          </p:nvPr>
        </p:nvGraphicFramePr>
        <p:xfrm>
          <a:off x="9718765" y="2603796"/>
          <a:ext cx="749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8975" imgH="393529" progId="Equation.3">
                  <p:embed/>
                </p:oleObj>
              </mc:Choice>
              <mc:Fallback>
                <p:oleObj name="Equation" r:id="rId2" imgW="748975" imgH="393529" progId="Equation.3">
                  <p:embed/>
                  <p:pic>
                    <p:nvPicPr>
                      <p:cNvPr id="2458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8765" y="2603796"/>
                        <a:ext cx="7493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4472EBBA-67C6-D6F3-08E4-1D1C00CA6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4724" y="3703003"/>
            <a:ext cx="4219576" cy="203104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30" name="Text Box 36"/>
          <p:cNvSpPr txBox="1">
            <a:spLocks noChangeArrowheads="1"/>
          </p:cNvSpPr>
          <p:nvPr/>
        </p:nvSpPr>
        <p:spPr bwMode="auto">
          <a:xfrm>
            <a:off x="2325688" y="823119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 dirty="0"/>
              <a:t>Time 0</a:t>
            </a:r>
          </a:p>
        </p:txBody>
      </p:sp>
      <p:grpSp>
        <p:nvGrpSpPr>
          <p:cNvPr id="4" name="مجموعة 3">
            <a:extLst>
              <a:ext uri="{FF2B5EF4-FFF2-40B4-BE49-F238E27FC236}">
                <a16:creationId xmlns:a16="http://schemas.microsoft.com/office/drawing/2014/main" id="{69D40292-D4A1-1AFE-83E1-23F262BCD245}"/>
              </a:ext>
            </a:extLst>
          </p:cNvPr>
          <p:cNvGrpSpPr/>
          <p:nvPr/>
        </p:nvGrpSpPr>
        <p:grpSpPr>
          <a:xfrm>
            <a:off x="4057650" y="670719"/>
            <a:ext cx="5105400" cy="1598614"/>
            <a:chOff x="4038600" y="304800"/>
            <a:chExt cx="5105400" cy="1598614"/>
          </a:xfrm>
        </p:grpSpPr>
        <p:sp>
          <p:nvSpPr>
            <p:cNvPr id="25613" name="Line 12"/>
            <p:cNvSpPr>
              <a:spLocks noChangeShapeType="1"/>
            </p:cNvSpPr>
            <p:nvPr/>
          </p:nvSpPr>
          <p:spPr bwMode="auto">
            <a:xfrm>
              <a:off x="4038600" y="304800"/>
              <a:ext cx="5105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ar-SA"/>
            </a:p>
          </p:txBody>
        </p:sp>
        <p:sp>
          <p:nvSpPr>
            <p:cNvPr id="25614" name="Line 13"/>
            <p:cNvSpPr>
              <a:spLocks noChangeShapeType="1"/>
            </p:cNvSpPr>
            <p:nvPr/>
          </p:nvSpPr>
          <p:spPr bwMode="auto">
            <a:xfrm>
              <a:off x="4038600" y="990600"/>
              <a:ext cx="5105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ar-SA"/>
            </a:p>
          </p:txBody>
        </p:sp>
        <p:sp>
          <p:nvSpPr>
            <p:cNvPr id="25615" name="Line 14"/>
            <p:cNvSpPr>
              <a:spLocks noChangeShapeType="1"/>
            </p:cNvSpPr>
            <p:nvPr/>
          </p:nvSpPr>
          <p:spPr bwMode="auto">
            <a:xfrm>
              <a:off x="4495800" y="3048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ar-SA"/>
            </a:p>
          </p:txBody>
        </p:sp>
        <p:sp>
          <p:nvSpPr>
            <p:cNvPr id="25616" name="Line 17"/>
            <p:cNvSpPr>
              <a:spLocks noChangeShapeType="1"/>
            </p:cNvSpPr>
            <p:nvPr/>
          </p:nvSpPr>
          <p:spPr bwMode="auto">
            <a:xfrm>
              <a:off x="5105400" y="3048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ar-SA"/>
            </a:p>
          </p:txBody>
        </p:sp>
        <p:sp>
          <p:nvSpPr>
            <p:cNvPr id="25617" name="Line 18"/>
            <p:cNvSpPr>
              <a:spLocks noChangeShapeType="1"/>
            </p:cNvSpPr>
            <p:nvPr/>
          </p:nvSpPr>
          <p:spPr bwMode="auto">
            <a:xfrm>
              <a:off x="5715000" y="3048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ar-SA"/>
            </a:p>
          </p:txBody>
        </p:sp>
        <p:sp>
          <p:nvSpPr>
            <p:cNvPr id="25618" name="Line 19"/>
            <p:cNvSpPr>
              <a:spLocks noChangeShapeType="1"/>
            </p:cNvSpPr>
            <p:nvPr/>
          </p:nvSpPr>
          <p:spPr bwMode="auto">
            <a:xfrm>
              <a:off x="6324600" y="3048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ar-SA"/>
            </a:p>
          </p:txBody>
        </p:sp>
        <p:sp>
          <p:nvSpPr>
            <p:cNvPr id="25619" name="Line 20"/>
            <p:cNvSpPr>
              <a:spLocks noChangeShapeType="1"/>
            </p:cNvSpPr>
            <p:nvPr/>
          </p:nvSpPr>
          <p:spPr bwMode="auto">
            <a:xfrm>
              <a:off x="6934200" y="3048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ar-SA"/>
            </a:p>
          </p:txBody>
        </p:sp>
        <p:sp>
          <p:nvSpPr>
            <p:cNvPr id="25620" name="Line 21"/>
            <p:cNvSpPr>
              <a:spLocks noChangeShapeType="1"/>
            </p:cNvSpPr>
            <p:nvPr/>
          </p:nvSpPr>
          <p:spPr bwMode="auto">
            <a:xfrm>
              <a:off x="7543800" y="3048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ar-SA"/>
            </a:p>
          </p:txBody>
        </p:sp>
        <p:sp>
          <p:nvSpPr>
            <p:cNvPr id="25621" name="Line 22"/>
            <p:cNvSpPr>
              <a:spLocks noChangeShapeType="1"/>
            </p:cNvSpPr>
            <p:nvPr/>
          </p:nvSpPr>
          <p:spPr bwMode="auto">
            <a:xfrm>
              <a:off x="8153400" y="3048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ar-SA"/>
            </a:p>
          </p:txBody>
        </p:sp>
        <p:sp>
          <p:nvSpPr>
            <p:cNvPr id="25622" name="Line 23"/>
            <p:cNvSpPr>
              <a:spLocks noChangeShapeType="1"/>
            </p:cNvSpPr>
            <p:nvPr/>
          </p:nvSpPr>
          <p:spPr bwMode="auto">
            <a:xfrm>
              <a:off x="8763000" y="3048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ar-SA"/>
            </a:p>
          </p:txBody>
        </p:sp>
        <p:sp>
          <p:nvSpPr>
            <p:cNvPr id="25623" name="Line 26"/>
            <p:cNvSpPr>
              <a:spLocks noChangeShapeType="1"/>
            </p:cNvSpPr>
            <p:nvPr/>
          </p:nvSpPr>
          <p:spPr bwMode="auto">
            <a:xfrm flipV="1">
              <a:off x="6019800" y="9906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ar-SA"/>
            </a:p>
          </p:txBody>
        </p:sp>
        <p:graphicFrame>
          <p:nvGraphicFramePr>
            <p:cNvPr id="25624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8561990"/>
                </p:ext>
              </p:extLst>
            </p:nvPr>
          </p:nvGraphicFramePr>
          <p:xfrm>
            <a:off x="4724401" y="457200"/>
            <a:ext cx="252413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53890" imgH="368140" progId="Equation.3">
                    <p:embed/>
                  </p:oleObj>
                </mc:Choice>
                <mc:Fallback>
                  <p:oleObj name="Equation" r:id="rId2" imgW="253890" imgH="368140" progId="Equation.3">
                    <p:embed/>
                    <p:pic>
                      <p:nvPicPr>
                        <p:cNvPr id="25624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4401" y="457200"/>
                          <a:ext cx="252413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5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356549"/>
                </p:ext>
              </p:extLst>
            </p:nvPr>
          </p:nvGraphicFramePr>
          <p:xfrm>
            <a:off x="5334001" y="457200"/>
            <a:ext cx="252413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53890" imgH="368140" progId="Equation.3">
                    <p:embed/>
                  </p:oleObj>
                </mc:Choice>
                <mc:Fallback>
                  <p:oleObj name="Equation" r:id="rId4" imgW="253890" imgH="368140" progId="Equation.3">
                    <p:embed/>
                    <p:pic>
                      <p:nvPicPr>
                        <p:cNvPr id="25625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4001" y="457200"/>
                          <a:ext cx="252413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6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7678531"/>
                </p:ext>
              </p:extLst>
            </p:nvPr>
          </p:nvGraphicFramePr>
          <p:xfrm>
            <a:off x="7670801" y="463550"/>
            <a:ext cx="252413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53890" imgH="368140" progId="Equation.3">
                    <p:embed/>
                  </p:oleObj>
                </mc:Choice>
                <mc:Fallback>
                  <p:oleObj name="Equation" r:id="rId4" imgW="253890" imgH="368140" progId="Equation.3">
                    <p:embed/>
                    <p:pic>
                      <p:nvPicPr>
                        <p:cNvPr id="25626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70801" y="463550"/>
                          <a:ext cx="252413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7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6051104"/>
                </p:ext>
              </p:extLst>
            </p:nvPr>
          </p:nvGraphicFramePr>
          <p:xfrm>
            <a:off x="8280401" y="463550"/>
            <a:ext cx="252413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53890" imgH="368140" progId="Equation.3">
                    <p:embed/>
                  </p:oleObj>
                </mc:Choice>
                <mc:Fallback>
                  <p:oleObj name="Equation" r:id="rId4" imgW="253890" imgH="368140" progId="Equation.3">
                    <p:embed/>
                    <p:pic>
                      <p:nvPicPr>
                        <p:cNvPr id="25627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80401" y="463550"/>
                          <a:ext cx="252413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8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0646242"/>
                </p:ext>
              </p:extLst>
            </p:nvPr>
          </p:nvGraphicFramePr>
          <p:xfrm>
            <a:off x="6553201" y="5334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66584" imgH="279279" progId="Equation.3">
                    <p:embed/>
                  </p:oleObj>
                </mc:Choice>
                <mc:Fallback>
                  <p:oleObj name="Equation" r:id="rId5" imgW="266584" imgH="279279" progId="Equation.3">
                    <p:embed/>
                    <p:pic>
                      <p:nvPicPr>
                        <p:cNvPr id="25628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3201" y="5334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9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6041570"/>
                </p:ext>
              </p:extLst>
            </p:nvPr>
          </p:nvGraphicFramePr>
          <p:xfrm>
            <a:off x="5943601" y="5334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66584" imgH="279279" progId="Equation.3">
                    <p:embed/>
                  </p:oleObj>
                </mc:Choice>
                <mc:Fallback>
                  <p:oleObj name="Equation" r:id="rId7" imgW="266584" imgH="279279" progId="Equation.3">
                    <p:embed/>
                    <p:pic>
                      <p:nvPicPr>
                        <p:cNvPr id="25629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3601" y="5334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1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7274617"/>
                </p:ext>
              </p:extLst>
            </p:nvPr>
          </p:nvGraphicFramePr>
          <p:xfrm>
            <a:off x="5867401" y="1371601"/>
            <a:ext cx="442913" cy="531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44307" imgH="533169" progId="Equation.3">
                    <p:embed/>
                  </p:oleObj>
                </mc:Choice>
                <mc:Fallback>
                  <p:oleObj name="Equation" r:id="rId8" imgW="444307" imgH="533169" progId="Equation.3">
                    <p:embed/>
                    <p:pic>
                      <p:nvPicPr>
                        <p:cNvPr id="25631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7401" y="1371601"/>
                          <a:ext cx="442913" cy="531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2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1359377"/>
                </p:ext>
              </p:extLst>
            </p:nvPr>
          </p:nvGraphicFramePr>
          <p:xfrm>
            <a:off x="7162801" y="5334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66584" imgH="279279" progId="Equation.3">
                    <p:embed/>
                  </p:oleObj>
                </mc:Choice>
                <mc:Fallback>
                  <p:oleObj name="Equation" r:id="rId10" imgW="266584" imgH="279279" progId="Equation.3">
                    <p:embed/>
                    <p:pic>
                      <p:nvPicPr>
                        <p:cNvPr id="25632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2801" y="5334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" name="صورة 2">
            <a:extLst>
              <a:ext uri="{FF2B5EF4-FFF2-40B4-BE49-F238E27FC236}">
                <a16:creationId xmlns:a16="http://schemas.microsoft.com/office/drawing/2014/main" id="{B64AD486-A49C-C056-422A-4D6004FF56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62250" y="3067052"/>
            <a:ext cx="5905499" cy="280034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7" name="Line 12"/>
          <p:cNvSpPr>
            <a:spLocks noChangeShapeType="1"/>
          </p:cNvSpPr>
          <p:nvPr/>
        </p:nvSpPr>
        <p:spPr bwMode="auto">
          <a:xfrm>
            <a:off x="4114800" y="1524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38" name="Line 13"/>
          <p:cNvSpPr>
            <a:spLocks noChangeShapeType="1"/>
          </p:cNvSpPr>
          <p:nvPr/>
        </p:nvSpPr>
        <p:spPr bwMode="auto">
          <a:xfrm>
            <a:off x="4114800" y="8382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39" name="Line 14"/>
          <p:cNvSpPr>
            <a:spLocks noChangeShapeType="1"/>
          </p:cNvSpPr>
          <p:nvPr/>
        </p:nvSpPr>
        <p:spPr bwMode="auto">
          <a:xfrm>
            <a:off x="4572000" y="15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40" name="Line 15"/>
          <p:cNvSpPr>
            <a:spLocks noChangeShapeType="1"/>
          </p:cNvSpPr>
          <p:nvPr/>
        </p:nvSpPr>
        <p:spPr bwMode="auto">
          <a:xfrm>
            <a:off x="5181600" y="15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41" name="Line 16"/>
          <p:cNvSpPr>
            <a:spLocks noChangeShapeType="1"/>
          </p:cNvSpPr>
          <p:nvPr/>
        </p:nvSpPr>
        <p:spPr bwMode="auto">
          <a:xfrm>
            <a:off x="5791200" y="15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42" name="Line 17"/>
          <p:cNvSpPr>
            <a:spLocks noChangeShapeType="1"/>
          </p:cNvSpPr>
          <p:nvPr/>
        </p:nvSpPr>
        <p:spPr bwMode="auto">
          <a:xfrm>
            <a:off x="6400800" y="15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43" name="Line 18"/>
          <p:cNvSpPr>
            <a:spLocks noChangeShapeType="1"/>
          </p:cNvSpPr>
          <p:nvPr/>
        </p:nvSpPr>
        <p:spPr bwMode="auto">
          <a:xfrm>
            <a:off x="7010400" y="15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44" name="Line 19"/>
          <p:cNvSpPr>
            <a:spLocks noChangeShapeType="1"/>
          </p:cNvSpPr>
          <p:nvPr/>
        </p:nvSpPr>
        <p:spPr bwMode="auto">
          <a:xfrm>
            <a:off x="7620000" y="15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45" name="Line 20"/>
          <p:cNvSpPr>
            <a:spLocks noChangeShapeType="1"/>
          </p:cNvSpPr>
          <p:nvPr/>
        </p:nvSpPr>
        <p:spPr bwMode="auto">
          <a:xfrm>
            <a:off x="8229600" y="15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46" name="Line 21"/>
          <p:cNvSpPr>
            <a:spLocks noChangeShapeType="1"/>
          </p:cNvSpPr>
          <p:nvPr/>
        </p:nvSpPr>
        <p:spPr bwMode="auto">
          <a:xfrm>
            <a:off x="8839200" y="15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47" name="Line 22"/>
          <p:cNvSpPr>
            <a:spLocks noChangeShapeType="1"/>
          </p:cNvSpPr>
          <p:nvPr/>
        </p:nvSpPr>
        <p:spPr bwMode="auto">
          <a:xfrm flipV="1">
            <a:off x="6096000" y="83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26648" name="Object 23"/>
          <p:cNvGraphicFramePr>
            <a:graphicFrameLocks noChangeAspect="1"/>
          </p:cNvGraphicFramePr>
          <p:nvPr/>
        </p:nvGraphicFramePr>
        <p:xfrm>
          <a:off x="4800601" y="3048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6648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3048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9" name="Object 24"/>
          <p:cNvGraphicFramePr>
            <a:graphicFrameLocks noChangeAspect="1"/>
          </p:cNvGraphicFramePr>
          <p:nvPr/>
        </p:nvGraphicFramePr>
        <p:xfrm>
          <a:off x="5410201" y="3048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664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3048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0" name="Object 25"/>
          <p:cNvGraphicFramePr>
            <a:graphicFrameLocks noChangeAspect="1"/>
          </p:cNvGraphicFramePr>
          <p:nvPr/>
        </p:nvGraphicFramePr>
        <p:xfrm>
          <a:off x="7747001" y="311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2665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311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1" name="Object 26"/>
          <p:cNvGraphicFramePr>
            <a:graphicFrameLocks noChangeAspect="1"/>
          </p:cNvGraphicFramePr>
          <p:nvPr/>
        </p:nvGraphicFramePr>
        <p:xfrm>
          <a:off x="8356601" y="311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90" imgH="368140" progId="Equation.3">
                  <p:embed/>
                </p:oleObj>
              </mc:Choice>
              <mc:Fallback>
                <p:oleObj name="Equation" r:id="rId5" imgW="253890" imgH="368140" progId="Equation.3">
                  <p:embed/>
                  <p:pic>
                    <p:nvPicPr>
                      <p:cNvPr id="26651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1" y="311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2" name="Object 27"/>
          <p:cNvGraphicFramePr>
            <a:graphicFrameLocks noChangeAspect="1"/>
          </p:cNvGraphicFramePr>
          <p:nvPr/>
        </p:nvGraphicFramePr>
        <p:xfrm>
          <a:off x="6629401" y="381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2665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1" y="381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3" name="Object 28"/>
          <p:cNvGraphicFramePr>
            <a:graphicFrameLocks noChangeAspect="1"/>
          </p:cNvGraphicFramePr>
          <p:nvPr/>
        </p:nvGraphicFramePr>
        <p:xfrm>
          <a:off x="6019801" y="381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26653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381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4" name="Text Box 29"/>
          <p:cNvSpPr txBox="1">
            <a:spLocks noChangeArrowheads="1"/>
          </p:cNvSpPr>
          <p:nvPr/>
        </p:nvSpPr>
        <p:spPr bwMode="auto">
          <a:xfrm>
            <a:off x="1905001" y="22860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0</a:t>
            </a:r>
          </a:p>
        </p:txBody>
      </p:sp>
      <p:graphicFrame>
        <p:nvGraphicFramePr>
          <p:cNvPr id="26655" name="Object 30"/>
          <p:cNvGraphicFramePr>
            <a:graphicFrameLocks noChangeAspect="1"/>
          </p:cNvGraphicFramePr>
          <p:nvPr/>
        </p:nvGraphicFramePr>
        <p:xfrm>
          <a:off x="5943601" y="12192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307" imgH="533169" progId="Equation.3">
                  <p:embed/>
                </p:oleObj>
              </mc:Choice>
              <mc:Fallback>
                <p:oleObj name="Equation" r:id="rId9" imgW="444307" imgH="533169" progId="Equation.3">
                  <p:embed/>
                  <p:pic>
                    <p:nvPicPr>
                      <p:cNvPr id="26655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12192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6" name="Object 31"/>
          <p:cNvGraphicFramePr>
            <a:graphicFrameLocks noChangeAspect="1"/>
          </p:cNvGraphicFramePr>
          <p:nvPr/>
        </p:nvGraphicFramePr>
        <p:xfrm>
          <a:off x="7239001" y="381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26656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381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7" name="Line 32"/>
          <p:cNvSpPr>
            <a:spLocks noChangeShapeType="1"/>
          </p:cNvSpPr>
          <p:nvPr/>
        </p:nvSpPr>
        <p:spPr bwMode="auto">
          <a:xfrm>
            <a:off x="4114800" y="23622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58" name="Line 33"/>
          <p:cNvSpPr>
            <a:spLocks noChangeShapeType="1"/>
          </p:cNvSpPr>
          <p:nvPr/>
        </p:nvSpPr>
        <p:spPr bwMode="auto">
          <a:xfrm>
            <a:off x="4114800" y="30480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59" name="Line 34"/>
          <p:cNvSpPr>
            <a:spLocks noChangeShapeType="1"/>
          </p:cNvSpPr>
          <p:nvPr/>
        </p:nvSpPr>
        <p:spPr bwMode="auto">
          <a:xfrm>
            <a:off x="4572000" y="236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60" name="Line 35"/>
          <p:cNvSpPr>
            <a:spLocks noChangeShapeType="1"/>
          </p:cNvSpPr>
          <p:nvPr/>
        </p:nvSpPr>
        <p:spPr bwMode="auto">
          <a:xfrm>
            <a:off x="5181600" y="236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61" name="Line 36"/>
          <p:cNvSpPr>
            <a:spLocks noChangeShapeType="1"/>
          </p:cNvSpPr>
          <p:nvPr/>
        </p:nvSpPr>
        <p:spPr bwMode="auto">
          <a:xfrm>
            <a:off x="5791200" y="236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62" name="Line 37"/>
          <p:cNvSpPr>
            <a:spLocks noChangeShapeType="1"/>
          </p:cNvSpPr>
          <p:nvPr/>
        </p:nvSpPr>
        <p:spPr bwMode="auto">
          <a:xfrm>
            <a:off x="6400800" y="236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63" name="Line 38"/>
          <p:cNvSpPr>
            <a:spLocks noChangeShapeType="1"/>
          </p:cNvSpPr>
          <p:nvPr/>
        </p:nvSpPr>
        <p:spPr bwMode="auto">
          <a:xfrm>
            <a:off x="7010400" y="236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64" name="Line 39"/>
          <p:cNvSpPr>
            <a:spLocks noChangeShapeType="1"/>
          </p:cNvSpPr>
          <p:nvPr/>
        </p:nvSpPr>
        <p:spPr bwMode="auto">
          <a:xfrm>
            <a:off x="7620000" y="236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65" name="Line 40"/>
          <p:cNvSpPr>
            <a:spLocks noChangeShapeType="1"/>
          </p:cNvSpPr>
          <p:nvPr/>
        </p:nvSpPr>
        <p:spPr bwMode="auto">
          <a:xfrm>
            <a:off x="8229600" y="236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66" name="Line 41"/>
          <p:cNvSpPr>
            <a:spLocks noChangeShapeType="1"/>
          </p:cNvSpPr>
          <p:nvPr/>
        </p:nvSpPr>
        <p:spPr bwMode="auto">
          <a:xfrm>
            <a:off x="8839200" y="236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6667" name="Line 42"/>
          <p:cNvSpPr>
            <a:spLocks noChangeShapeType="1"/>
          </p:cNvSpPr>
          <p:nvPr/>
        </p:nvSpPr>
        <p:spPr bwMode="auto">
          <a:xfrm flipV="1">
            <a:off x="6705600" y="3048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26668" name="Object 43"/>
          <p:cNvGraphicFramePr>
            <a:graphicFrameLocks noChangeAspect="1"/>
          </p:cNvGraphicFramePr>
          <p:nvPr/>
        </p:nvGraphicFramePr>
        <p:xfrm>
          <a:off x="4800601" y="2514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90" imgH="368140" progId="Equation.3">
                  <p:embed/>
                </p:oleObj>
              </mc:Choice>
              <mc:Fallback>
                <p:oleObj name="Equation" r:id="rId12" imgW="253890" imgH="368140" progId="Equation.3">
                  <p:embed/>
                  <p:pic>
                    <p:nvPicPr>
                      <p:cNvPr id="26668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25146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69" name="Object 44"/>
          <p:cNvGraphicFramePr>
            <a:graphicFrameLocks noChangeAspect="1"/>
          </p:cNvGraphicFramePr>
          <p:nvPr/>
        </p:nvGraphicFramePr>
        <p:xfrm>
          <a:off x="5410201" y="2514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68140" progId="Equation.3">
                  <p:embed/>
                </p:oleObj>
              </mc:Choice>
              <mc:Fallback>
                <p:oleObj name="Equation" r:id="rId13" imgW="253890" imgH="368140" progId="Equation.3">
                  <p:embed/>
                  <p:pic>
                    <p:nvPicPr>
                      <p:cNvPr id="26669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25146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70" name="Object 45"/>
          <p:cNvGraphicFramePr>
            <a:graphicFrameLocks noChangeAspect="1"/>
          </p:cNvGraphicFramePr>
          <p:nvPr/>
        </p:nvGraphicFramePr>
        <p:xfrm>
          <a:off x="7747001" y="2520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2667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25209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71" name="Object 46"/>
          <p:cNvGraphicFramePr>
            <a:graphicFrameLocks noChangeAspect="1"/>
          </p:cNvGraphicFramePr>
          <p:nvPr/>
        </p:nvGraphicFramePr>
        <p:xfrm>
          <a:off x="8356601" y="2520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3890" imgH="368140" progId="Equation.3">
                  <p:embed/>
                </p:oleObj>
              </mc:Choice>
              <mc:Fallback>
                <p:oleObj name="Equation" r:id="rId15" imgW="253890" imgH="368140" progId="Equation.3">
                  <p:embed/>
                  <p:pic>
                    <p:nvPicPr>
                      <p:cNvPr id="26671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1" y="25209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72" name="Object 47"/>
          <p:cNvGraphicFramePr>
            <a:graphicFrameLocks noChangeAspect="1"/>
          </p:cNvGraphicFramePr>
          <p:nvPr/>
        </p:nvGraphicFramePr>
        <p:xfrm>
          <a:off x="6629401" y="2590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26672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1" y="2590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73" name="Object 48"/>
          <p:cNvGraphicFramePr>
            <a:graphicFrameLocks noChangeAspect="1"/>
          </p:cNvGraphicFramePr>
          <p:nvPr/>
        </p:nvGraphicFramePr>
        <p:xfrm>
          <a:off x="6019801" y="2590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26673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2590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74" name="Text Box 49"/>
          <p:cNvSpPr txBox="1">
            <a:spLocks noChangeArrowheads="1"/>
          </p:cNvSpPr>
          <p:nvPr/>
        </p:nvSpPr>
        <p:spPr bwMode="auto">
          <a:xfrm>
            <a:off x="1905000" y="2438400"/>
            <a:ext cx="14176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1</a:t>
            </a:r>
          </a:p>
        </p:txBody>
      </p:sp>
      <p:graphicFrame>
        <p:nvGraphicFramePr>
          <p:cNvPr id="26675" name="Object 50"/>
          <p:cNvGraphicFramePr>
            <a:graphicFrameLocks noChangeAspect="1"/>
          </p:cNvGraphicFramePr>
          <p:nvPr/>
        </p:nvGraphicFramePr>
        <p:xfrm>
          <a:off x="6477001" y="34290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44307" imgH="533169" progId="Equation.3">
                  <p:embed/>
                </p:oleObj>
              </mc:Choice>
              <mc:Fallback>
                <p:oleObj name="Equation" r:id="rId17" imgW="444307" imgH="533169" progId="Equation.3">
                  <p:embed/>
                  <p:pic>
                    <p:nvPicPr>
                      <p:cNvPr id="26675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1" y="34290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76" name="Object 51"/>
          <p:cNvGraphicFramePr>
            <a:graphicFrameLocks noChangeAspect="1"/>
          </p:cNvGraphicFramePr>
          <p:nvPr/>
        </p:nvGraphicFramePr>
        <p:xfrm>
          <a:off x="7239001" y="2590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26676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2590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98864C58-DED0-73A4-1B03-E3E75E1A02D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09864" y="4274342"/>
            <a:ext cx="5905499" cy="202723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1" name="Line 12"/>
          <p:cNvSpPr>
            <a:spLocks noChangeShapeType="1"/>
          </p:cNvSpPr>
          <p:nvPr/>
        </p:nvSpPr>
        <p:spPr bwMode="auto">
          <a:xfrm>
            <a:off x="4114800" y="1492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62" name="Line 13"/>
          <p:cNvSpPr>
            <a:spLocks noChangeShapeType="1"/>
          </p:cNvSpPr>
          <p:nvPr/>
        </p:nvSpPr>
        <p:spPr bwMode="auto">
          <a:xfrm>
            <a:off x="4114800" y="8350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63" name="Line 14"/>
          <p:cNvSpPr>
            <a:spLocks noChangeShapeType="1"/>
          </p:cNvSpPr>
          <p:nvPr/>
        </p:nvSpPr>
        <p:spPr bwMode="auto">
          <a:xfrm>
            <a:off x="45720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64" name="Line 15"/>
          <p:cNvSpPr>
            <a:spLocks noChangeShapeType="1"/>
          </p:cNvSpPr>
          <p:nvPr/>
        </p:nvSpPr>
        <p:spPr bwMode="auto">
          <a:xfrm>
            <a:off x="51816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65" name="Line 16"/>
          <p:cNvSpPr>
            <a:spLocks noChangeShapeType="1"/>
          </p:cNvSpPr>
          <p:nvPr/>
        </p:nvSpPr>
        <p:spPr bwMode="auto">
          <a:xfrm>
            <a:off x="57912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66" name="Line 17"/>
          <p:cNvSpPr>
            <a:spLocks noChangeShapeType="1"/>
          </p:cNvSpPr>
          <p:nvPr/>
        </p:nvSpPr>
        <p:spPr bwMode="auto">
          <a:xfrm>
            <a:off x="64008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67" name="Line 18"/>
          <p:cNvSpPr>
            <a:spLocks noChangeShapeType="1"/>
          </p:cNvSpPr>
          <p:nvPr/>
        </p:nvSpPr>
        <p:spPr bwMode="auto">
          <a:xfrm>
            <a:off x="70104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68" name="Line 19"/>
          <p:cNvSpPr>
            <a:spLocks noChangeShapeType="1"/>
          </p:cNvSpPr>
          <p:nvPr/>
        </p:nvSpPr>
        <p:spPr bwMode="auto">
          <a:xfrm>
            <a:off x="76200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69" name="Line 20"/>
          <p:cNvSpPr>
            <a:spLocks noChangeShapeType="1"/>
          </p:cNvSpPr>
          <p:nvPr/>
        </p:nvSpPr>
        <p:spPr bwMode="auto">
          <a:xfrm>
            <a:off x="82296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70" name="Line 21"/>
          <p:cNvSpPr>
            <a:spLocks noChangeShapeType="1"/>
          </p:cNvSpPr>
          <p:nvPr/>
        </p:nvSpPr>
        <p:spPr bwMode="auto">
          <a:xfrm>
            <a:off x="88392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71" name="Line 22"/>
          <p:cNvSpPr>
            <a:spLocks noChangeShapeType="1"/>
          </p:cNvSpPr>
          <p:nvPr/>
        </p:nvSpPr>
        <p:spPr bwMode="auto">
          <a:xfrm flipV="1">
            <a:off x="6705600" y="83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27672" name="Object 23"/>
          <p:cNvGraphicFramePr>
            <a:graphicFrameLocks noChangeAspect="1"/>
          </p:cNvGraphicFramePr>
          <p:nvPr/>
        </p:nvGraphicFramePr>
        <p:xfrm>
          <a:off x="4800601" y="3016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7672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3016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3" name="Object 24"/>
          <p:cNvGraphicFramePr>
            <a:graphicFrameLocks noChangeAspect="1"/>
          </p:cNvGraphicFramePr>
          <p:nvPr/>
        </p:nvGraphicFramePr>
        <p:xfrm>
          <a:off x="5410201" y="3016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7673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3016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4" name="Object 25"/>
          <p:cNvGraphicFramePr>
            <a:graphicFrameLocks noChangeAspect="1"/>
          </p:cNvGraphicFramePr>
          <p:nvPr/>
        </p:nvGraphicFramePr>
        <p:xfrm>
          <a:off x="7747001" y="3079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27674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3079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5" name="Object 26"/>
          <p:cNvGraphicFramePr>
            <a:graphicFrameLocks noChangeAspect="1"/>
          </p:cNvGraphicFramePr>
          <p:nvPr/>
        </p:nvGraphicFramePr>
        <p:xfrm>
          <a:off x="8356601" y="3079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90" imgH="368140" progId="Equation.3">
                  <p:embed/>
                </p:oleObj>
              </mc:Choice>
              <mc:Fallback>
                <p:oleObj name="Equation" r:id="rId5" imgW="253890" imgH="368140" progId="Equation.3">
                  <p:embed/>
                  <p:pic>
                    <p:nvPicPr>
                      <p:cNvPr id="2767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1" y="3079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6" name="Object 27"/>
          <p:cNvGraphicFramePr>
            <a:graphicFrameLocks noChangeAspect="1"/>
          </p:cNvGraphicFramePr>
          <p:nvPr/>
        </p:nvGraphicFramePr>
        <p:xfrm>
          <a:off x="6629401" y="3778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27676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1" y="3778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7" name="Object 28"/>
          <p:cNvGraphicFramePr>
            <a:graphicFrameLocks noChangeAspect="1"/>
          </p:cNvGraphicFramePr>
          <p:nvPr/>
        </p:nvGraphicFramePr>
        <p:xfrm>
          <a:off x="6019801" y="3778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27677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3778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8" name="Text Box 29"/>
          <p:cNvSpPr txBox="1">
            <a:spLocks noChangeArrowheads="1"/>
          </p:cNvSpPr>
          <p:nvPr/>
        </p:nvSpPr>
        <p:spPr bwMode="auto">
          <a:xfrm>
            <a:off x="1905000" y="225425"/>
            <a:ext cx="14176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1</a:t>
            </a:r>
          </a:p>
        </p:txBody>
      </p:sp>
      <p:graphicFrame>
        <p:nvGraphicFramePr>
          <p:cNvPr id="27679" name="Object 30"/>
          <p:cNvGraphicFramePr>
            <a:graphicFrameLocks noChangeAspect="1"/>
          </p:cNvGraphicFramePr>
          <p:nvPr/>
        </p:nvGraphicFramePr>
        <p:xfrm>
          <a:off x="6477001" y="12192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307" imgH="533169" progId="Equation.3">
                  <p:embed/>
                </p:oleObj>
              </mc:Choice>
              <mc:Fallback>
                <p:oleObj name="Equation" r:id="rId9" imgW="444307" imgH="533169" progId="Equation.3">
                  <p:embed/>
                  <p:pic>
                    <p:nvPicPr>
                      <p:cNvPr id="27679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1" y="12192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80" name="Object 31"/>
          <p:cNvGraphicFramePr>
            <a:graphicFrameLocks noChangeAspect="1"/>
          </p:cNvGraphicFramePr>
          <p:nvPr/>
        </p:nvGraphicFramePr>
        <p:xfrm>
          <a:off x="7239001" y="3778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2768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3778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1" name="Line 32"/>
          <p:cNvSpPr>
            <a:spLocks noChangeShapeType="1"/>
          </p:cNvSpPr>
          <p:nvPr/>
        </p:nvSpPr>
        <p:spPr bwMode="auto">
          <a:xfrm>
            <a:off x="4114800" y="23590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82" name="Line 33"/>
          <p:cNvSpPr>
            <a:spLocks noChangeShapeType="1"/>
          </p:cNvSpPr>
          <p:nvPr/>
        </p:nvSpPr>
        <p:spPr bwMode="auto">
          <a:xfrm>
            <a:off x="4114800" y="30448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83" name="Line 34"/>
          <p:cNvSpPr>
            <a:spLocks noChangeShapeType="1"/>
          </p:cNvSpPr>
          <p:nvPr/>
        </p:nvSpPr>
        <p:spPr bwMode="auto">
          <a:xfrm>
            <a:off x="45720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84" name="Line 35"/>
          <p:cNvSpPr>
            <a:spLocks noChangeShapeType="1"/>
          </p:cNvSpPr>
          <p:nvPr/>
        </p:nvSpPr>
        <p:spPr bwMode="auto">
          <a:xfrm>
            <a:off x="51816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85" name="Line 36"/>
          <p:cNvSpPr>
            <a:spLocks noChangeShapeType="1"/>
          </p:cNvSpPr>
          <p:nvPr/>
        </p:nvSpPr>
        <p:spPr bwMode="auto">
          <a:xfrm>
            <a:off x="57912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86" name="Line 37"/>
          <p:cNvSpPr>
            <a:spLocks noChangeShapeType="1"/>
          </p:cNvSpPr>
          <p:nvPr/>
        </p:nvSpPr>
        <p:spPr bwMode="auto">
          <a:xfrm>
            <a:off x="64008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87" name="Line 38"/>
          <p:cNvSpPr>
            <a:spLocks noChangeShapeType="1"/>
          </p:cNvSpPr>
          <p:nvPr/>
        </p:nvSpPr>
        <p:spPr bwMode="auto">
          <a:xfrm>
            <a:off x="70104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88" name="Line 39"/>
          <p:cNvSpPr>
            <a:spLocks noChangeShapeType="1"/>
          </p:cNvSpPr>
          <p:nvPr/>
        </p:nvSpPr>
        <p:spPr bwMode="auto">
          <a:xfrm>
            <a:off x="76200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89" name="Line 40"/>
          <p:cNvSpPr>
            <a:spLocks noChangeShapeType="1"/>
          </p:cNvSpPr>
          <p:nvPr/>
        </p:nvSpPr>
        <p:spPr bwMode="auto">
          <a:xfrm>
            <a:off x="82296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90" name="Line 41"/>
          <p:cNvSpPr>
            <a:spLocks noChangeShapeType="1"/>
          </p:cNvSpPr>
          <p:nvPr/>
        </p:nvSpPr>
        <p:spPr bwMode="auto">
          <a:xfrm>
            <a:off x="88392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7691" name="Line 42"/>
          <p:cNvSpPr>
            <a:spLocks noChangeShapeType="1"/>
          </p:cNvSpPr>
          <p:nvPr/>
        </p:nvSpPr>
        <p:spPr bwMode="auto">
          <a:xfrm flipV="1">
            <a:off x="7315200" y="3048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27692" name="Object 43"/>
          <p:cNvGraphicFramePr>
            <a:graphicFrameLocks noChangeAspect="1"/>
          </p:cNvGraphicFramePr>
          <p:nvPr/>
        </p:nvGraphicFramePr>
        <p:xfrm>
          <a:off x="4800601" y="25114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90" imgH="368140" progId="Equation.3">
                  <p:embed/>
                </p:oleObj>
              </mc:Choice>
              <mc:Fallback>
                <p:oleObj name="Equation" r:id="rId12" imgW="253890" imgH="368140" progId="Equation.3">
                  <p:embed/>
                  <p:pic>
                    <p:nvPicPr>
                      <p:cNvPr id="27692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25114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3" name="Object 44"/>
          <p:cNvGraphicFramePr>
            <a:graphicFrameLocks noChangeAspect="1"/>
          </p:cNvGraphicFramePr>
          <p:nvPr/>
        </p:nvGraphicFramePr>
        <p:xfrm>
          <a:off x="5410201" y="25114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68140" progId="Equation.3">
                  <p:embed/>
                </p:oleObj>
              </mc:Choice>
              <mc:Fallback>
                <p:oleObj name="Equation" r:id="rId13" imgW="253890" imgH="368140" progId="Equation.3">
                  <p:embed/>
                  <p:pic>
                    <p:nvPicPr>
                      <p:cNvPr id="27693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25114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4" name="Object 45"/>
          <p:cNvGraphicFramePr>
            <a:graphicFrameLocks noChangeAspect="1"/>
          </p:cNvGraphicFramePr>
          <p:nvPr/>
        </p:nvGraphicFramePr>
        <p:xfrm>
          <a:off x="7747001" y="25177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27694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25177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5" name="Object 46"/>
          <p:cNvGraphicFramePr>
            <a:graphicFrameLocks noChangeAspect="1"/>
          </p:cNvGraphicFramePr>
          <p:nvPr/>
        </p:nvGraphicFramePr>
        <p:xfrm>
          <a:off x="8356601" y="25177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3890" imgH="368140" progId="Equation.3">
                  <p:embed/>
                </p:oleObj>
              </mc:Choice>
              <mc:Fallback>
                <p:oleObj name="Equation" r:id="rId15" imgW="253890" imgH="368140" progId="Equation.3">
                  <p:embed/>
                  <p:pic>
                    <p:nvPicPr>
                      <p:cNvPr id="27695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1" y="25177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6" name="Object 47"/>
          <p:cNvGraphicFramePr>
            <a:graphicFrameLocks noChangeAspect="1"/>
          </p:cNvGraphicFramePr>
          <p:nvPr/>
        </p:nvGraphicFramePr>
        <p:xfrm>
          <a:off x="6629401" y="25876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27696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1" y="25876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7" name="Object 48"/>
          <p:cNvGraphicFramePr>
            <a:graphicFrameLocks noChangeAspect="1"/>
          </p:cNvGraphicFramePr>
          <p:nvPr/>
        </p:nvGraphicFramePr>
        <p:xfrm>
          <a:off x="6019801" y="25876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27697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25876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98" name="Text Box 49"/>
          <p:cNvSpPr txBox="1">
            <a:spLocks noChangeArrowheads="1"/>
          </p:cNvSpPr>
          <p:nvPr/>
        </p:nvSpPr>
        <p:spPr bwMode="auto">
          <a:xfrm>
            <a:off x="1905001" y="2435225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2</a:t>
            </a:r>
          </a:p>
        </p:txBody>
      </p:sp>
      <p:graphicFrame>
        <p:nvGraphicFramePr>
          <p:cNvPr id="27699" name="Object 50"/>
          <p:cNvGraphicFramePr>
            <a:graphicFrameLocks noChangeAspect="1"/>
          </p:cNvGraphicFramePr>
          <p:nvPr/>
        </p:nvGraphicFramePr>
        <p:xfrm>
          <a:off x="7086601" y="34290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44307" imgH="533169" progId="Equation.3">
                  <p:embed/>
                </p:oleObj>
              </mc:Choice>
              <mc:Fallback>
                <p:oleObj name="Equation" r:id="rId18" imgW="444307" imgH="533169" progId="Equation.3">
                  <p:embed/>
                  <p:pic>
                    <p:nvPicPr>
                      <p:cNvPr id="27699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1" y="34290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00" name="Object 51"/>
          <p:cNvGraphicFramePr>
            <a:graphicFrameLocks noChangeAspect="1"/>
          </p:cNvGraphicFramePr>
          <p:nvPr/>
        </p:nvGraphicFramePr>
        <p:xfrm>
          <a:off x="7239001" y="25876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2770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25876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3820D42B-8D17-5716-3523-01815A787BF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51919" y="4179092"/>
            <a:ext cx="5905499" cy="202723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5" name="Line 12"/>
          <p:cNvSpPr>
            <a:spLocks noChangeShapeType="1"/>
          </p:cNvSpPr>
          <p:nvPr/>
        </p:nvSpPr>
        <p:spPr bwMode="auto">
          <a:xfrm>
            <a:off x="4114800" y="1492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686" name="Line 13"/>
          <p:cNvSpPr>
            <a:spLocks noChangeShapeType="1"/>
          </p:cNvSpPr>
          <p:nvPr/>
        </p:nvSpPr>
        <p:spPr bwMode="auto">
          <a:xfrm>
            <a:off x="4114800" y="8350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687" name="Line 14"/>
          <p:cNvSpPr>
            <a:spLocks noChangeShapeType="1"/>
          </p:cNvSpPr>
          <p:nvPr/>
        </p:nvSpPr>
        <p:spPr bwMode="auto">
          <a:xfrm>
            <a:off x="45720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688" name="Line 15"/>
          <p:cNvSpPr>
            <a:spLocks noChangeShapeType="1"/>
          </p:cNvSpPr>
          <p:nvPr/>
        </p:nvSpPr>
        <p:spPr bwMode="auto">
          <a:xfrm>
            <a:off x="51816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689" name="Line 16"/>
          <p:cNvSpPr>
            <a:spLocks noChangeShapeType="1"/>
          </p:cNvSpPr>
          <p:nvPr/>
        </p:nvSpPr>
        <p:spPr bwMode="auto">
          <a:xfrm>
            <a:off x="57912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690" name="Line 17"/>
          <p:cNvSpPr>
            <a:spLocks noChangeShapeType="1"/>
          </p:cNvSpPr>
          <p:nvPr/>
        </p:nvSpPr>
        <p:spPr bwMode="auto">
          <a:xfrm>
            <a:off x="64008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691" name="Line 18"/>
          <p:cNvSpPr>
            <a:spLocks noChangeShapeType="1"/>
          </p:cNvSpPr>
          <p:nvPr/>
        </p:nvSpPr>
        <p:spPr bwMode="auto">
          <a:xfrm>
            <a:off x="70104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692" name="Line 19"/>
          <p:cNvSpPr>
            <a:spLocks noChangeShapeType="1"/>
          </p:cNvSpPr>
          <p:nvPr/>
        </p:nvSpPr>
        <p:spPr bwMode="auto">
          <a:xfrm>
            <a:off x="76200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693" name="Line 20"/>
          <p:cNvSpPr>
            <a:spLocks noChangeShapeType="1"/>
          </p:cNvSpPr>
          <p:nvPr/>
        </p:nvSpPr>
        <p:spPr bwMode="auto">
          <a:xfrm>
            <a:off x="82296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694" name="Line 21"/>
          <p:cNvSpPr>
            <a:spLocks noChangeShapeType="1"/>
          </p:cNvSpPr>
          <p:nvPr/>
        </p:nvSpPr>
        <p:spPr bwMode="auto">
          <a:xfrm>
            <a:off x="88392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695" name="Line 22"/>
          <p:cNvSpPr>
            <a:spLocks noChangeShapeType="1"/>
          </p:cNvSpPr>
          <p:nvPr/>
        </p:nvSpPr>
        <p:spPr bwMode="auto">
          <a:xfrm flipV="1">
            <a:off x="7315200" y="83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28696" name="Object 23"/>
          <p:cNvGraphicFramePr>
            <a:graphicFrameLocks noChangeAspect="1"/>
          </p:cNvGraphicFramePr>
          <p:nvPr/>
        </p:nvGraphicFramePr>
        <p:xfrm>
          <a:off x="4800601" y="3016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8696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3016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7" name="Object 24"/>
          <p:cNvGraphicFramePr>
            <a:graphicFrameLocks noChangeAspect="1"/>
          </p:cNvGraphicFramePr>
          <p:nvPr/>
        </p:nvGraphicFramePr>
        <p:xfrm>
          <a:off x="5410201" y="3016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28697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3016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8" name="Object 25"/>
          <p:cNvGraphicFramePr>
            <a:graphicFrameLocks noChangeAspect="1"/>
          </p:cNvGraphicFramePr>
          <p:nvPr/>
        </p:nvGraphicFramePr>
        <p:xfrm>
          <a:off x="7747001" y="3079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28698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3079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9" name="Object 26"/>
          <p:cNvGraphicFramePr>
            <a:graphicFrameLocks noChangeAspect="1"/>
          </p:cNvGraphicFramePr>
          <p:nvPr/>
        </p:nvGraphicFramePr>
        <p:xfrm>
          <a:off x="8356601" y="3079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28699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1" y="3079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0" name="Object 27"/>
          <p:cNvGraphicFramePr>
            <a:graphicFrameLocks noChangeAspect="1"/>
          </p:cNvGraphicFramePr>
          <p:nvPr/>
        </p:nvGraphicFramePr>
        <p:xfrm>
          <a:off x="6629401" y="3778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2870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1" y="3778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1" name="Object 28"/>
          <p:cNvGraphicFramePr>
            <a:graphicFrameLocks noChangeAspect="1"/>
          </p:cNvGraphicFramePr>
          <p:nvPr/>
        </p:nvGraphicFramePr>
        <p:xfrm>
          <a:off x="6019801" y="3778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28701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3778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2" name="Text Box 29"/>
          <p:cNvSpPr txBox="1">
            <a:spLocks noChangeArrowheads="1"/>
          </p:cNvSpPr>
          <p:nvPr/>
        </p:nvSpPr>
        <p:spPr bwMode="auto">
          <a:xfrm>
            <a:off x="1905001" y="225425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2</a:t>
            </a:r>
          </a:p>
        </p:txBody>
      </p:sp>
      <p:graphicFrame>
        <p:nvGraphicFramePr>
          <p:cNvPr id="28703" name="Object 30"/>
          <p:cNvGraphicFramePr>
            <a:graphicFrameLocks noChangeAspect="1"/>
          </p:cNvGraphicFramePr>
          <p:nvPr/>
        </p:nvGraphicFramePr>
        <p:xfrm>
          <a:off x="7086601" y="12192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307" imgH="533169" progId="Equation.3">
                  <p:embed/>
                </p:oleObj>
              </mc:Choice>
              <mc:Fallback>
                <p:oleObj name="Equation" r:id="rId7" imgW="444307" imgH="533169" progId="Equation.3">
                  <p:embed/>
                  <p:pic>
                    <p:nvPicPr>
                      <p:cNvPr id="28703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1" y="12192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4" name="Object 31"/>
          <p:cNvGraphicFramePr>
            <a:graphicFrameLocks noChangeAspect="1"/>
          </p:cNvGraphicFramePr>
          <p:nvPr/>
        </p:nvGraphicFramePr>
        <p:xfrm>
          <a:off x="7239001" y="3778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6584" imgH="279279" progId="Equation.3">
                  <p:embed/>
                </p:oleObj>
              </mc:Choice>
              <mc:Fallback>
                <p:oleObj name="Equation" r:id="rId9" imgW="266584" imgH="279279" progId="Equation.3">
                  <p:embed/>
                  <p:pic>
                    <p:nvPicPr>
                      <p:cNvPr id="28704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3778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5" name="Line 32"/>
          <p:cNvSpPr>
            <a:spLocks noChangeShapeType="1"/>
          </p:cNvSpPr>
          <p:nvPr/>
        </p:nvSpPr>
        <p:spPr bwMode="auto">
          <a:xfrm>
            <a:off x="4114800" y="23590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706" name="Line 33"/>
          <p:cNvSpPr>
            <a:spLocks noChangeShapeType="1"/>
          </p:cNvSpPr>
          <p:nvPr/>
        </p:nvSpPr>
        <p:spPr bwMode="auto">
          <a:xfrm>
            <a:off x="4114800" y="30448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707" name="Line 34"/>
          <p:cNvSpPr>
            <a:spLocks noChangeShapeType="1"/>
          </p:cNvSpPr>
          <p:nvPr/>
        </p:nvSpPr>
        <p:spPr bwMode="auto">
          <a:xfrm>
            <a:off x="45720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708" name="Line 35"/>
          <p:cNvSpPr>
            <a:spLocks noChangeShapeType="1"/>
          </p:cNvSpPr>
          <p:nvPr/>
        </p:nvSpPr>
        <p:spPr bwMode="auto">
          <a:xfrm>
            <a:off x="51816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709" name="Line 36"/>
          <p:cNvSpPr>
            <a:spLocks noChangeShapeType="1"/>
          </p:cNvSpPr>
          <p:nvPr/>
        </p:nvSpPr>
        <p:spPr bwMode="auto">
          <a:xfrm>
            <a:off x="57912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710" name="Line 37"/>
          <p:cNvSpPr>
            <a:spLocks noChangeShapeType="1"/>
          </p:cNvSpPr>
          <p:nvPr/>
        </p:nvSpPr>
        <p:spPr bwMode="auto">
          <a:xfrm>
            <a:off x="64008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711" name="Line 38"/>
          <p:cNvSpPr>
            <a:spLocks noChangeShapeType="1"/>
          </p:cNvSpPr>
          <p:nvPr/>
        </p:nvSpPr>
        <p:spPr bwMode="auto">
          <a:xfrm>
            <a:off x="70104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712" name="Line 39"/>
          <p:cNvSpPr>
            <a:spLocks noChangeShapeType="1"/>
          </p:cNvSpPr>
          <p:nvPr/>
        </p:nvSpPr>
        <p:spPr bwMode="auto">
          <a:xfrm>
            <a:off x="76200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713" name="Line 40"/>
          <p:cNvSpPr>
            <a:spLocks noChangeShapeType="1"/>
          </p:cNvSpPr>
          <p:nvPr/>
        </p:nvSpPr>
        <p:spPr bwMode="auto">
          <a:xfrm>
            <a:off x="82296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714" name="Line 41"/>
          <p:cNvSpPr>
            <a:spLocks noChangeShapeType="1"/>
          </p:cNvSpPr>
          <p:nvPr/>
        </p:nvSpPr>
        <p:spPr bwMode="auto">
          <a:xfrm>
            <a:off x="88392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8715" name="Line 42"/>
          <p:cNvSpPr>
            <a:spLocks noChangeShapeType="1"/>
          </p:cNvSpPr>
          <p:nvPr/>
        </p:nvSpPr>
        <p:spPr bwMode="auto">
          <a:xfrm flipV="1">
            <a:off x="7924800" y="3048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28716" name="Object 43"/>
          <p:cNvGraphicFramePr>
            <a:graphicFrameLocks noChangeAspect="1"/>
          </p:cNvGraphicFramePr>
          <p:nvPr/>
        </p:nvGraphicFramePr>
        <p:xfrm>
          <a:off x="4800601" y="25114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890" imgH="368140" progId="Equation.3">
                  <p:embed/>
                </p:oleObj>
              </mc:Choice>
              <mc:Fallback>
                <p:oleObj name="Equation" r:id="rId10" imgW="253890" imgH="368140" progId="Equation.3">
                  <p:embed/>
                  <p:pic>
                    <p:nvPicPr>
                      <p:cNvPr id="28716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25114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7" name="Object 44"/>
          <p:cNvGraphicFramePr>
            <a:graphicFrameLocks noChangeAspect="1"/>
          </p:cNvGraphicFramePr>
          <p:nvPr/>
        </p:nvGraphicFramePr>
        <p:xfrm>
          <a:off x="5410201" y="25114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890" imgH="368140" progId="Equation.3">
                  <p:embed/>
                </p:oleObj>
              </mc:Choice>
              <mc:Fallback>
                <p:oleObj name="Equation" r:id="rId10" imgW="253890" imgH="368140" progId="Equation.3">
                  <p:embed/>
                  <p:pic>
                    <p:nvPicPr>
                      <p:cNvPr id="28717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25114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8" name="Object 45"/>
          <p:cNvGraphicFramePr>
            <a:graphicFrameLocks noChangeAspect="1"/>
          </p:cNvGraphicFramePr>
          <p:nvPr/>
        </p:nvGraphicFramePr>
        <p:xfrm>
          <a:off x="7747001" y="25177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890" imgH="368140" progId="Equation.3">
                  <p:embed/>
                </p:oleObj>
              </mc:Choice>
              <mc:Fallback>
                <p:oleObj name="Equation" r:id="rId11" imgW="253890" imgH="368140" progId="Equation.3">
                  <p:embed/>
                  <p:pic>
                    <p:nvPicPr>
                      <p:cNvPr id="28718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25177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9" name="Object 46"/>
          <p:cNvGraphicFramePr>
            <a:graphicFrameLocks noChangeAspect="1"/>
          </p:cNvGraphicFramePr>
          <p:nvPr/>
        </p:nvGraphicFramePr>
        <p:xfrm>
          <a:off x="8356601" y="25177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90" imgH="368140" progId="Equation.3">
                  <p:embed/>
                </p:oleObj>
              </mc:Choice>
              <mc:Fallback>
                <p:oleObj name="Equation" r:id="rId12" imgW="253890" imgH="368140" progId="Equation.3">
                  <p:embed/>
                  <p:pic>
                    <p:nvPicPr>
                      <p:cNvPr id="28719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1" y="25177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0" name="Object 47"/>
          <p:cNvGraphicFramePr>
            <a:graphicFrameLocks noChangeAspect="1"/>
          </p:cNvGraphicFramePr>
          <p:nvPr/>
        </p:nvGraphicFramePr>
        <p:xfrm>
          <a:off x="6629401" y="25876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2872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1" y="25876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1" name="Object 48"/>
          <p:cNvGraphicFramePr>
            <a:graphicFrameLocks noChangeAspect="1"/>
          </p:cNvGraphicFramePr>
          <p:nvPr/>
        </p:nvGraphicFramePr>
        <p:xfrm>
          <a:off x="6019801" y="25876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28721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25876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22" name="Text Box 49"/>
          <p:cNvSpPr txBox="1">
            <a:spLocks noChangeArrowheads="1"/>
          </p:cNvSpPr>
          <p:nvPr/>
        </p:nvSpPr>
        <p:spPr bwMode="auto">
          <a:xfrm>
            <a:off x="1905001" y="2435225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3</a:t>
            </a:r>
          </a:p>
        </p:txBody>
      </p:sp>
      <p:graphicFrame>
        <p:nvGraphicFramePr>
          <p:cNvPr id="28723" name="Object 50"/>
          <p:cNvGraphicFramePr>
            <a:graphicFrameLocks noChangeAspect="1"/>
          </p:cNvGraphicFramePr>
          <p:nvPr/>
        </p:nvGraphicFramePr>
        <p:xfrm>
          <a:off x="7696201" y="34290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44307" imgH="533169" progId="Equation.3">
                  <p:embed/>
                </p:oleObj>
              </mc:Choice>
              <mc:Fallback>
                <p:oleObj name="Equation" r:id="rId14" imgW="444307" imgH="533169" progId="Equation.3">
                  <p:embed/>
                  <p:pic>
                    <p:nvPicPr>
                      <p:cNvPr id="28723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1" y="34290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4" name="Object 51"/>
          <p:cNvGraphicFramePr>
            <a:graphicFrameLocks noChangeAspect="1"/>
          </p:cNvGraphicFramePr>
          <p:nvPr/>
        </p:nvGraphicFramePr>
        <p:xfrm>
          <a:off x="7239001" y="25876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28724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25876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0BADAC49-9843-EFC4-CC94-2C8D01C01E6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03515" y="4198142"/>
            <a:ext cx="5905499" cy="202723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9" name="Line 12"/>
          <p:cNvSpPr>
            <a:spLocks noChangeShapeType="1"/>
          </p:cNvSpPr>
          <p:nvPr/>
        </p:nvSpPr>
        <p:spPr bwMode="auto">
          <a:xfrm>
            <a:off x="4114800" y="1492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10" name="Line 13"/>
          <p:cNvSpPr>
            <a:spLocks noChangeShapeType="1"/>
          </p:cNvSpPr>
          <p:nvPr/>
        </p:nvSpPr>
        <p:spPr bwMode="auto">
          <a:xfrm>
            <a:off x="4114800" y="8350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11" name="Line 14"/>
          <p:cNvSpPr>
            <a:spLocks noChangeShapeType="1"/>
          </p:cNvSpPr>
          <p:nvPr/>
        </p:nvSpPr>
        <p:spPr bwMode="auto">
          <a:xfrm>
            <a:off x="45720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12" name="Line 15"/>
          <p:cNvSpPr>
            <a:spLocks noChangeShapeType="1"/>
          </p:cNvSpPr>
          <p:nvPr/>
        </p:nvSpPr>
        <p:spPr bwMode="auto">
          <a:xfrm>
            <a:off x="51816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13" name="Line 16"/>
          <p:cNvSpPr>
            <a:spLocks noChangeShapeType="1"/>
          </p:cNvSpPr>
          <p:nvPr/>
        </p:nvSpPr>
        <p:spPr bwMode="auto">
          <a:xfrm>
            <a:off x="57912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14" name="Line 17"/>
          <p:cNvSpPr>
            <a:spLocks noChangeShapeType="1"/>
          </p:cNvSpPr>
          <p:nvPr/>
        </p:nvSpPr>
        <p:spPr bwMode="auto">
          <a:xfrm>
            <a:off x="64008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15" name="Line 18"/>
          <p:cNvSpPr>
            <a:spLocks noChangeShapeType="1"/>
          </p:cNvSpPr>
          <p:nvPr/>
        </p:nvSpPr>
        <p:spPr bwMode="auto">
          <a:xfrm>
            <a:off x="70104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16" name="Line 19"/>
          <p:cNvSpPr>
            <a:spLocks noChangeShapeType="1"/>
          </p:cNvSpPr>
          <p:nvPr/>
        </p:nvSpPr>
        <p:spPr bwMode="auto">
          <a:xfrm>
            <a:off x="76200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17" name="Line 20"/>
          <p:cNvSpPr>
            <a:spLocks noChangeShapeType="1"/>
          </p:cNvSpPr>
          <p:nvPr/>
        </p:nvSpPr>
        <p:spPr bwMode="auto">
          <a:xfrm>
            <a:off x="82296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18" name="Line 21"/>
          <p:cNvSpPr>
            <a:spLocks noChangeShapeType="1"/>
          </p:cNvSpPr>
          <p:nvPr/>
        </p:nvSpPr>
        <p:spPr bwMode="auto">
          <a:xfrm>
            <a:off x="88392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19" name="Line 22"/>
          <p:cNvSpPr>
            <a:spLocks noChangeShapeType="1"/>
          </p:cNvSpPr>
          <p:nvPr/>
        </p:nvSpPr>
        <p:spPr bwMode="auto">
          <a:xfrm flipV="1">
            <a:off x="7848600" y="83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29720" name="Object 23"/>
          <p:cNvGraphicFramePr>
            <a:graphicFrameLocks noChangeAspect="1"/>
          </p:cNvGraphicFramePr>
          <p:nvPr/>
        </p:nvGraphicFramePr>
        <p:xfrm>
          <a:off x="4800601" y="3016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972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3016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1" name="Object 24"/>
          <p:cNvGraphicFramePr>
            <a:graphicFrameLocks noChangeAspect="1"/>
          </p:cNvGraphicFramePr>
          <p:nvPr/>
        </p:nvGraphicFramePr>
        <p:xfrm>
          <a:off x="5410201" y="3016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2972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3016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2" name="Object 25"/>
          <p:cNvGraphicFramePr>
            <a:graphicFrameLocks noChangeAspect="1"/>
          </p:cNvGraphicFramePr>
          <p:nvPr/>
        </p:nvGraphicFramePr>
        <p:xfrm>
          <a:off x="7747001" y="3079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29722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3079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3" name="Object 26"/>
          <p:cNvGraphicFramePr>
            <a:graphicFrameLocks noChangeAspect="1"/>
          </p:cNvGraphicFramePr>
          <p:nvPr/>
        </p:nvGraphicFramePr>
        <p:xfrm>
          <a:off x="8356601" y="3079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90" imgH="368140" progId="Equation.3">
                  <p:embed/>
                </p:oleObj>
              </mc:Choice>
              <mc:Fallback>
                <p:oleObj name="Equation" r:id="rId5" imgW="253890" imgH="368140" progId="Equation.3">
                  <p:embed/>
                  <p:pic>
                    <p:nvPicPr>
                      <p:cNvPr id="29723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1" y="3079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4" name="Object 27"/>
          <p:cNvGraphicFramePr>
            <a:graphicFrameLocks noChangeAspect="1"/>
          </p:cNvGraphicFramePr>
          <p:nvPr/>
        </p:nvGraphicFramePr>
        <p:xfrm>
          <a:off x="6629401" y="3778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29724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1" y="3778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5" name="Object 28"/>
          <p:cNvGraphicFramePr>
            <a:graphicFrameLocks noChangeAspect="1"/>
          </p:cNvGraphicFramePr>
          <p:nvPr/>
        </p:nvGraphicFramePr>
        <p:xfrm>
          <a:off x="6019801" y="3778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29725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3778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6" name="Text Box 29"/>
          <p:cNvSpPr txBox="1">
            <a:spLocks noChangeArrowheads="1"/>
          </p:cNvSpPr>
          <p:nvPr/>
        </p:nvSpPr>
        <p:spPr bwMode="auto">
          <a:xfrm>
            <a:off x="1905001" y="225425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3</a:t>
            </a:r>
          </a:p>
        </p:txBody>
      </p:sp>
      <p:graphicFrame>
        <p:nvGraphicFramePr>
          <p:cNvPr id="29727" name="Object 30"/>
          <p:cNvGraphicFramePr>
            <a:graphicFrameLocks noChangeAspect="1"/>
          </p:cNvGraphicFramePr>
          <p:nvPr/>
        </p:nvGraphicFramePr>
        <p:xfrm>
          <a:off x="7696201" y="12192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33169" progId="Equation.3">
                  <p:embed/>
                </p:oleObj>
              </mc:Choice>
              <mc:Fallback>
                <p:oleObj name="Equation" r:id="rId8" imgW="444307" imgH="533169" progId="Equation.3">
                  <p:embed/>
                  <p:pic>
                    <p:nvPicPr>
                      <p:cNvPr id="29727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1" y="12192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8" name="Object 31"/>
          <p:cNvGraphicFramePr>
            <a:graphicFrameLocks noChangeAspect="1"/>
          </p:cNvGraphicFramePr>
          <p:nvPr/>
        </p:nvGraphicFramePr>
        <p:xfrm>
          <a:off x="7239001" y="3778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29728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3778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9" name="Line 32"/>
          <p:cNvSpPr>
            <a:spLocks noChangeShapeType="1"/>
          </p:cNvSpPr>
          <p:nvPr/>
        </p:nvSpPr>
        <p:spPr bwMode="auto">
          <a:xfrm>
            <a:off x="4114800" y="23590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30" name="Line 33"/>
          <p:cNvSpPr>
            <a:spLocks noChangeShapeType="1"/>
          </p:cNvSpPr>
          <p:nvPr/>
        </p:nvSpPr>
        <p:spPr bwMode="auto">
          <a:xfrm>
            <a:off x="4114800" y="30448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31" name="Line 34"/>
          <p:cNvSpPr>
            <a:spLocks noChangeShapeType="1"/>
          </p:cNvSpPr>
          <p:nvPr/>
        </p:nvSpPr>
        <p:spPr bwMode="auto">
          <a:xfrm>
            <a:off x="45720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32" name="Line 35"/>
          <p:cNvSpPr>
            <a:spLocks noChangeShapeType="1"/>
          </p:cNvSpPr>
          <p:nvPr/>
        </p:nvSpPr>
        <p:spPr bwMode="auto">
          <a:xfrm>
            <a:off x="51816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33" name="Line 36"/>
          <p:cNvSpPr>
            <a:spLocks noChangeShapeType="1"/>
          </p:cNvSpPr>
          <p:nvPr/>
        </p:nvSpPr>
        <p:spPr bwMode="auto">
          <a:xfrm>
            <a:off x="57912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34" name="Line 37"/>
          <p:cNvSpPr>
            <a:spLocks noChangeShapeType="1"/>
          </p:cNvSpPr>
          <p:nvPr/>
        </p:nvSpPr>
        <p:spPr bwMode="auto">
          <a:xfrm>
            <a:off x="64008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35" name="Line 38"/>
          <p:cNvSpPr>
            <a:spLocks noChangeShapeType="1"/>
          </p:cNvSpPr>
          <p:nvPr/>
        </p:nvSpPr>
        <p:spPr bwMode="auto">
          <a:xfrm>
            <a:off x="70104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36" name="Line 39"/>
          <p:cNvSpPr>
            <a:spLocks noChangeShapeType="1"/>
          </p:cNvSpPr>
          <p:nvPr/>
        </p:nvSpPr>
        <p:spPr bwMode="auto">
          <a:xfrm>
            <a:off x="76200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37" name="Line 40"/>
          <p:cNvSpPr>
            <a:spLocks noChangeShapeType="1"/>
          </p:cNvSpPr>
          <p:nvPr/>
        </p:nvSpPr>
        <p:spPr bwMode="auto">
          <a:xfrm>
            <a:off x="82296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38" name="Line 41"/>
          <p:cNvSpPr>
            <a:spLocks noChangeShapeType="1"/>
          </p:cNvSpPr>
          <p:nvPr/>
        </p:nvSpPr>
        <p:spPr bwMode="auto">
          <a:xfrm>
            <a:off x="88392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29739" name="Line 42"/>
          <p:cNvSpPr>
            <a:spLocks noChangeShapeType="1"/>
          </p:cNvSpPr>
          <p:nvPr/>
        </p:nvSpPr>
        <p:spPr bwMode="auto">
          <a:xfrm flipV="1">
            <a:off x="7315200" y="3048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29740" name="Object 43"/>
          <p:cNvGraphicFramePr>
            <a:graphicFrameLocks noChangeAspect="1"/>
          </p:cNvGraphicFramePr>
          <p:nvPr/>
        </p:nvGraphicFramePr>
        <p:xfrm>
          <a:off x="4800601" y="25114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890" imgH="368140" progId="Equation.3">
                  <p:embed/>
                </p:oleObj>
              </mc:Choice>
              <mc:Fallback>
                <p:oleObj name="Equation" r:id="rId11" imgW="253890" imgH="368140" progId="Equation.3">
                  <p:embed/>
                  <p:pic>
                    <p:nvPicPr>
                      <p:cNvPr id="2974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25114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1" name="Object 44"/>
          <p:cNvGraphicFramePr>
            <a:graphicFrameLocks noChangeAspect="1"/>
          </p:cNvGraphicFramePr>
          <p:nvPr/>
        </p:nvGraphicFramePr>
        <p:xfrm>
          <a:off x="5410201" y="25114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90" imgH="368140" progId="Equation.3">
                  <p:embed/>
                </p:oleObj>
              </mc:Choice>
              <mc:Fallback>
                <p:oleObj name="Equation" r:id="rId12" imgW="253890" imgH="368140" progId="Equation.3">
                  <p:embed/>
                  <p:pic>
                    <p:nvPicPr>
                      <p:cNvPr id="29741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25114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2" name="Object 45"/>
          <p:cNvGraphicFramePr>
            <a:graphicFrameLocks noChangeAspect="1"/>
          </p:cNvGraphicFramePr>
          <p:nvPr/>
        </p:nvGraphicFramePr>
        <p:xfrm>
          <a:off x="7747001" y="25177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68140" progId="Equation.3">
                  <p:embed/>
                </p:oleObj>
              </mc:Choice>
              <mc:Fallback>
                <p:oleObj name="Equation" r:id="rId13" imgW="253890" imgH="368140" progId="Equation.3">
                  <p:embed/>
                  <p:pic>
                    <p:nvPicPr>
                      <p:cNvPr id="29742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25177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3" name="Object 46"/>
          <p:cNvGraphicFramePr>
            <a:graphicFrameLocks noChangeAspect="1"/>
          </p:cNvGraphicFramePr>
          <p:nvPr/>
        </p:nvGraphicFramePr>
        <p:xfrm>
          <a:off x="8356601" y="25177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68140" progId="Equation.3">
                  <p:embed/>
                </p:oleObj>
              </mc:Choice>
              <mc:Fallback>
                <p:oleObj name="Equation" r:id="rId13" imgW="253890" imgH="368140" progId="Equation.3">
                  <p:embed/>
                  <p:pic>
                    <p:nvPicPr>
                      <p:cNvPr id="29743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1" y="25177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4" name="Object 47"/>
          <p:cNvGraphicFramePr>
            <a:graphicFrameLocks noChangeAspect="1"/>
          </p:cNvGraphicFramePr>
          <p:nvPr/>
        </p:nvGraphicFramePr>
        <p:xfrm>
          <a:off x="6629401" y="25876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29744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1" y="25876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5" name="Object 48"/>
          <p:cNvGraphicFramePr>
            <a:graphicFrameLocks noChangeAspect="1"/>
          </p:cNvGraphicFramePr>
          <p:nvPr/>
        </p:nvGraphicFramePr>
        <p:xfrm>
          <a:off x="6019801" y="25876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29745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25876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46" name="Text Box 49"/>
          <p:cNvSpPr txBox="1">
            <a:spLocks noChangeArrowheads="1"/>
          </p:cNvSpPr>
          <p:nvPr/>
        </p:nvSpPr>
        <p:spPr bwMode="auto">
          <a:xfrm>
            <a:off x="1905001" y="2435225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4</a:t>
            </a:r>
          </a:p>
        </p:txBody>
      </p:sp>
      <p:graphicFrame>
        <p:nvGraphicFramePr>
          <p:cNvPr id="29747" name="Object 50"/>
          <p:cNvGraphicFramePr>
            <a:graphicFrameLocks noChangeAspect="1"/>
          </p:cNvGraphicFramePr>
          <p:nvPr/>
        </p:nvGraphicFramePr>
        <p:xfrm>
          <a:off x="7116763" y="3509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80835" imgH="520474" progId="Equation.3">
                  <p:embed/>
                </p:oleObj>
              </mc:Choice>
              <mc:Fallback>
                <p:oleObj name="Equation" r:id="rId16" imgW="380835" imgH="520474" progId="Equation.3">
                  <p:embed/>
                  <p:pic>
                    <p:nvPicPr>
                      <p:cNvPr id="29747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6763" y="35099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8" name="Object 51"/>
          <p:cNvGraphicFramePr>
            <a:graphicFrameLocks noChangeAspect="1"/>
          </p:cNvGraphicFramePr>
          <p:nvPr/>
        </p:nvGraphicFramePr>
        <p:xfrm>
          <a:off x="7239001" y="25876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29748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25876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49" name="Text Box 52"/>
          <p:cNvSpPr txBox="1">
            <a:spLocks noChangeArrowheads="1"/>
          </p:cNvSpPr>
          <p:nvPr/>
        </p:nvSpPr>
        <p:spPr bwMode="auto">
          <a:xfrm>
            <a:off x="7604126" y="4343400"/>
            <a:ext cx="3063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HALT &amp; accept</a:t>
            </a:r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DD97EDCD-DC7F-8BA6-B8DA-D47866D5AC5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35125" y="4343400"/>
            <a:ext cx="5905499" cy="202723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1812926" y="101600"/>
            <a:ext cx="36814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Rejection Example</a:t>
            </a:r>
          </a:p>
        </p:txBody>
      </p:sp>
      <p:sp>
        <p:nvSpPr>
          <p:cNvPr id="30734" name="Line 13"/>
          <p:cNvSpPr>
            <a:spLocks noChangeShapeType="1"/>
          </p:cNvSpPr>
          <p:nvPr/>
        </p:nvSpPr>
        <p:spPr bwMode="auto">
          <a:xfrm>
            <a:off x="4038600" y="1447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0735" name="Line 14"/>
          <p:cNvSpPr>
            <a:spLocks noChangeShapeType="1"/>
          </p:cNvSpPr>
          <p:nvPr/>
        </p:nvSpPr>
        <p:spPr bwMode="auto">
          <a:xfrm>
            <a:off x="4038600" y="2133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0736" name="Line 15"/>
          <p:cNvSpPr>
            <a:spLocks noChangeShapeType="1"/>
          </p:cNvSpPr>
          <p:nvPr/>
        </p:nvSpPr>
        <p:spPr bwMode="auto">
          <a:xfrm>
            <a:off x="44958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0737" name="Line 16"/>
          <p:cNvSpPr>
            <a:spLocks noChangeShapeType="1"/>
          </p:cNvSpPr>
          <p:nvPr/>
        </p:nvSpPr>
        <p:spPr bwMode="auto">
          <a:xfrm>
            <a:off x="51054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0738" name="Line 17"/>
          <p:cNvSpPr>
            <a:spLocks noChangeShapeType="1"/>
          </p:cNvSpPr>
          <p:nvPr/>
        </p:nvSpPr>
        <p:spPr bwMode="auto">
          <a:xfrm>
            <a:off x="57150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0739" name="Line 18"/>
          <p:cNvSpPr>
            <a:spLocks noChangeShapeType="1"/>
          </p:cNvSpPr>
          <p:nvPr/>
        </p:nvSpPr>
        <p:spPr bwMode="auto">
          <a:xfrm>
            <a:off x="63246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0740" name="Line 19"/>
          <p:cNvSpPr>
            <a:spLocks noChangeShapeType="1"/>
          </p:cNvSpPr>
          <p:nvPr/>
        </p:nvSpPr>
        <p:spPr bwMode="auto">
          <a:xfrm>
            <a:off x="69342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0741" name="Line 20"/>
          <p:cNvSpPr>
            <a:spLocks noChangeShapeType="1"/>
          </p:cNvSpPr>
          <p:nvPr/>
        </p:nvSpPr>
        <p:spPr bwMode="auto">
          <a:xfrm>
            <a:off x="75438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0742" name="Line 21"/>
          <p:cNvSpPr>
            <a:spLocks noChangeShapeType="1"/>
          </p:cNvSpPr>
          <p:nvPr/>
        </p:nvSpPr>
        <p:spPr bwMode="auto">
          <a:xfrm>
            <a:off x="81534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0743" name="Line 22"/>
          <p:cNvSpPr>
            <a:spLocks noChangeShapeType="1"/>
          </p:cNvSpPr>
          <p:nvPr/>
        </p:nvSpPr>
        <p:spPr bwMode="auto">
          <a:xfrm>
            <a:off x="87630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0744" name="Line 23"/>
          <p:cNvSpPr>
            <a:spLocks noChangeShapeType="1"/>
          </p:cNvSpPr>
          <p:nvPr/>
        </p:nvSpPr>
        <p:spPr bwMode="auto">
          <a:xfrm flipV="1">
            <a:off x="6019800" y="213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30745" name="Object 24"/>
          <p:cNvGraphicFramePr>
            <a:graphicFrameLocks noChangeAspect="1"/>
          </p:cNvGraphicFramePr>
          <p:nvPr/>
        </p:nvGraphicFramePr>
        <p:xfrm>
          <a:off x="4724401" y="1600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074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1600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6" name="Object 25"/>
          <p:cNvGraphicFramePr>
            <a:graphicFrameLocks noChangeAspect="1"/>
          </p:cNvGraphicFramePr>
          <p:nvPr/>
        </p:nvGraphicFramePr>
        <p:xfrm>
          <a:off x="5334001" y="1600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074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1600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7" name="Object 26"/>
          <p:cNvGraphicFramePr>
            <a:graphicFrameLocks noChangeAspect="1"/>
          </p:cNvGraphicFramePr>
          <p:nvPr/>
        </p:nvGraphicFramePr>
        <p:xfrm>
          <a:off x="7670801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074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1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8" name="Object 27"/>
          <p:cNvGraphicFramePr>
            <a:graphicFrameLocks noChangeAspect="1"/>
          </p:cNvGraphicFramePr>
          <p:nvPr/>
        </p:nvGraphicFramePr>
        <p:xfrm>
          <a:off x="8280401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3074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0401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9" name="Object 28"/>
          <p:cNvGraphicFramePr>
            <a:graphicFrameLocks noChangeAspect="1"/>
          </p:cNvGraphicFramePr>
          <p:nvPr/>
        </p:nvGraphicFramePr>
        <p:xfrm>
          <a:off x="6559551" y="16208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90" imgH="393529" progId="Equation.3">
                  <p:embed/>
                </p:oleObj>
              </mc:Choice>
              <mc:Fallback>
                <p:oleObj name="Equation" r:id="rId5" imgW="253890" imgH="393529" progId="Equation.3">
                  <p:embed/>
                  <p:pic>
                    <p:nvPicPr>
                      <p:cNvPr id="3074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9551" y="1620838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0" name="Object 29"/>
          <p:cNvGraphicFramePr>
            <a:graphicFrameLocks noChangeAspect="1"/>
          </p:cNvGraphicFramePr>
          <p:nvPr/>
        </p:nvGraphicFramePr>
        <p:xfrm>
          <a:off x="5943601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584" imgH="279279" progId="Equation.3">
                  <p:embed/>
                </p:oleObj>
              </mc:Choice>
              <mc:Fallback>
                <p:oleObj name="Equation" r:id="rId7" imgW="266584" imgH="279279" progId="Equation.3">
                  <p:embed/>
                  <p:pic>
                    <p:nvPicPr>
                      <p:cNvPr id="3075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1" name="Text Box 30"/>
          <p:cNvSpPr txBox="1">
            <a:spLocks noChangeArrowheads="1"/>
          </p:cNvSpPr>
          <p:nvPr/>
        </p:nvSpPr>
        <p:spPr bwMode="auto">
          <a:xfrm>
            <a:off x="1828801" y="152400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0</a:t>
            </a:r>
          </a:p>
        </p:txBody>
      </p:sp>
      <p:graphicFrame>
        <p:nvGraphicFramePr>
          <p:cNvPr id="30752" name="Object 31"/>
          <p:cNvGraphicFramePr>
            <a:graphicFrameLocks noChangeAspect="1"/>
          </p:cNvGraphicFramePr>
          <p:nvPr/>
        </p:nvGraphicFramePr>
        <p:xfrm>
          <a:off x="5867401" y="25146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307" imgH="533169" progId="Equation.3">
                  <p:embed/>
                </p:oleObj>
              </mc:Choice>
              <mc:Fallback>
                <p:oleObj name="Equation" r:id="rId9" imgW="444307" imgH="533169" progId="Equation.3">
                  <p:embed/>
                  <p:pic>
                    <p:nvPicPr>
                      <p:cNvPr id="3075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1" y="25146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3" name="Object 32"/>
          <p:cNvGraphicFramePr>
            <a:graphicFrameLocks noChangeAspect="1"/>
          </p:cNvGraphicFramePr>
          <p:nvPr/>
        </p:nvGraphicFramePr>
        <p:xfrm>
          <a:off x="7162801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584" imgH="279279" progId="Equation.3">
                  <p:embed/>
                </p:oleObj>
              </mc:Choice>
              <mc:Fallback>
                <p:oleObj name="Equation" r:id="rId7" imgW="266584" imgH="279279" progId="Equation.3">
                  <p:embed/>
                  <p:pic>
                    <p:nvPicPr>
                      <p:cNvPr id="30753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1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71194CC0-859B-9F83-CC44-E0EE65E6610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1589" y="3740944"/>
            <a:ext cx="5905499" cy="202723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7" name="Line 12"/>
          <p:cNvSpPr>
            <a:spLocks noChangeShapeType="1"/>
          </p:cNvSpPr>
          <p:nvPr/>
        </p:nvSpPr>
        <p:spPr bwMode="auto">
          <a:xfrm>
            <a:off x="4114800" y="1492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58" name="Line 13"/>
          <p:cNvSpPr>
            <a:spLocks noChangeShapeType="1"/>
          </p:cNvSpPr>
          <p:nvPr/>
        </p:nvSpPr>
        <p:spPr bwMode="auto">
          <a:xfrm>
            <a:off x="4114800" y="8350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59" name="Line 14"/>
          <p:cNvSpPr>
            <a:spLocks noChangeShapeType="1"/>
          </p:cNvSpPr>
          <p:nvPr/>
        </p:nvSpPr>
        <p:spPr bwMode="auto">
          <a:xfrm>
            <a:off x="45720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60" name="Line 15"/>
          <p:cNvSpPr>
            <a:spLocks noChangeShapeType="1"/>
          </p:cNvSpPr>
          <p:nvPr/>
        </p:nvSpPr>
        <p:spPr bwMode="auto">
          <a:xfrm>
            <a:off x="51816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61" name="Line 16"/>
          <p:cNvSpPr>
            <a:spLocks noChangeShapeType="1"/>
          </p:cNvSpPr>
          <p:nvPr/>
        </p:nvSpPr>
        <p:spPr bwMode="auto">
          <a:xfrm>
            <a:off x="57912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62" name="Line 17"/>
          <p:cNvSpPr>
            <a:spLocks noChangeShapeType="1"/>
          </p:cNvSpPr>
          <p:nvPr/>
        </p:nvSpPr>
        <p:spPr bwMode="auto">
          <a:xfrm>
            <a:off x="64008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63" name="Line 18"/>
          <p:cNvSpPr>
            <a:spLocks noChangeShapeType="1"/>
          </p:cNvSpPr>
          <p:nvPr/>
        </p:nvSpPr>
        <p:spPr bwMode="auto">
          <a:xfrm>
            <a:off x="70104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64" name="Line 19"/>
          <p:cNvSpPr>
            <a:spLocks noChangeShapeType="1"/>
          </p:cNvSpPr>
          <p:nvPr/>
        </p:nvSpPr>
        <p:spPr bwMode="auto">
          <a:xfrm>
            <a:off x="76200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65" name="Line 20"/>
          <p:cNvSpPr>
            <a:spLocks noChangeShapeType="1"/>
          </p:cNvSpPr>
          <p:nvPr/>
        </p:nvSpPr>
        <p:spPr bwMode="auto">
          <a:xfrm>
            <a:off x="82296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66" name="Line 21"/>
          <p:cNvSpPr>
            <a:spLocks noChangeShapeType="1"/>
          </p:cNvSpPr>
          <p:nvPr/>
        </p:nvSpPr>
        <p:spPr bwMode="auto">
          <a:xfrm>
            <a:off x="88392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67" name="Line 22"/>
          <p:cNvSpPr>
            <a:spLocks noChangeShapeType="1"/>
          </p:cNvSpPr>
          <p:nvPr/>
        </p:nvSpPr>
        <p:spPr bwMode="auto">
          <a:xfrm flipV="1">
            <a:off x="6096000" y="835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31768" name="Object 23"/>
          <p:cNvGraphicFramePr>
            <a:graphicFrameLocks noChangeAspect="1"/>
          </p:cNvGraphicFramePr>
          <p:nvPr/>
        </p:nvGraphicFramePr>
        <p:xfrm>
          <a:off x="4800601" y="3016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1768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3016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9" name="Object 24"/>
          <p:cNvGraphicFramePr>
            <a:graphicFrameLocks noChangeAspect="1"/>
          </p:cNvGraphicFramePr>
          <p:nvPr/>
        </p:nvGraphicFramePr>
        <p:xfrm>
          <a:off x="5410201" y="3016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176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3016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0" name="Object 25"/>
          <p:cNvGraphicFramePr>
            <a:graphicFrameLocks noChangeAspect="1"/>
          </p:cNvGraphicFramePr>
          <p:nvPr/>
        </p:nvGraphicFramePr>
        <p:xfrm>
          <a:off x="7747001" y="3079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177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3079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1" name="Object 26"/>
          <p:cNvGraphicFramePr>
            <a:graphicFrameLocks noChangeAspect="1"/>
          </p:cNvGraphicFramePr>
          <p:nvPr/>
        </p:nvGraphicFramePr>
        <p:xfrm>
          <a:off x="8356601" y="3079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31771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1" y="3079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2" name="Object 27"/>
          <p:cNvGraphicFramePr>
            <a:graphicFrameLocks noChangeAspect="1"/>
          </p:cNvGraphicFramePr>
          <p:nvPr/>
        </p:nvGraphicFramePr>
        <p:xfrm>
          <a:off x="6635751" y="322263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90" imgH="393529" progId="Equation.3">
                  <p:embed/>
                </p:oleObj>
              </mc:Choice>
              <mc:Fallback>
                <p:oleObj name="Equation" r:id="rId5" imgW="253890" imgH="393529" progId="Equation.3">
                  <p:embed/>
                  <p:pic>
                    <p:nvPicPr>
                      <p:cNvPr id="3177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1" y="322263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3" name="Object 28"/>
          <p:cNvGraphicFramePr>
            <a:graphicFrameLocks noChangeAspect="1"/>
          </p:cNvGraphicFramePr>
          <p:nvPr/>
        </p:nvGraphicFramePr>
        <p:xfrm>
          <a:off x="6019801" y="3778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584" imgH="279279" progId="Equation.3">
                  <p:embed/>
                </p:oleObj>
              </mc:Choice>
              <mc:Fallback>
                <p:oleObj name="Equation" r:id="rId7" imgW="266584" imgH="279279" progId="Equation.3">
                  <p:embed/>
                  <p:pic>
                    <p:nvPicPr>
                      <p:cNvPr id="31773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3778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4" name="Text Box 29"/>
          <p:cNvSpPr txBox="1">
            <a:spLocks noChangeArrowheads="1"/>
          </p:cNvSpPr>
          <p:nvPr/>
        </p:nvSpPr>
        <p:spPr bwMode="auto">
          <a:xfrm>
            <a:off x="1905001" y="225425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0</a:t>
            </a:r>
          </a:p>
        </p:txBody>
      </p:sp>
      <p:graphicFrame>
        <p:nvGraphicFramePr>
          <p:cNvPr id="31775" name="Object 30"/>
          <p:cNvGraphicFramePr>
            <a:graphicFrameLocks noChangeAspect="1"/>
          </p:cNvGraphicFramePr>
          <p:nvPr/>
        </p:nvGraphicFramePr>
        <p:xfrm>
          <a:off x="5943601" y="1216026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307" imgH="533169" progId="Equation.3">
                  <p:embed/>
                </p:oleObj>
              </mc:Choice>
              <mc:Fallback>
                <p:oleObj name="Equation" r:id="rId9" imgW="444307" imgH="533169" progId="Equation.3">
                  <p:embed/>
                  <p:pic>
                    <p:nvPicPr>
                      <p:cNvPr id="31775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1216026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6" name="Object 31"/>
          <p:cNvGraphicFramePr>
            <a:graphicFrameLocks noChangeAspect="1"/>
          </p:cNvGraphicFramePr>
          <p:nvPr/>
        </p:nvGraphicFramePr>
        <p:xfrm>
          <a:off x="7239001" y="3778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31776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3778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7" name="Line 32"/>
          <p:cNvSpPr>
            <a:spLocks noChangeShapeType="1"/>
          </p:cNvSpPr>
          <p:nvPr/>
        </p:nvSpPr>
        <p:spPr bwMode="auto">
          <a:xfrm>
            <a:off x="4114800" y="23590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78" name="Line 33"/>
          <p:cNvSpPr>
            <a:spLocks noChangeShapeType="1"/>
          </p:cNvSpPr>
          <p:nvPr/>
        </p:nvSpPr>
        <p:spPr bwMode="auto">
          <a:xfrm>
            <a:off x="4114800" y="30448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79" name="Line 34"/>
          <p:cNvSpPr>
            <a:spLocks noChangeShapeType="1"/>
          </p:cNvSpPr>
          <p:nvPr/>
        </p:nvSpPr>
        <p:spPr bwMode="auto">
          <a:xfrm>
            <a:off x="45720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80" name="Line 35"/>
          <p:cNvSpPr>
            <a:spLocks noChangeShapeType="1"/>
          </p:cNvSpPr>
          <p:nvPr/>
        </p:nvSpPr>
        <p:spPr bwMode="auto">
          <a:xfrm>
            <a:off x="51816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81" name="Line 36"/>
          <p:cNvSpPr>
            <a:spLocks noChangeShapeType="1"/>
          </p:cNvSpPr>
          <p:nvPr/>
        </p:nvSpPr>
        <p:spPr bwMode="auto">
          <a:xfrm>
            <a:off x="57912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82" name="Line 37"/>
          <p:cNvSpPr>
            <a:spLocks noChangeShapeType="1"/>
          </p:cNvSpPr>
          <p:nvPr/>
        </p:nvSpPr>
        <p:spPr bwMode="auto">
          <a:xfrm>
            <a:off x="64008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83" name="Line 38"/>
          <p:cNvSpPr>
            <a:spLocks noChangeShapeType="1"/>
          </p:cNvSpPr>
          <p:nvPr/>
        </p:nvSpPr>
        <p:spPr bwMode="auto">
          <a:xfrm>
            <a:off x="70104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84" name="Line 39"/>
          <p:cNvSpPr>
            <a:spLocks noChangeShapeType="1"/>
          </p:cNvSpPr>
          <p:nvPr/>
        </p:nvSpPr>
        <p:spPr bwMode="auto">
          <a:xfrm>
            <a:off x="76200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85" name="Line 40"/>
          <p:cNvSpPr>
            <a:spLocks noChangeShapeType="1"/>
          </p:cNvSpPr>
          <p:nvPr/>
        </p:nvSpPr>
        <p:spPr bwMode="auto">
          <a:xfrm>
            <a:off x="82296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86" name="Line 41"/>
          <p:cNvSpPr>
            <a:spLocks noChangeShapeType="1"/>
          </p:cNvSpPr>
          <p:nvPr/>
        </p:nvSpPr>
        <p:spPr bwMode="auto">
          <a:xfrm>
            <a:off x="88392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1787" name="Line 42"/>
          <p:cNvSpPr>
            <a:spLocks noChangeShapeType="1"/>
          </p:cNvSpPr>
          <p:nvPr/>
        </p:nvSpPr>
        <p:spPr bwMode="auto">
          <a:xfrm flipV="1">
            <a:off x="6705600" y="30448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31788" name="Object 43"/>
          <p:cNvGraphicFramePr>
            <a:graphicFrameLocks noChangeAspect="1"/>
          </p:cNvGraphicFramePr>
          <p:nvPr/>
        </p:nvGraphicFramePr>
        <p:xfrm>
          <a:off x="4800601" y="25114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90" imgH="368140" progId="Equation.3">
                  <p:embed/>
                </p:oleObj>
              </mc:Choice>
              <mc:Fallback>
                <p:oleObj name="Equation" r:id="rId12" imgW="253890" imgH="368140" progId="Equation.3">
                  <p:embed/>
                  <p:pic>
                    <p:nvPicPr>
                      <p:cNvPr id="31788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25114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9" name="Object 44"/>
          <p:cNvGraphicFramePr>
            <a:graphicFrameLocks noChangeAspect="1"/>
          </p:cNvGraphicFramePr>
          <p:nvPr/>
        </p:nvGraphicFramePr>
        <p:xfrm>
          <a:off x="5410201" y="25114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68140" progId="Equation.3">
                  <p:embed/>
                </p:oleObj>
              </mc:Choice>
              <mc:Fallback>
                <p:oleObj name="Equation" r:id="rId13" imgW="253890" imgH="368140" progId="Equation.3">
                  <p:embed/>
                  <p:pic>
                    <p:nvPicPr>
                      <p:cNvPr id="31789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25114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90" name="Object 45"/>
          <p:cNvGraphicFramePr>
            <a:graphicFrameLocks noChangeAspect="1"/>
          </p:cNvGraphicFramePr>
          <p:nvPr/>
        </p:nvGraphicFramePr>
        <p:xfrm>
          <a:off x="7747001" y="25177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3179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25177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91" name="Object 46"/>
          <p:cNvGraphicFramePr>
            <a:graphicFrameLocks noChangeAspect="1"/>
          </p:cNvGraphicFramePr>
          <p:nvPr/>
        </p:nvGraphicFramePr>
        <p:xfrm>
          <a:off x="8356601" y="25177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3890" imgH="368140" progId="Equation.3">
                  <p:embed/>
                </p:oleObj>
              </mc:Choice>
              <mc:Fallback>
                <p:oleObj name="Equation" r:id="rId15" imgW="253890" imgH="368140" progId="Equation.3">
                  <p:embed/>
                  <p:pic>
                    <p:nvPicPr>
                      <p:cNvPr id="31791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1" y="25177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92" name="Object 47"/>
          <p:cNvGraphicFramePr>
            <a:graphicFrameLocks noChangeAspect="1"/>
          </p:cNvGraphicFramePr>
          <p:nvPr/>
        </p:nvGraphicFramePr>
        <p:xfrm>
          <a:off x="6635751" y="2532063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3890" imgH="393529" progId="Equation.3">
                  <p:embed/>
                </p:oleObj>
              </mc:Choice>
              <mc:Fallback>
                <p:oleObj name="Equation" r:id="rId16" imgW="253890" imgH="393529" progId="Equation.3">
                  <p:embed/>
                  <p:pic>
                    <p:nvPicPr>
                      <p:cNvPr id="31792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1" y="2532063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93" name="Object 48"/>
          <p:cNvGraphicFramePr>
            <a:graphicFrameLocks noChangeAspect="1"/>
          </p:cNvGraphicFramePr>
          <p:nvPr/>
        </p:nvGraphicFramePr>
        <p:xfrm>
          <a:off x="6019801" y="25876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31793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25876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94" name="Text Box 49"/>
          <p:cNvSpPr txBox="1">
            <a:spLocks noChangeArrowheads="1"/>
          </p:cNvSpPr>
          <p:nvPr/>
        </p:nvSpPr>
        <p:spPr bwMode="auto">
          <a:xfrm>
            <a:off x="1905000" y="2435225"/>
            <a:ext cx="14176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1</a:t>
            </a:r>
          </a:p>
        </p:txBody>
      </p:sp>
      <p:graphicFrame>
        <p:nvGraphicFramePr>
          <p:cNvPr id="31795" name="Object 50"/>
          <p:cNvGraphicFramePr>
            <a:graphicFrameLocks noChangeAspect="1"/>
          </p:cNvGraphicFramePr>
          <p:nvPr/>
        </p:nvGraphicFramePr>
        <p:xfrm>
          <a:off x="6477001" y="3425826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44307" imgH="533169" progId="Equation.3">
                  <p:embed/>
                </p:oleObj>
              </mc:Choice>
              <mc:Fallback>
                <p:oleObj name="Equation" r:id="rId18" imgW="444307" imgH="533169" progId="Equation.3">
                  <p:embed/>
                  <p:pic>
                    <p:nvPicPr>
                      <p:cNvPr id="31795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1" y="3425826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96" name="Object 51"/>
          <p:cNvGraphicFramePr>
            <a:graphicFrameLocks noChangeAspect="1"/>
          </p:cNvGraphicFramePr>
          <p:nvPr/>
        </p:nvGraphicFramePr>
        <p:xfrm>
          <a:off x="7239001" y="25876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31796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25876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97" name="Text Box 52"/>
          <p:cNvSpPr txBox="1">
            <a:spLocks noChangeArrowheads="1"/>
          </p:cNvSpPr>
          <p:nvPr/>
        </p:nvSpPr>
        <p:spPr bwMode="auto">
          <a:xfrm>
            <a:off x="7315200" y="4038600"/>
            <a:ext cx="3009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HALT &amp; reject</a:t>
            </a:r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8793987B-D7B5-D033-D7B8-510F4F7BE48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2052" y="4328319"/>
            <a:ext cx="5905499" cy="202723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62747"/>
          </a:xfrm>
        </p:spPr>
        <p:txBody>
          <a:bodyPr>
            <a:normAutofit/>
          </a:bodyPr>
          <a:lstStyle/>
          <a:p>
            <a:pPr algn="ctr"/>
            <a:r>
              <a:rPr lang="en-US" altLang="ar-SA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Infinite Loop Example</a:t>
            </a:r>
          </a:p>
        </p:txBody>
      </p:sp>
      <p:sp>
        <p:nvSpPr>
          <p:cNvPr id="32783" name="Text Box 14"/>
          <p:cNvSpPr txBox="1">
            <a:spLocks noChangeArrowheads="1"/>
          </p:cNvSpPr>
          <p:nvPr/>
        </p:nvSpPr>
        <p:spPr bwMode="auto">
          <a:xfrm>
            <a:off x="2373313" y="2157401"/>
            <a:ext cx="62865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 dirty="0"/>
              <a:t>Turing machine for the language</a:t>
            </a:r>
          </a:p>
        </p:txBody>
      </p:sp>
      <p:graphicFrame>
        <p:nvGraphicFramePr>
          <p:cNvPr id="3278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176083"/>
              </p:ext>
            </p:extLst>
          </p:nvPr>
        </p:nvGraphicFramePr>
        <p:xfrm>
          <a:off x="8915401" y="2157401"/>
          <a:ext cx="112712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3529" imgH="203112" progId="Equation.3">
                  <p:embed/>
                </p:oleObj>
              </mc:Choice>
              <mc:Fallback>
                <p:oleObj name="Equation" r:id="rId2" imgW="393529" imgH="203112" progId="Equation.3">
                  <p:embed/>
                  <p:pic>
                    <p:nvPicPr>
                      <p:cNvPr id="3278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1" y="2157401"/>
                        <a:ext cx="1127125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F46E5D15-55B6-9836-8099-769AF9FB6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613" y="3429000"/>
            <a:ext cx="5791200" cy="273069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5" name="Line 12"/>
          <p:cNvSpPr>
            <a:spLocks noChangeShapeType="1"/>
          </p:cNvSpPr>
          <p:nvPr/>
        </p:nvSpPr>
        <p:spPr bwMode="auto">
          <a:xfrm>
            <a:off x="4038600" y="1447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3806" name="Line 13"/>
          <p:cNvSpPr>
            <a:spLocks noChangeShapeType="1"/>
          </p:cNvSpPr>
          <p:nvPr/>
        </p:nvSpPr>
        <p:spPr bwMode="auto">
          <a:xfrm>
            <a:off x="4038600" y="2133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3807" name="Line 14"/>
          <p:cNvSpPr>
            <a:spLocks noChangeShapeType="1"/>
          </p:cNvSpPr>
          <p:nvPr/>
        </p:nvSpPr>
        <p:spPr bwMode="auto">
          <a:xfrm>
            <a:off x="44958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3808" name="Line 15"/>
          <p:cNvSpPr>
            <a:spLocks noChangeShapeType="1"/>
          </p:cNvSpPr>
          <p:nvPr/>
        </p:nvSpPr>
        <p:spPr bwMode="auto">
          <a:xfrm>
            <a:off x="51054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3809" name="Line 16"/>
          <p:cNvSpPr>
            <a:spLocks noChangeShapeType="1"/>
          </p:cNvSpPr>
          <p:nvPr/>
        </p:nvSpPr>
        <p:spPr bwMode="auto">
          <a:xfrm>
            <a:off x="57150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3810" name="Line 17"/>
          <p:cNvSpPr>
            <a:spLocks noChangeShapeType="1"/>
          </p:cNvSpPr>
          <p:nvPr/>
        </p:nvSpPr>
        <p:spPr bwMode="auto">
          <a:xfrm>
            <a:off x="63246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3811" name="Line 18"/>
          <p:cNvSpPr>
            <a:spLocks noChangeShapeType="1"/>
          </p:cNvSpPr>
          <p:nvPr/>
        </p:nvSpPr>
        <p:spPr bwMode="auto">
          <a:xfrm>
            <a:off x="69342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3812" name="Line 19"/>
          <p:cNvSpPr>
            <a:spLocks noChangeShapeType="1"/>
          </p:cNvSpPr>
          <p:nvPr/>
        </p:nvSpPr>
        <p:spPr bwMode="auto">
          <a:xfrm>
            <a:off x="75438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3813" name="Line 20"/>
          <p:cNvSpPr>
            <a:spLocks noChangeShapeType="1"/>
          </p:cNvSpPr>
          <p:nvPr/>
        </p:nvSpPr>
        <p:spPr bwMode="auto">
          <a:xfrm>
            <a:off x="81534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3814" name="Line 21"/>
          <p:cNvSpPr>
            <a:spLocks noChangeShapeType="1"/>
          </p:cNvSpPr>
          <p:nvPr/>
        </p:nvSpPr>
        <p:spPr bwMode="auto">
          <a:xfrm>
            <a:off x="87630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3815" name="Line 22"/>
          <p:cNvSpPr>
            <a:spLocks noChangeShapeType="1"/>
          </p:cNvSpPr>
          <p:nvPr/>
        </p:nvSpPr>
        <p:spPr bwMode="auto">
          <a:xfrm flipV="1">
            <a:off x="6019800" y="213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33816" name="Object 23"/>
          <p:cNvGraphicFramePr>
            <a:graphicFrameLocks noChangeAspect="1"/>
          </p:cNvGraphicFramePr>
          <p:nvPr/>
        </p:nvGraphicFramePr>
        <p:xfrm>
          <a:off x="4724401" y="1600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3816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1600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7" name="Object 24"/>
          <p:cNvGraphicFramePr>
            <a:graphicFrameLocks noChangeAspect="1"/>
          </p:cNvGraphicFramePr>
          <p:nvPr/>
        </p:nvGraphicFramePr>
        <p:xfrm>
          <a:off x="5334001" y="1600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33817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1600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8" name="Object 25"/>
          <p:cNvGraphicFramePr>
            <a:graphicFrameLocks noChangeAspect="1"/>
          </p:cNvGraphicFramePr>
          <p:nvPr/>
        </p:nvGraphicFramePr>
        <p:xfrm>
          <a:off x="7670801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90" imgH="368140" progId="Equation.3">
                  <p:embed/>
                </p:oleObj>
              </mc:Choice>
              <mc:Fallback>
                <p:oleObj name="Equation" r:id="rId5" imgW="253890" imgH="368140" progId="Equation.3">
                  <p:embed/>
                  <p:pic>
                    <p:nvPicPr>
                      <p:cNvPr id="33818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1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9" name="Object 26"/>
          <p:cNvGraphicFramePr>
            <a:graphicFrameLocks noChangeAspect="1"/>
          </p:cNvGraphicFramePr>
          <p:nvPr/>
        </p:nvGraphicFramePr>
        <p:xfrm>
          <a:off x="8280401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3890" imgH="368140" progId="Equation.3">
                  <p:embed/>
                </p:oleObj>
              </mc:Choice>
              <mc:Fallback>
                <p:oleObj name="Equation" r:id="rId6" imgW="253890" imgH="368140" progId="Equation.3">
                  <p:embed/>
                  <p:pic>
                    <p:nvPicPr>
                      <p:cNvPr id="33819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0401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0" name="Object 27"/>
          <p:cNvGraphicFramePr>
            <a:graphicFrameLocks noChangeAspect="1"/>
          </p:cNvGraphicFramePr>
          <p:nvPr/>
        </p:nvGraphicFramePr>
        <p:xfrm>
          <a:off x="6559551" y="16208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90" imgH="393529" progId="Equation.3">
                  <p:embed/>
                </p:oleObj>
              </mc:Choice>
              <mc:Fallback>
                <p:oleObj name="Equation" r:id="rId7" imgW="253890" imgH="393529" progId="Equation.3">
                  <p:embed/>
                  <p:pic>
                    <p:nvPicPr>
                      <p:cNvPr id="3382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9551" y="1620838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1" name="Object 28"/>
          <p:cNvGraphicFramePr>
            <a:graphicFrameLocks noChangeAspect="1"/>
          </p:cNvGraphicFramePr>
          <p:nvPr/>
        </p:nvGraphicFramePr>
        <p:xfrm>
          <a:off x="5943601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6584" imgH="279279" progId="Equation.3">
                  <p:embed/>
                </p:oleObj>
              </mc:Choice>
              <mc:Fallback>
                <p:oleObj name="Equation" r:id="rId9" imgW="266584" imgH="279279" progId="Equation.3">
                  <p:embed/>
                  <p:pic>
                    <p:nvPicPr>
                      <p:cNvPr id="33821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2" name="Text Box 29"/>
          <p:cNvSpPr txBox="1">
            <a:spLocks noChangeArrowheads="1"/>
          </p:cNvSpPr>
          <p:nvPr/>
        </p:nvSpPr>
        <p:spPr bwMode="auto">
          <a:xfrm>
            <a:off x="1828801" y="152400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0</a:t>
            </a:r>
          </a:p>
        </p:txBody>
      </p:sp>
      <p:graphicFrame>
        <p:nvGraphicFramePr>
          <p:cNvPr id="33823" name="Object 30"/>
          <p:cNvGraphicFramePr>
            <a:graphicFrameLocks noChangeAspect="1"/>
          </p:cNvGraphicFramePr>
          <p:nvPr/>
        </p:nvGraphicFramePr>
        <p:xfrm>
          <a:off x="5867401" y="25146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44307" imgH="533169" progId="Equation.3">
                  <p:embed/>
                </p:oleObj>
              </mc:Choice>
              <mc:Fallback>
                <p:oleObj name="Equation" r:id="rId11" imgW="444307" imgH="533169" progId="Equation.3">
                  <p:embed/>
                  <p:pic>
                    <p:nvPicPr>
                      <p:cNvPr id="33823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1" y="25146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4" name="Object 31"/>
          <p:cNvGraphicFramePr>
            <a:graphicFrameLocks noChangeAspect="1"/>
          </p:cNvGraphicFramePr>
          <p:nvPr/>
        </p:nvGraphicFramePr>
        <p:xfrm>
          <a:off x="7162801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33824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1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7C0B664B-1A2F-0566-0EDD-51660299B36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05935" y="3659187"/>
            <a:ext cx="5494336" cy="258287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9" name="Line 12"/>
          <p:cNvSpPr>
            <a:spLocks noChangeShapeType="1"/>
          </p:cNvSpPr>
          <p:nvPr/>
        </p:nvSpPr>
        <p:spPr bwMode="auto">
          <a:xfrm>
            <a:off x="4114800" y="1492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30" name="Line 13"/>
          <p:cNvSpPr>
            <a:spLocks noChangeShapeType="1"/>
          </p:cNvSpPr>
          <p:nvPr/>
        </p:nvSpPr>
        <p:spPr bwMode="auto">
          <a:xfrm>
            <a:off x="4114800" y="8350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31" name="Line 14"/>
          <p:cNvSpPr>
            <a:spLocks noChangeShapeType="1"/>
          </p:cNvSpPr>
          <p:nvPr/>
        </p:nvSpPr>
        <p:spPr bwMode="auto">
          <a:xfrm>
            <a:off x="45720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32" name="Line 15"/>
          <p:cNvSpPr>
            <a:spLocks noChangeShapeType="1"/>
          </p:cNvSpPr>
          <p:nvPr/>
        </p:nvSpPr>
        <p:spPr bwMode="auto">
          <a:xfrm>
            <a:off x="51816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33" name="Line 16"/>
          <p:cNvSpPr>
            <a:spLocks noChangeShapeType="1"/>
          </p:cNvSpPr>
          <p:nvPr/>
        </p:nvSpPr>
        <p:spPr bwMode="auto">
          <a:xfrm>
            <a:off x="57912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34" name="Line 17"/>
          <p:cNvSpPr>
            <a:spLocks noChangeShapeType="1"/>
          </p:cNvSpPr>
          <p:nvPr/>
        </p:nvSpPr>
        <p:spPr bwMode="auto">
          <a:xfrm>
            <a:off x="64008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35" name="Line 18"/>
          <p:cNvSpPr>
            <a:spLocks noChangeShapeType="1"/>
          </p:cNvSpPr>
          <p:nvPr/>
        </p:nvSpPr>
        <p:spPr bwMode="auto">
          <a:xfrm>
            <a:off x="70104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36" name="Line 19"/>
          <p:cNvSpPr>
            <a:spLocks noChangeShapeType="1"/>
          </p:cNvSpPr>
          <p:nvPr/>
        </p:nvSpPr>
        <p:spPr bwMode="auto">
          <a:xfrm>
            <a:off x="76200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37" name="Line 20"/>
          <p:cNvSpPr>
            <a:spLocks noChangeShapeType="1"/>
          </p:cNvSpPr>
          <p:nvPr/>
        </p:nvSpPr>
        <p:spPr bwMode="auto">
          <a:xfrm>
            <a:off x="82296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38" name="Line 21"/>
          <p:cNvSpPr>
            <a:spLocks noChangeShapeType="1"/>
          </p:cNvSpPr>
          <p:nvPr/>
        </p:nvSpPr>
        <p:spPr bwMode="auto">
          <a:xfrm>
            <a:off x="8839200" y="1492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39" name="Line 22"/>
          <p:cNvSpPr>
            <a:spLocks noChangeShapeType="1"/>
          </p:cNvSpPr>
          <p:nvPr/>
        </p:nvSpPr>
        <p:spPr bwMode="auto">
          <a:xfrm flipV="1">
            <a:off x="6096000" y="835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34840" name="Object 23"/>
          <p:cNvGraphicFramePr>
            <a:graphicFrameLocks noChangeAspect="1"/>
          </p:cNvGraphicFramePr>
          <p:nvPr/>
        </p:nvGraphicFramePr>
        <p:xfrm>
          <a:off x="4800601" y="3016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484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3016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1" name="Object 24"/>
          <p:cNvGraphicFramePr>
            <a:graphicFrameLocks noChangeAspect="1"/>
          </p:cNvGraphicFramePr>
          <p:nvPr/>
        </p:nvGraphicFramePr>
        <p:xfrm>
          <a:off x="5410201" y="3016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3484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3016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2" name="Object 25"/>
          <p:cNvGraphicFramePr>
            <a:graphicFrameLocks noChangeAspect="1"/>
          </p:cNvGraphicFramePr>
          <p:nvPr/>
        </p:nvGraphicFramePr>
        <p:xfrm>
          <a:off x="7747001" y="3079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34842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3079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3" name="Object 26"/>
          <p:cNvGraphicFramePr>
            <a:graphicFrameLocks noChangeAspect="1"/>
          </p:cNvGraphicFramePr>
          <p:nvPr/>
        </p:nvGraphicFramePr>
        <p:xfrm>
          <a:off x="8356601" y="3079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90" imgH="368140" progId="Equation.3">
                  <p:embed/>
                </p:oleObj>
              </mc:Choice>
              <mc:Fallback>
                <p:oleObj name="Equation" r:id="rId5" imgW="253890" imgH="368140" progId="Equation.3">
                  <p:embed/>
                  <p:pic>
                    <p:nvPicPr>
                      <p:cNvPr id="34843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1" y="3079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4" name="Object 27"/>
          <p:cNvGraphicFramePr>
            <a:graphicFrameLocks noChangeAspect="1"/>
          </p:cNvGraphicFramePr>
          <p:nvPr/>
        </p:nvGraphicFramePr>
        <p:xfrm>
          <a:off x="6635751" y="322263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3890" imgH="393529" progId="Equation.3">
                  <p:embed/>
                </p:oleObj>
              </mc:Choice>
              <mc:Fallback>
                <p:oleObj name="Equation" r:id="rId6" imgW="253890" imgH="393529" progId="Equation.3">
                  <p:embed/>
                  <p:pic>
                    <p:nvPicPr>
                      <p:cNvPr id="34844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1" y="322263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5" name="Object 28"/>
          <p:cNvGraphicFramePr>
            <a:graphicFrameLocks noChangeAspect="1"/>
          </p:cNvGraphicFramePr>
          <p:nvPr/>
        </p:nvGraphicFramePr>
        <p:xfrm>
          <a:off x="6019801" y="3778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34845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3778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6" name="Text Box 29"/>
          <p:cNvSpPr txBox="1">
            <a:spLocks noChangeArrowheads="1"/>
          </p:cNvSpPr>
          <p:nvPr/>
        </p:nvSpPr>
        <p:spPr bwMode="auto">
          <a:xfrm>
            <a:off x="1905001" y="225425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0</a:t>
            </a:r>
          </a:p>
        </p:txBody>
      </p:sp>
      <p:graphicFrame>
        <p:nvGraphicFramePr>
          <p:cNvPr id="34847" name="Object 30"/>
          <p:cNvGraphicFramePr>
            <a:graphicFrameLocks noChangeAspect="1"/>
          </p:cNvGraphicFramePr>
          <p:nvPr/>
        </p:nvGraphicFramePr>
        <p:xfrm>
          <a:off x="5943601" y="1216026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44307" imgH="533169" progId="Equation.3">
                  <p:embed/>
                </p:oleObj>
              </mc:Choice>
              <mc:Fallback>
                <p:oleObj name="Equation" r:id="rId10" imgW="444307" imgH="533169" progId="Equation.3">
                  <p:embed/>
                  <p:pic>
                    <p:nvPicPr>
                      <p:cNvPr id="34847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1216026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8" name="Object 31"/>
          <p:cNvGraphicFramePr>
            <a:graphicFrameLocks noChangeAspect="1"/>
          </p:cNvGraphicFramePr>
          <p:nvPr/>
        </p:nvGraphicFramePr>
        <p:xfrm>
          <a:off x="7239001" y="3778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34848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3778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9" name="Line 32"/>
          <p:cNvSpPr>
            <a:spLocks noChangeShapeType="1"/>
          </p:cNvSpPr>
          <p:nvPr/>
        </p:nvSpPr>
        <p:spPr bwMode="auto">
          <a:xfrm>
            <a:off x="4114800" y="23590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50" name="Line 33"/>
          <p:cNvSpPr>
            <a:spLocks noChangeShapeType="1"/>
          </p:cNvSpPr>
          <p:nvPr/>
        </p:nvSpPr>
        <p:spPr bwMode="auto">
          <a:xfrm>
            <a:off x="4114800" y="3044825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51" name="Line 34"/>
          <p:cNvSpPr>
            <a:spLocks noChangeShapeType="1"/>
          </p:cNvSpPr>
          <p:nvPr/>
        </p:nvSpPr>
        <p:spPr bwMode="auto">
          <a:xfrm>
            <a:off x="45720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52" name="Line 35"/>
          <p:cNvSpPr>
            <a:spLocks noChangeShapeType="1"/>
          </p:cNvSpPr>
          <p:nvPr/>
        </p:nvSpPr>
        <p:spPr bwMode="auto">
          <a:xfrm>
            <a:off x="51816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53" name="Line 36"/>
          <p:cNvSpPr>
            <a:spLocks noChangeShapeType="1"/>
          </p:cNvSpPr>
          <p:nvPr/>
        </p:nvSpPr>
        <p:spPr bwMode="auto">
          <a:xfrm>
            <a:off x="57912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54" name="Line 37"/>
          <p:cNvSpPr>
            <a:spLocks noChangeShapeType="1"/>
          </p:cNvSpPr>
          <p:nvPr/>
        </p:nvSpPr>
        <p:spPr bwMode="auto">
          <a:xfrm>
            <a:off x="64008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55" name="Line 38"/>
          <p:cNvSpPr>
            <a:spLocks noChangeShapeType="1"/>
          </p:cNvSpPr>
          <p:nvPr/>
        </p:nvSpPr>
        <p:spPr bwMode="auto">
          <a:xfrm>
            <a:off x="70104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56" name="Line 39"/>
          <p:cNvSpPr>
            <a:spLocks noChangeShapeType="1"/>
          </p:cNvSpPr>
          <p:nvPr/>
        </p:nvSpPr>
        <p:spPr bwMode="auto">
          <a:xfrm>
            <a:off x="76200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57" name="Line 40"/>
          <p:cNvSpPr>
            <a:spLocks noChangeShapeType="1"/>
          </p:cNvSpPr>
          <p:nvPr/>
        </p:nvSpPr>
        <p:spPr bwMode="auto">
          <a:xfrm>
            <a:off x="82296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58" name="Line 41"/>
          <p:cNvSpPr>
            <a:spLocks noChangeShapeType="1"/>
          </p:cNvSpPr>
          <p:nvPr/>
        </p:nvSpPr>
        <p:spPr bwMode="auto">
          <a:xfrm>
            <a:off x="8839200" y="23590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4859" name="Line 42"/>
          <p:cNvSpPr>
            <a:spLocks noChangeShapeType="1"/>
          </p:cNvSpPr>
          <p:nvPr/>
        </p:nvSpPr>
        <p:spPr bwMode="auto">
          <a:xfrm flipV="1">
            <a:off x="6705600" y="30448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34860" name="Object 43"/>
          <p:cNvGraphicFramePr>
            <a:graphicFrameLocks noChangeAspect="1"/>
          </p:cNvGraphicFramePr>
          <p:nvPr/>
        </p:nvGraphicFramePr>
        <p:xfrm>
          <a:off x="4800601" y="25114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68140" progId="Equation.3">
                  <p:embed/>
                </p:oleObj>
              </mc:Choice>
              <mc:Fallback>
                <p:oleObj name="Equation" r:id="rId13" imgW="253890" imgH="368140" progId="Equation.3">
                  <p:embed/>
                  <p:pic>
                    <p:nvPicPr>
                      <p:cNvPr id="3486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25114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61" name="Object 44"/>
          <p:cNvGraphicFramePr>
            <a:graphicFrameLocks noChangeAspect="1"/>
          </p:cNvGraphicFramePr>
          <p:nvPr/>
        </p:nvGraphicFramePr>
        <p:xfrm>
          <a:off x="5410201" y="251142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34861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251142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62" name="Object 45"/>
          <p:cNvGraphicFramePr>
            <a:graphicFrameLocks noChangeAspect="1"/>
          </p:cNvGraphicFramePr>
          <p:nvPr/>
        </p:nvGraphicFramePr>
        <p:xfrm>
          <a:off x="7747001" y="25177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3890" imgH="368140" progId="Equation.3">
                  <p:embed/>
                </p:oleObj>
              </mc:Choice>
              <mc:Fallback>
                <p:oleObj name="Equation" r:id="rId15" imgW="253890" imgH="368140" progId="Equation.3">
                  <p:embed/>
                  <p:pic>
                    <p:nvPicPr>
                      <p:cNvPr id="34862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25177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63" name="Object 46"/>
          <p:cNvGraphicFramePr>
            <a:graphicFrameLocks noChangeAspect="1"/>
          </p:cNvGraphicFramePr>
          <p:nvPr/>
        </p:nvGraphicFramePr>
        <p:xfrm>
          <a:off x="8356601" y="2517775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3890" imgH="368140" progId="Equation.3">
                  <p:embed/>
                </p:oleObj>
              </mc:Choice>
              <mc:Fallback>
                <p:oleObj name="Equation" r:id="rId16" imgW="253890" imgH="368140" progId="Equation.3">
                  <p:embed/>
                  <p:pic>
                    <p:nvPicPr>
                      <p:cNvPr id="34863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1" y="2517775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64" name="Object 47"/>
          <p:cNvGraphicFramePr>
            <a:graphicFrameLocks noChangeAspect="1"/>
          </p:cNvGraphicFramePr>
          <p:nvPr/>
        </p:nvGraphicFramePr>
        <p:xfrm>
          <a:off x="6635751" y="2532063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53890" imgH="393529" progId="Equation.3">
                  <p:embed/>
                </p:oleObj>
              </mc:Choice>
              <mc:Fallback>
                <p:oleObj name="Equation" r:id="rId17" imgW="253890" imgH="393529" progId="Equation.3">
                  <p:embed/>
                  <p:pic>
                    <p:nvPicPr>
                      <p:cNvPr id="34864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1" y="2532063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65" name="Object 48"/>
          <p:cNvGraphicFramePr>
            <a:graphicFrameLocks noChangeAspect="1"/>
          </p:cNvGraphicFramePr>
          <p:nvPr/>
        </p:nvGraphicFramePr>
        <p:xfrm>
          <a:off x="6019801" y="25876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34865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25876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66" name="Text Box 49"/>
          <p:cNvSpPr txBox="1">
            <a:spLocks noChangeArrowheads="1"/>
          </p:cNvSpPr>
          <p:nvPr/>
        </p:nvSpPr>
        <p:spPr bwMode="auto">
          <a:xfrm>
            <a:off x="1905000" y="2435225"/>
            <a:ext cx="14176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1</a:t>
            </a:r>
          </a:p>
        </p:txBody>
      </p:sp>
      <p:graphicFrame>
        <p:nvGraphicFramePr>
          <p:cNvPr id="34867" name="Object 50"/>
          <p:cNvGraphicFramePr>
            <a:graphicFrameLocks noChangeAspect="1"/>
          </p:cNvGraphicFramePr>
          <p:nvPr/>
        </p:nvGraphicFramePr>
        <p:xfrm>
          <a:off x="6477001" y="3425826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44307" imgH="533169" progId="Equation.3">
                  <p:embed/>
                </p:oleObj>
              </mc:Choice>
              <mc:Fallback>
                <p:oleObj name="Equation" r:id="rId19" imgW="444307" imgH="533169" progId="Equation.3">
                  <p:embed/>
                  <p:pic>
                    <p:nvPicPr>
                      <p:cNvPr id="34867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1" y="3425826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68" name="Object 51"/>
          <p:cNvGraphicFramePr>
            <a:graphicFrameLocks noChangeAspect="1"/>
          </p:cNvGraphicFramePr>
          <p:nvPr/>
        </p:nvGraphicFramePr>
        <p:xfrm>
          <a:off x="7239001" y="25876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34868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25876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E689F484-4E27-4C01-8F3E-F401CBDFF28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37656" y="4338638"/>
            <a:ext cx="4687887" cy="194786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3" name="Line 12"/>
          <p:cNvSpPr>
            <a:spLocks noChangeShapeType="1"/>
          </p:cNvSpPr>
          <p:nvPr/>
        </p:nvSpPr>
        <p:spPr bwMode="auto">
          <a:xfrm>
            <a:off x="4114800" y="14605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54" name="Line 13"/>
          <p:cNvSpPr>
            <a:spLocks noChangeShapeType="1"/>
          </p:cNvSpPr>
          <p:nvPr/>
        </p:nvSpPr>
        <p:spPr bwMode="auto">
          <a:xfrm>
            <a:off x="4114800" y="83185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55" name="Line 14"/>
          <p:cNvSpPr>
            <a:spLocks noChangeShapeType="1"/>
          </p:cNvSpPr>
          <p:nvPr/>
        </p:nvSpPr>
        <p:spPr bwMode="auto">
          <a:xfrm>
            <a:off x="4572000" y="1460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56" name="Line 15"/>
          <p:cNvSpPr>
            <a:spLocks noChangeShapeType="1"/>
          </p:cNvSpPr>
          <p:nvPr/>
        </p:nvSpPr>
        <p:spPr bwMode="auto">
          <a:xfrm>
            <a:off x="5181600" y="1460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57" name="Line 16"/>
          <p:cNvSpPr>
            <a:spLocks noChangeShapeType="1"/>
          </p:cNvSpPr>
          <p:nvPr/>
        </p:nvSpPr>
        <p:spPr bwMode="auto">
          <a:xfrm>
            <a:off x="5791200" y="1460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58" name="Line 17"/>
          <p:cNvSpPr>
            <a:spLocks noChangeShapeType="1"/>
          </p:cNvSpPr>
          <p:nvPr/>
        </p:nvSpPr>
        <p:spPr bwMode="auto">
          <a:xfrm>
            <a:off x="6400800" y="1460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59" name="Line 18"/>
          <p:cNvSpPr>
            <a:spLocks noChangeShapeType="1"/>
          </p:cNvSpPr>
          <p:nvPr/>
        </p:nvSpPr>
        <p:spPr bwMode="auto">
          <a:xfrm>
            <a:off x="7010400" y="1460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60" name="Line 19"/>
          <p:cNvSpPr>
            <a:spLocks noChangeShapeType="1"/>
          </p:cNvSpPr>
          <p:nvPr/>
        </p:nvSpPr>
        <p:spPr bwMode="auto">
          <a:xfrm>
            <a:off x="7620000" y="1460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61" name="Line 20"/>
          <p:cNvSpPr>
            <a:spLocks noChangeShapeType="1"/>
          </p:cNvSpPr>
          <p:nvPr/>
        </p:nvSpPr>
        <p:spPr bwMode="auto">
          <a:xfrm>
            <a:off x="8229600" y="1460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62" name="Line 21"/>
          <p:cNvSpPr>
            <a:spLocks noChangeShapeType="1"/>
          </p:cNvSpPr>
          <p:nvPr/>
        </p:nvSpPr>
        <p:spPr bwMode="auto">
          <a:xfrm>
            <a:off x="8839200" y="1460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63" name="Line 22"/>
          <p:cNvSpPr>
            <a:spLocks noChangeShapeType="1"/>
          </p:cNvSpPr>
          <p:nvPr/>
        </p:nvSpPr>
        <p:spPr bwMode="auto">
          <a:xfrm flipV="1">
            <a:off x="6705600" y="83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35864" name="Object 23"/>
          <p:cNvGraphicFramePr>
            <a:graphicFrameLocks noChangeAspect="1"/>
          </p:cNvGraphicFramePr>
          <p:nvPr/>
        </p:nvGraphicFramePr>
        <p:xfrm>
          <a:off x="4800601" y="2984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586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2984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5" name="Object 24"/>
          <p:cNvGraphicFramePr>
            <a:graphicFrameLocks noChangeAspect="1"/>
          </p:cNvGraphicFramePr>
          <p:nvPr/>
        </p:nvGraphicFramePr>
        <p:xfrm>
          <a:off x="5410201" y="2984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3586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2984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6" name="Object 25"/>
          <p:cNvGraphicFramePr>
            <a:graphicFrameLocks noChangeAspect="1"/>
          </p:cNvGraphicFramePr>
          <p:nvPr/>
        </p:nvGraphicFramePr>
        <p:xfrm>
          <a:off x="7747001" y="3048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90" imgH="368140" progId="Equation.3">
                  <p:embed/>
                </p:oleObj>
              </mc:Choice>
              <mc:Fallback>
                <p:oleObj name="Equation" r:id="rId5" imgW="253890" imgH="368140" progId="Equation.3">
                  <p:embed/>
                  <p:pic>
                    <p:nvPicPr>
                      <p:cNvPr id="3586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3048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7" name="Object 26"/>
          <p:cNvGraphicFramePr>
            <a:graphicFrameLocks noChangeAspect="1"/>
          </p:cNvGraphicFramePr>
          <p:nvPr/>
        </p:nvGraphicFramePr>
        <p:xfrm>
          <a:off x="8356601" y="3048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3890" imgH="368140" progId="Equation.3">
                  <p:embed/>
                </p:oleObj>
              </mc:Choice>
              <mc:Fallback>
                <p:oleObj name="Equation" r:id="rId6" imgW="253890" imgH="368140" progId="Equation.3">
                  <p:embed/>
                  <p:pic>
                    <p:nvPicPr>
                      <p:cNvPr id="3586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1" y="3048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8" name="Object 27"/>
          <p:cNvGraphicFramePr>
            <a:graphicFrameLocks noChangeAspect="1"/>
          </p:cNvGraphicFramePr>
          <p:nvPr/>
        </p:nvGraphicFramePr>
        <p:xfrm>
          <a:off x="6635751" y="31908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90" imgH="393529" progId="Equation.3">
                  <p:embed/>
                </p:oleObj>
              </mc:Choice>
              <mc:Fallback>
                <p:oleObj name="Equation" r:id="rId7" imgW="253890" imgH="393529" progId="Equation.3">
                  <p:embed/>
                  <p:pic>
                    <p:nvPicPr>
                      <p:cNvPr id="3586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1" y="319088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9" name="Object 28"/>
          <p:cNvGraphicFramePr>
            <a:graphicFrameLocks noChangeAspect="1"/>
          </p:cNvGraphicFramePr>
          <p:nvPr/>
        </p:nvGraphicFramePr>
        <p:xfrm>
          <a:off x="6019801" y="37465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6584" imgH="279279" progId="Equation.3">
                  <p:embed/>
                </p:oleObj>
              </mc:Choice>
              <mc:Fallback>
                <p:oleObj name="Equation" r:id="rId9" imgW="266584" imgH="279279" progId="Equation.3">
                  <p:embed/>
                  <p:pic>
                    <p:nvPicPr>
                      <p:cNvPr id="3586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37465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0" name="Text Box 29"/>
          <p:cNvSpPr txBox="1">
            <a:spLocks noChangeArrowheads="1"/>
          </p:cNvSpPr>
          <p:nvPr/>
        </p:nvSpPr>
        <p:spPr bwMode="auto">
          <a:xfrm>
            <a:off x="1905000" y="222250"/>
            <a:ext cx="14176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1</a:t>
            </a:r>
          </a:p>
        </p:txBody>
      </p:sp>
      <p:graphicFrame>
        <p:nvGraphicFramePr>
          <p:cNvPr id="35871" name="Object 30"/>
          <p:cNvGraphicFramePr>
            <a:graphicFrameLocks noChangeAspect="1"/>
          </p:cNvGraphicFramePr>
          <p:nvPr/>
        </p:nvGraphicFramePr>
        <p:xfrm>
          <a:off x="6553201" y="12192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44307" imgH="533169" progId="Equation.3">
                  <p:embed/>
                </p:oleObj>
              </mc:Choice>
              <mc:Fallback>
                <p:oleObj name="Equation" r:id="rId11" imgW="444307" imgH="533169" progId="Equation.3">
                  <p:embed/>
                  <p:pic>
                    <p:nvPicPr>
                      <p:cNvPr id="3587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1" y="12192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2" name="Object 31"/>
          <p:cNvGraphicFramePr>
            <a:graphicFrameLocks noChangeAspect="1"/>
          </p:cNvGraphicFramePr>
          <p:nvPr/>
        </p:nvGraphicFramePr>
        <p:xfrm>
          <a:off x="7239001" y="37465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6584" imgH="279279" progId="Equation.3">
                  <p:embed/>
                </p:oleObj>
              </mc:Choice>
              <mc:Fallback>
                <p:oleObj name="Equation" r:id="rId9" imgW="266584" imgH="279279" progId="Equation.3">
                  <p:embed/>
                  <p:pic>
                    <p:nvPicPr>
                      <p:cNvPr id="3587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37465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3" name="Line 32"/>
          <p:cNvSpPr>
            <a:spLocks noChangeShapeType="1"/>
          </p:cNvSpPr>
          <p:nvPr/>
        </p:nvSpPr>
        <p:spPr bwMode="auto">
          <a:xfrm>
            <a:off x="4114800" y="235585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74" name="Line 33"/>
          <p:cNvSpPr>
            <a:spLocks noChangeShapeType="1"/>
          </p:cNvSpPr>
          <p:nvPr/>
        </p:nvSpPr>
        <p:spPr bwMode="auto">
          <a:xfrm>
            <a:off x="4114800" y="304165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75" name="Line 34"/>
          <p:cNvSpPr>
            <a:spLocks noChangeShapeType="1"/>
          </p:cNvSpPr>
          <p:nvPr/>
        </p:nvSpPr>
        <p:spPr bwMode="auto">
          <a:xfrm>
            <a:off x="4572000" y="23558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76" name="Line 35"/>
          <p:cNvSpPr>
            <a:spLocks noChangeShapeType="1"/>
          </p:cNvSpPr>
          <p:nvPr/>
        </p:nvSpPr>
        <p:spPr bwMode="auto">
          <a:xfrm>
            <a:off x="5181600" y="23558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77" name="Line 36"/>
          <p:cNvSpPr>
            <a:spLocks noChangeShapeType="1"/>
          </p:cNvSpPr>
          <p:nvPr/>
        </p:nvSpPr>
        <p:spPr bwMode="auto">
          <a:xfrm>
            <a:off x="5791200" y="23558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78" name="Line 37"/>
          <p:cNvSpPr>
            <a:spLocks noChangeShapeType="1"/>
          </p:cNvSpPr>
          <p:nvPr/>
        </p:nvSpPr>
        <p:spPr bwMode="auto">
          <a:xfrm>
            <a:off x="6400800" y="23558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79" name="Line 38"/>
          <p:cNvSpPr>
            <a:spLocks noChangeShapeType="1"/>
          </p:cNvSpPr>
          <p:nvPr/>
        </p:nvSpPr>
        <p:spPr bwMode="auto">
          <a:xfrm>
            <a:off x="7010400" y="23558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80" name="Line 39"/>
          <p:cNvSpPr>
            <a:spLocks noChangeShapeType="1"/>
          </p:cNvSpPr>
          <p:nvPr/>
        </p:nvSpPr>
        <p:spPr bwMode="auto">
          <a:xfrm>
            <a:off x="7620000" y="23558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81" name="Line 40"/>
          <p:cNvSpPr>
            <a:spLocks noChangeShapeType="1"/>
          </p:cNvSpPr>
          <p:nvPr/>
        </p:nvSpPr>
        <p:spPr bwMode="auto">
          <a:xfrm>
            <a:off x="8229600" y="23558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82" name="Line 41"/>
          <p:cNvSpPr>
            <a:spLocks noChangeShapeType="1"/>
          </p:cNvSpPr>
          <p:nvPr/>
        </p:nvSpPr>
        <p:spPr bwMode="auto">
          <a:xfrm>
            <a:off x="8839200" y="23558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5883" name="Line 42"/>
          <p:cNvSpPr>
            <a:spLocks noChangeShapeType="1"/>
          </p:cNvSpPr>
          <p:nvPr/>
        </p:nvSpPr>
        <p:spPr bwMode="auto">
          <a:xfrm flipV="1">
            <a:off x="6096000" y="3048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35884" name="Object 43"/>
          <p:cNvGraphicFramePr>
            <a:graphicFrameLocks noChangeAspect="1"/>
          </p:cNvGraphicFramePr>
          <p:nvPr/>
        </p:nvGraphicFramePr>
        <p:xfrm>
          <a:off x="4800601" y="25082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68140" progId="Equation.3">
                  <p:embed/>
                </p:oleObj>
              </mc:Choice>
              <mc:Fallback>
                <p:oleObj name="Equation" r:id="rId13" imgW="253890" imgH="368140" progId="Equation.3">
                  <p:embed/>
                  <p:pic>
                    <p:nvPicPr>
                      <p:cNvPr id="35884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25082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85" name="Object 44"/>
          <p:cNvGraphicFramePr>
            <a:graphicFrameLocks noChangeAspect="1"/>
          </p:cNvGraphicFramePr>
          <p:nvPr/>
        </p:nvGraphicFramePr>
        <p:xfrm>
          <a:off x="5410201" y="25082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68140" progId="Equation.3">
                  <p:embed/>
                </p:oleObj>
              </mc:Choice>
              <mc:Fallback>
                <p:oleObj name="Equation" r:id="rId13" imgW="253890" imgH="368140" progId="Equation.3">
                  <p:embed/>
                  <p:pic>
                    <p:nvPicPr>
                      <p:cNvPr id="35885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25082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86" name="Object 45"/>
          <p:cNvGraphicFramePr>
            <a:graphicFrameLocks noChangeAspect="1"/>
          </p:cNvGraphicFramePr>
          <p:nvPr/>
        </p:nvGraphicFramePr>
        <p:xfrm>
          <a:off x="7747001" y="2514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35886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25146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87" name="Object 46"/>
          <p:cNvGraphicFramePr>
            <a:graphicFrameLocks noChangeAspect="1"/>
          </p:cNvGraphicFramePr>
          <p:nvPr/>
        </p:nvGraphicFramePr>
        <p:xfrm>
          <a:off x="8356601" y="2514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35887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1" y="25146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88" name="Object 47"/>
          <p:cNvGraphicFramePr>
            <a:graphicFrameLocks noChangeAspect="1"/>
          </p:cNvGraphicFramePr>
          <p:nvPr/>
        </p:nvGraphicFramePr>
        <p:xfrm>
          <a:off x="6635751" y="252888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3890" imgH="393529" progId="Equation.3">
                  <p:embed/>
                </p:oleObj>
              </mc:Choice>
              <mc:Fallback>
                <p:oleObj name="Equation" r:id="rId15" imgW="253890" imgH="393529" progId="Equation.3">
                  <p:embed/>
                  <p:pic>
                    <p:nvPicPr>
                      <p:cNvPr id="35888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1" y="2528888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89" name="Object 48"/>
          <p:cNvGraphicFramePr>
            <a:graphicFrameLocks noChangeAspect="1"/>
          </p:cNvGraphicFramePr>
          <p:nvPr/>
        </p:nvGraphicFramePr>
        <p:xfrm>
          <a:off x="6019801" y="258445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35889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258445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90" name="Text Box 49"/>
          <p:cNvSpPr txBox="1">
            <a:spLocks noChangeArrowheads="1"/>
          </p:cNvSpPr>
          <p:nvPr/>
        </p:nvSpPr>
        <p:spPr bwMode="auto">
          <a:xfrm>
            <a:off x="1905001" y="243205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2</a:t>
            </a:r>
          </a:p>
        </p:txBody>
      </p:sp>
      <p:graphicFrame>
        <p:nvGraphicFramePr>
          <p:cNvPr id="35891" name="Object 50"/>
          <p:cNvGraphicFramePr>
            <a:graphicFrameLocks noChangeAspect="1"/>
          </p:cNvGraphicFramePr>
          <p:nvPr/>
        </p:nvGraphicFramePr>
        <p:xfrm>
          <a:off x="5943601" y="34290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44307" imgH="533169" progId="Equation.3">
                  <p:embed/>
                </p:oleObj>
              </mc:Choice>
              <mc:Fallback>
                <p:oleObj name="Equation" r:id="rId17" imgW="444307" imgH="533169" progId="Equation.3">
                  <p:embed/>
                  <p:pic>
                    <p:nvPicPr>
                      <p:cNvPr id="35891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34290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92" name="Object 51"/>
          <p:cNvGraphicFramePr>
            <a:graphicFrameLocks noChangeAspect="1"/>
          </p:cNvGraphicFramePr>
          <p:nvPr/>
        </p:nvGraphicFramePr>
        <p:xfrm>
          <a:off x="7239001" y="258445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35892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258445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174C6C5B-81C8-242F-049F-1F6A7244D2A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33526" y="3986212"/>
            <a:ext cx="5102225" cy="218598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Line 2"/>
          <p:cNvSpPr>
            <a:spLocks noChangeShapeType="1"/>
          </p:cNvSpPr>
          <p:nvPr/>
        </p:nvSpPr>
        <p:spPr bwMode="auto">
          <a:xfrm>
            <a:off x="4114800" y="228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68" name="Line 3"/>
          <p:cNvSpPr>
            <a:spLocks noChangeShapeType="1"/>
          </p:cNvSpPr>
          <p:nvPr/>
        </p:nvSpPr>
        <p:spPr bwMode="auto">
          <a:xfrm>
            <a:off x="4114800" y="9144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69" name="Line 4"/>
          <p:cNvSpPr>
            <a:spLocks noChangeShapeType="1"/>
          </p:cNvSpPr>
          <p:nvPr/>
        </p:nvSpPr>
        <p:spPr bwMode="auto">
          <a:xfrm>
            <a:off x="45720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70" name="Line 5"/>
          <p:cNvSpPr>
            <a:spLocks noChangeShapeType="1"/>
          </p:cNvSpPr>
          <p:nvPr/>
        </p:nvSpPr>
        <p:spPr bwMode="auto">
          <a:xfrm>
            <a:off x="51816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71" name="Line 6"/>
          <p:cNvSpPr>
            <a:spLocks noChangeShapeType="1"/>
          </p:cNvSpPr>
          <p:nvPr/>
        </p:nvSpPr>
        <p:spPr bwMode="auto">
          <a:xfrm>
            <a:off x="57912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72" name="Line 7"/>
          <p:cNvSpPr>
            <a:spLocks noChangeShapeType="1"/>
          </p:cNvSpPr>
          <p:nvPr/>
        </p:nvSpPr>
        <p:spPr bwMode="auto">
          <a:xfrm>
            <a:off x="64008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73" name="Line 8"/>
          <p:cNvSpPr>
            <a:spLocks noChangeShapeType="1"/>
          </p:cNvSpPr>
          <p:nvPr/>
        </p:nvSpPr>
        <p:spPr bwMode="auto">
          <a:xfrm>
            <a:off x="70104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74" name="Line 9"/>
          <p:cNvSpPr>
            <a:spLocks noChangeShapeType="1"/>
          </p:cNvSpPr>
          <p:nvPr/>
        </p:nvSpPr>
        <p:spPr bwMode="auto">
          <a:xfrm>
            <a:off x="76200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75" name="Line 10"/>
          <p:cNvSpPr>
            <a:spLocks noChangeShapeType="1"/>
          </p:cNvSpPr>
          <p:nvPr/>
        </p:nvSpPr>
        <p:spPr bwMode="auto">
          <a:xfrm>
            <a:off x="82296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76" name="Line 11"/>
          <p:cNvSpPr>
            <a:spLocks noChangeShapeType="1"/>
          </p:cNvSpPr>
          <p:nvPr/>
        </p:nvSpPr>
        <p:spPr bwMode="auto">
          <a:xfrm>
            <a:off x="88392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77" name="Line 12"/>
          <p:cNvSpPr>
            <a:spLocks noChangeShapeType="1"/>
          </p:cNvSpPr>
          <p:nvPr/>
        </p:nvSpPr>
        <p:spPr bwMode="auto">
          <a:xfrm flipV="1">
            <a:off x="6096000" y="920750"/>
            <a:ext cx="0" cy="298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36878" name="Object 13"/>
          <p:cNvGraphicFramePr>
            <a:graphicFrameLocks noChangeAspect="1"/>
          </p:cNvGraphicFramePr>
          <p:nvPr/>
        </p:nvGraphicFramePr>
        <p:xfrm>
          <a:off x="4800601" y="381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687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381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9" name="Object 14"/>
          <p:cNvGraphicFramePr>
            <a:graphicFrameLocks noChangeAspect="1"/>
          </p:cNvGraphicFramePr>
          <p:nvPr/>
        </p:nvGraphicFramePr>
        <p:xfrm>
          <a:off x="5410201" y="381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3687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381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0" name="Object 15"/>
          <p:cNvGraphicFramePr>
            <a:graphicFrameLocks noChangeAspect="1"/>
          </p:cNvGraphicFramePr>
          <p:nvPr/>
        </p:nvGraphicFramePr>
        <p:xfrm>
          <a:off x="7747001" y="387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90" imgH="368140" progId="Equation.3">
                  <p:embed/>
                </p:oleObj>
              </mc:Choice>
              <mc:Fallback>
                <p:oleObj name="Equation" r:id="rId5" imgW="253890" imgH="368140" progId="Equation.3">
                  <p:embed/>
                  <p:pic>
                    <p:nvPicPr>
                      <p:cNvPr id="3688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3873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1" name="Object 16"/>
          <p:cNvGraphicFramePr>
            <a:graphicFrameLocks noChangeAspect="1"/>
          </p:cNvGraphicFramePr>
          <p:nvPr/>
        </p:nvGraphicFramePr>
        <p:xfrm>
          <a:off x="8356601" y="387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90" imgH="368140" progId="Equation.3">
                  <p:embed/>
                </p:oleObj>
              </mc:Choice>
              <mc:Fallback>
                <p:oleObj name="Equation" r:id="rId5" imgW="253890" imgH="368140" progId="Equation.3">
                  <p:embed/>
                  <p:pic>
                    <p:nvPicPr>
                      <p:cNvPr id="3688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1" y="3873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2" name="Object 17"/>
          <p:cNvGraphicFramePr>
            <a:graphicFrameLocks noChangeAspect="1"/>
          </p:cNvGraphicFramePr>
          <p:nvPr/>
        </p:nvGraphicFramePr>
        <p:xfrm>
          <a:off x="6635751" y="4016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3890" imgH="393529" progId="Equation.3">
                  <p:embed/>
                </p:oleObj>
              </mc:Choice>
              <mc:Fallback>
                <p:oleObj name="Equation" r:id="rId6" imgW="253890" imgH="393529" progId="Equation.3">
                  <p:embed/>
                  <p:pic>
                    <p:nvPicPr>
                      <p:cNvPr id="3688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1" y="401638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3" name="Object 18"/>
          <p:cNvGraphicFramePr>
            <a:graphicFrameLocks noChangeAspect="1"/>
          </p:cNvGraphicFramePr>
          <p:nvPr/>
        </p:nvGraphicFramePr>
        <p:xfrm>
          <a:off x="6019801" y="45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36883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45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1905001" y="30480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2</a:t>
            </a:r>
          </a:p>
        </p:txBody>
      </p:sp>
      <p:graphicFrame>
        <p:nvGraphicFramePr>
          <p:cNvPr id="36885" name="Object 20"/>
          <p:cNvGraphicFramePr>
            <a:graphicFrameLocks noChangeAspect="1"/>
          </p:cNvGraphicFramePr>
          <p:nvPr/>
        </p:nvGraphicFramePr>
        <p:xfrm>
          <a:off x="5943601" y="11430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44307" imgH="533169" progId="Equation.3">
                  <p:embed/>
                </p:oleObj>
              </mc:Choice>
              <mc:Fallback>
                <p:oleObj name="Equation" r:id="rId10" imgW="444307" imgH="533169" progId="Equation.3">
                  <p:embed/>
                  <p:pic>
                    <p:nvPicPr>
                      <p:cNvPr id="36885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11430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6" name="Object 21"/>
          <p:cNvGraphicFramePr>
            <a:graphicFrameLocks noChangeAspect="1"/>
          </p:cNvGraphicFramePr>
          <p:nvPr/>
        </p:nvGraphicFramePr>
        <p:xfrm>
          <a:off x="7239001" y="45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36886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45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7" name="Line 22"/>
          <p:cNvSpPr>
            <a:spLocks noChangeShapeType="1"/>
          </p:cNvSpPr>
          <p:nvPr/>
        </p:nvSpPr>
        <p:spPr bwMode="auto">
          <a:xfrm>
            <a:off x="4114800" y="1828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88" name="Line 23"/>
          <p:cNvSpPr>
            <a:spLocks noChangeShapeType="1"/>
          </p:cNvSpPr>
          <p:nvPr/>
        </p:nvSpPr>
        <p:spPr bwMode="auto">
          <a:xfrm>
            <a:off x="4114800" y="2514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89" name="Line 24"/>
          <p:cNvSpPr>
            <a:spLocks noChangeShapeType="1"/>
          </p:cNvSpPr>
          <p:nvPr/>
        </p:nvSpPr>
        <p:spPr bwMode="auto">
          <a:xfrm>
            <a:off x="45720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90" name="Line 25"/>
          <p:cNvSpPr>
            <a:spLocks noChangeShapeType="1"/>
          </p:cNvSpPr>
          <p:nvPr/>
        </p:nvSpPr>
        <p:spPr bwMode="auto">
          <a:xfrm>
            <a:off x="51816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91" name="Line 26"/>
          <p:cNvSpPr>
            <a:spLocks noChangeShapeType="1"/>
          </p:cNvSpPr>
          <p:nvPr/>
        </p:nvSpPr>
        <p:spPr bwMode="auto">
          <a:xfrm>
            <a:off x="57912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92" name="Line 27"/>
          <p:cNvSpPr>
            <a:spLocks noChangeShapeType="1"/>
          </p:cNvSpPr>
          <p:nvPr/>
        </p:nvSpPr>
        <p:spPr bwMode="auto">
          <a:xfrm>
            <a:off x="64008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93" name="Line 28"/>
          <p:cNvSpPr>
            <a:spLocks noChangeShapeType="1"/>
          </p:cNvSpPr>
          <p:nvPr/>
        </p:nvSpPr>
        <p:spPr bwMode="auto">
          <a:xfrm>
            <a:off x="70104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94" name="Line 29"/>
          <p:cNvSpPr>
            <a:spLocks noChangeShapeType="1"/>
          </p:cNvSpPr>
          <p:nvPr/>
        </p:nvSpPr>
        <p:spPr bwMode="auto">
          <a:xfrm>
            <a:off x="76200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95" name="Line 30"/>
          <p:cNvSpPr>
            <a:spLocks noChangeShapeType="1"/>
          </p:cNvSpPr>
          <p:nvPr/>
        </p:nvSpPr>
        <p:spPr bwMode="auto">
          <a:xfrm>
            <a:off x="82296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96" name="Line 31"/>
          <p:cNvSpPr>
            <a:spLocks noChangeShapeType="1"/>
          </p:cNvSpPr>
          <p:nvPr/>
        </p:nvSpPr>
        <p:spPr bwMode="auto">
          <a:xfrm>
            <a:off x="88392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897" name="Line 32"/>
          <p:cNvSpPr>
            <a:spLocks noChangeShapeType="1"/>
          </p:cNvSpPr>
          <p:nvPr/>
        </p:nvSpPr>
        <p:spPr bwMode="auto">
          <a:xfrm flipV="1">
            <a:off x="6705600" y="2514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36898" name="Object 33"/>
          <p:cNvGraphicFramePr>
            <a:graphicFrameLocks noChangeAspect="1"/>
          </p:cNvGraphicFramePr>
          <p:nvPr/>
        </p:nvGraphicFramePr>
        <p:xfrm>
          <a:off x="4800601" y="1981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68140" progId="Equation.3">
                  <p:embed/>
                </p:oleObj>
              </mc:Choice>
              <mc:Fallback>
                <p:oleObj name="Equation" r:id="rId13" imgW="253890" imgH="368140" progId="Equation.3">
                  <p:embed/>
                  <p:pic>
                    <p:nvPicPr>
                      <p:cNvPr id="36898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1981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9" name="Object 34"/>
          <p:cNvGraphicFramePr>
            <a:graphicFrameLocks noChangeAspect="1"/>
          </p:cNvGraphicFramePr>
          <p:nvPr/>
        </p:nvGraphicFramePr>
        <p:xfrm>
          <a:off x="5410201" y="1981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36899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1981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0" name="Object 35"/>
          <p:cNvGraphicFramePr>
            <a:graphicFrameLocks noChangeAspect="1"/>
          </p:cNvGraphicFramePr>
          <p:nvPr/>
        </p:nvGraphicFramePr>
        <p:xfrm>
          <a:off x="7747001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3690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1" name="Object 36"/>
          <p:cNvGraphicFramePr>
            <a:graphicFrameLocks noChangeAspect="1"/>
          </p:cNvGraphicFramePr>
          <p:nvPr/>
        </p:nvGraphicFramePr>
        <p:xfrm>
          <a:off x="8356601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36901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1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2" name="Object 37"/>
          <p:cNvGraphicFramePr>
            <a:graphicFrameLocks noChangeAspect="1"/>
          </p:cNvGraphicFramePr>
          <p:nvPr/>
        </p:nvGraphicFramePr>
        <p:xfrm>
          <a:off x="6635751" y="20018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3890" imgH="393529" progId="Equation.3">
                  <p:embed/>
                </p:oleObj>
              </mc:Choice>
              <mc:Fallback>
                <p:oleObj name="Equation" r:id="rId15" imgW="253890" imgH="393529" progId="Equation.3">
                  <p:embed/>
                  <p:pic>
                    <p:nvPicPr>
                      <p:cNvPr id="36902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1" y="2001838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3" name="Object 38"/>
          <p:cNvGraphicFramePr>
            <a:graphicFrameLocks noChangeAspect="1"/>
          </p:cNvGraphicFramePr>
          <p:nvPr/>
        </p:nvGraphicFramePr>
        <p:xfrm>
          <a:off x="6019801" y="2057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36903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2057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04" name="Text Box 39"/>
          <p:cNvSpPr txBox="1">
            <a:spLocks noChangeArrowheads="1"/>
          </p:cNvSpPr>
          <p:nvPr/>
        </p:nvSpPr>
        <p:spPr bwMode="auto">
          <a:xfrm>
            <a:off x="1905001" y="190500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3</a:t>
            </a:r>
          </a:p>
        </p:txBody>
      </p:sp>
      <p:graphicFrame>
        <p:nvGraphicFramePr>
          <p:cNvPr id="36905" name="Object 40"/>
          <p:cNvGraphicFramePr>
            <a:graphicFrameLocks noChangeAspect="1"/>
          </p:cNvGraphicFramePr>
          <p:nvPr/>
        </p:nvGraphicFramePr>
        <p:xfrm>
          <a:off x="6553201" y="27432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44307" imgH="533169" progId="Equation.3">
                  <p:embed/>
                </p:oleObj>
              </mc:Choice>
              <mc:Fallback>
                <p:oleObj name="Equation" r:id="rId17" imgW="444307" imgH="533169" progId="Equation.3">
                  <p:embed/>
                  <p:pic>
                    <p:nvPicPr>
                      <p:cNvPr id="36905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1" y="27432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6" name="Object 41"/>
          <p:cNvGraphicFramePr>
            <a:graphicFrameLocks noChangeAspect="1"/>
          </p:cNvGraphicFramePr>
          <p:nvPr/>
        </p:nvGraphicFramePr>
        <p:xfrm>
          <a:off x="7239001" y="2057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36906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2057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07" name="Line 42"/>
          <p:cNvSpPr>
            <a:spLocks noChangeShapeType="1"/>
          </p:cNvSpPr>
          <p:nvPr/>
        </p:nvSpPr>
        <p:spPr bwMode="auto">
          <a:xfrm>
            <a:off x="4114800" y="35052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08" name="Line 43"/>
          <p:cNvSpPr>
            <a:spLocks noChangeShapeType="1"/>
          </p:cNvSpPr>
          <p:nvPr/>
        </p:nvSpPr>
        <p:spPr bwMode="auto">
          <a:xfrm>
            <a:off x="4114800" y="41910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09" name="Line 44"/>
          <p:cNvSpPr>
            <a:spLocks noChangeShapeType="1"/>
          </p:cNvSpPr>
          <p:nvPr/>
        </p:nvSpPr>
        <p:spPr bwMode="auto">
          <a:xfrm>
            <a:off x="45720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10" name="Line 45"/>
          <p:cNvSpPr>
            <a:spLocks noChangeShapeType="1"/>
          </p:cNvSpPr>
          <p:nvPr/>
        </p:nvSpPr>
        <p:spPr bwMode="auto">
          <a:xfrm>
            <a:off x="51816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11" name="Line 46"/>
          <p:cNvSpPr>
            <a:spLocks noChangeShapeType="1"/>
          </p:cNvSpPr>
          <p:nvPr/>
        </p:nvSpPr>
        <p:spPr bwMode="auto">
          <a:xfrm>
            <a:off x="57912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12" name="Line 47"/>
          <p:cNvSpPr>
            <a:spLocks noChangeShapeType="1"/>
          </p:cNvSpPr>
          <p:nvPr/>
        </p:nvSpPr>
        <p:spPr bwMode="auto">
          <a:xfrm>
            <a:off x="64008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13" name="Line 48"/>
          <p:cNvSpPr>
            <a:spLocks noChangeShapeType="1"/>
          </p:cNvSpPr>
          <p:nvPr/>
        </p:nvSpPr>
        <p:spPr bwMode="auto">
          <a:xfrm>
            <a:off x="70104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14" name="Line 49"/>
          <p:cNvSpPr>
            <a:spLocks noChangeShapeType="1"/>
          </p:cNvSpPr>
          <p:nvPr/>
        </p:nvSpPr>
        <p:spPr bwMode="auto">
          <a:xfrm>
            <a:off x="76200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15" name="Line 50"/>
          <p:cNvSpPr>
            <a:spLocks noChangeShapeType="1"/>
          </p:cNvSpPr>
          <p:nvPr/>
        </p:nvSpPr>
        <p:spPr bwMode="auto">
          <a:xfrm>
            <a:off x="82296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16" name="Line 51"/>
          <p:cNvSpPr>
            <a:spLocks noChangeShapeType="1"/>
          </p:cNvSpPr>
          <p:nvPr/>
        </p:nvSpPr>
        <p:spPr bwMode="auto">
          <a:xfrm>
            <a:off x="88392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17" name="Line 52"/>
          <p:cNvSpPr>
            <a:spLocks noChangeShapeType="1"/>
          </p:cNvSpPr>
          <p:nvPr/>
        </p:nvSpPr>
        <p:spPr bwMode="auto">
          <a:xfrm flipV="1">
            <a:off x="6096000" y="4191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36918" name="Object 53"/>
          <p:cNvGraphicFramePr>
            <a:graphicFrameLocks noChangeAspect="1"/>
          </p:cNvGraphicFramePr>
          <p:nvPr/>
        </p:nvGraphicFramePr>
        <p:xfrm>
          <a:off x="4800601" y="3657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3890" imgH="368140" progId="Equation.3">
                  <p:embed/>
                </p:oleObj>
              </mc:Choice>
              <mc:Fallback>
                <p:oleObj name="Equation" r:id="rId18" imgW="253890" imgH="368140" progId="Equation.3">
                  <p:embed/>
                  <p:pic>
                    <p:nvPicPr>
                      <p:cNvPr id="36918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36576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19" name="Object 54"/>
          <p:cNvGraphicFramePr>
            <a:graphicFrameLocks noChangeAspect="1"/>
          </p:cNvGraphicFramePr>
          <p:nvPr/>
        </p:nvGraphicFramePr>
        <p:xfrm>
          <a:off x="5410201" y="3657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3890" imgH="368140" progId="Equation.3">
                  <p:embed/>
                </p:oleObj>
              </mc:Choice>
              <mc:Fallback>
                <p:oleObj name="Equation" r:id="rId18" imgW="253890" imgH="368140" progId="Equation.3">
                  <p:embed/>
                  <p:pic>
                    <p:nvPicPr>
                      <p:cNvPr id="36919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36576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20" name="Object 55"/>
          <p:cNvGraphicFramePr>
            <a:graphicFrameLocks noChangeAspect="1"/>
          </p:cNvGraphicFramePr>
          <p:nvPr/>
        </p:nvGraphicFramePr>
        <p:xfrm>
          <a:off x="7747001" y="3663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3890" imgH="368140" progId="Equation.3">
                  <p:embed/>
                </p:oleObj>
              </mc:Choice>
              <mc:Fallback>
                <p:oleObj name="Equation" r:id="rId18" imgW="253890" imgH="368140" progId="Equation.3">
                  <p:embed/>
                  <p:pic>
                    <p:nvPicPr>
                      <p:cNvPr id="3692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36639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21" name="Object 56"/>
          <p:cNvGraphicFramePr>
            <a:graphicFrameLocks noChangeAspect="1"/>
          </p:cNvGraphicFramePr>
          <p:nvPr/>
        </p:nvGraphicFramePr>
        <p:xfrm>
          <a:off x="8356601" y="3663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3890" imgH="368140" progId="Equation.3">
                  <p:embed/>
                </p:oleObj>
              </mc:Choice>
              <mc:Fallback>
                <p:oleObj name="Equation" r:id="rId19" imgW="253890" imgH="368140" progId="Equation.3">
                  <p:embed/>
                  <p:pic>
                    <p:nvPicPr>
                      <p:cNvPr id="36921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1" y="36639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22" name="Object 57"/>
          <p:cNvGraphicFramePr>
            <a:graphicFrameLocks noChangeAspect="1"/>
          </p:cNvGraphicFramePr>
          <p:nvPr/>
        </p:nvGraphicFramePr>
        <p:xfrm>
          <a:off x="6635751" y="36782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3890" imgH="393529" progId="Equation.3">
                  <p:embed/>
                </p:oleObj>
              </mc:Choice>
              <mc:Fallback>
                <p:oleObj name="Equation" r:id="rId20" imgW="253890" imgH="393529" progId="Equation.3">
                  <p:embed/>
                  <p:pic>
                    <p:nvPicPr>
                      <p:cNvPr id="36922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1" y="3678238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23" name="Object 58"/>
          <p:cNvGraphicFramePr>
            <a:graphicFrameLocks noChangeAspect="1"/>
          </p:cNvGraphicFramePr>
          <p:nvPr/>
        </p:nvGraphicFramePr>
        <p:xfrm>
          <a:off x="6019801" y="373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36923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3733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24" name="Text Box 59"/>
          <p:cNvSpPr txBox="1">
            <a:spLocks noChangeArrowheads="1"/>
          </p:cNvSpPr>
          <p:nvPr/>
        </p:nvSpPr>
        <p:spPr bwMode="auto">
          <a:xfrm>
            <a:off x="1905001" y="358140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4</a:t>
            </a:r>
          </a:p>
        </p:txBody>
      </p:sp>
      <p:graphicFrame>
        <p:nvGraphicFramePr>
          <p:cNvPr id="36925" name="Object 60"/>
          <p:cNvGraphicFramePr>
            <a:graphicFrameLocks noChangeAspect="1"/>
          </p:cNvGraphicFramePr>
          <p:nvPr/>
        </p:nvGraphicFramePr>
        <p:xfrm>
          <a:off x="5867401" y="44196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44307" imgH="533169" progId="Equation.3">
                  <p:embed/>
                </p:oleObj>
              </mc:Choice>
              <mc:Fallback>
                <p:oleObj name="Equation" r:id="rId22" imgW="444307" imgH="533169" progId="Equation.3">
                  <p:embed/>
                  <p:pic>
                    <p:nvPicPr>
                      <p:cNvPr id="36925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1" y="44196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26" name="Object 61"/>
          <p:cNvGraphicFramePr>
            <a:graphicFrameLocks noChangeAspect="1"/>
          </p:cNvGraphicFramePr>
          <p:nvPr/>
        </p:nvGraphicFramePr>
        <p:xfrm>
          <a:off x="7239001" y="373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66584" imgH="279279" progId="Equation.3">
                  <p:embed/>
                </p:oleObj>
              </mc:Choice>
              <mc:Fallback>
                <p:oleObj name="Equation" r:id="rId23" imgW="266584" imgH="279279" progId="Equation.3">
                  <p:embed/>
                  <p:pic>
                    <p:nvPicPr>
                      <p:cNvPr id="36926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3733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27" name="Line 82"/>
          <p:cNvSpPr>
            <a:spLocks noChangeShapeType="1"/>
          </p:cNvSpPr>
          <p:nvPr/>
        </p:nvSpPr>
        <p:spPr bwMode="auto">
          <a:xfrm>
            <a:off x="4191000" y="5257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28" name="Line 83"/>
          <p:cNvSpPr>
            <a:spLocks noChangeShapeType="1"/>
          </p:cNvSpPr>
          <p:nvPr/>
        </p:nvSpPr>
        <p:spPr bwMode="auto">
          <a:xfrm>
            <a:off x="4191000" y="5945188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29" name="Line 84"/>
          <p:cNvSpPr>
            <a:spLocks noChangeShapeType="1"/>
          </p:cNvSpPr>
          <p:nvPr/>
        </p:nvSpPr>
        <p:spPr bwMode="auto">
          <a:xfrm>
            <a:off x="46482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30" name="Line 85"/>
          <p:cNvSpPr>
            <a:spLocks noChangeShapeType="1"/>
          </p:cNvSpPr>
          <p:nvPr/>
        </p:nvSpPr>
        <p:spPr bwMode="auto">
          <a:xfrm>
            <a:off x="52578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31" name="Line 86"/>
          <p:cNvSpPr>
            <a:spLocks noChangeShapeType="1"/>
          </p:cNvSpPr>
          <p:nvPr/>
        </p:nvSpPr>
        <p:spPr bwMode="auto">
          <a:xfrm>
            <a:off x="58674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32" name="Line 87"/>
          <p:cNvSpPr>
            <a:spLocks noChangeShapeType="1"/>
          </p:cNvSpPr>
          <p:nvPr/>
        </p:nvSpPr>
        <p:spPr bwMode="auto">
          <a:xfrm>
            <a:off x="64770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33" name="Line 88"/>
          <p:cNvSpPr>
            <a:spLocks noChangeShapeType="1"/>
          </p:cNvSpPr>
          <p:nvPr/>
        </p:nvSpPr>
        <p:spPr bwMode="auto">
          <a:xfrm>
            <a:off x="70866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34" name="Line 89"/>
          <p:cNvSpPr>
            <a:spLocks noChangeShapeType="1"/>
          </p:cNvSpPr>
          <p:nvPr/>
        </p:nvSpPr>
        <p:spPr bwMode="auto">
          <a:xfrm>
            <a:off x="76962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35" name="Line 90"/>
          <p:cNvSpPr>
            <a:spLocks noChangeShapeType="1"/>
          </p:cNvSpPr>
          <p:nvPr/>
        </p:nvSpPr>
        <p:spPr bwMode="auto">
          <a:xfrm>
            <a:off x="83058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36" name="Line 91"/>
          <p:cNvSpPr>
            <a:spLocks noChangeShapeType="1"/>
          </p:cNvSpPr>
          <p:nvPr/>
        </p:nvSpPr>
        <p:spPr bwMode="auto">
          <a:xfrm>
            <a:off x="89154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6937" name="Line 92"/>
          <p:cNvSpPr>
            <a:spLocks noChangeShapeType="1"/>
          </p:cNvSpPr>
          <p:nvPr/>
        </p:nvSpPr>
        <p:spPr bwMode="auto">
          <a:xfrm flipV="1">
            <a:off x="6781800" y="5943601"/>
            <a:ext cx="0" cy="303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36938" name="Object 93"/>
          <p:cNvGraphicFramePr>
            <a:graphicFrameLocks noChangeAspect="1"/>
          </p:cNvGraphicFramePr>
          <p:nvPr/>
        </p:nvGraphicFramePr>
        <p:xfrm>
          <a:off x="4876801" y="5411788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53890" imgH="368140" progId="Equation.3">
                  <p:embed/>
                </p:oleObj>
              </mc:Choice>
              <mc:Fallback>
                <p:oleObj name="Equation" r:id="rId24" imgW="253890" imgH="368140" progId="Equation.3">
                  <p:embed/>
                  <p:pic>
                    <p:nvPicPr>
                      <p:cNvPr id="36938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1" y="5411788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39" name="Object 94"/>
          <p:cNvGraphicFramePr>
            <a:graphicFrameLocks noChangeAspect="1"/>
          </p:cNvGraphicFramePr>
          <p:nvPr/>
        </p:nvGraphicFramePr>
        <p:xfrm>
          <a:off x="5486401" y="5411788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53890" imgH="368140" progId="Equation.3">
                  <p:embed/>
                </p:oleObj>
              </mc:Choice>
              <mc:Fallback>
                <p:oleObj name="Equation" r:id="rId24" imgW="253890" imgH="368140" progId="Equation.3">
                  <p:embed/>
                  <p:pic>
                    <p:nvPicPr>
                      <p:cNvPr id="36939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1" y="5411788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40" name="Object 95"/>
          <p:cNvGraphicFramePr>
            <a:graphicFrameLocks noChangeAspect="1"/>
          </p:cNvGraphicFramePr>
          <p:nvPr/>
        </p:nvGraphicFramePr>
        <p:xfrm>
          <a:off x="7823201" y="5418138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53890" imgH="368140" progId="Equation.3">
                  <p:embed/>
                </p:oleObj>
              </mc:Choice>
              <mc:Fallback>
                <p:oleObj name="Equation" r:id="rId25" imgW="253890" imgH="368140" progId="Equation.3">
                  <p:embed/>
                  <p:pic>
                    <p:nvPicPr>
                      <p:cNvPr id="3694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3201" y="5418138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41" name="Object 96"/>
          <p:cNvGraphicFramePr>
            <a:graphicFrameLocks noChangeAspect="1"/>
          </p:cNvGraphicFramePr>
          <p:nvPr/>
        </p:nvGraphicFramePr>
        <p:xfrm>
          <a:off x="8432801" y="5418138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53890" imgH="368140" progId="Equation.3">
                  <p:embed/>
                </p:oleObj>
              </mc:Choice>
              <mc:Fallback>
                <p:oleObj name="Equation" r:id="rId25" imgW="253890" imgH="368140" progId="Equation.3">
                  <p:embed/>
                  <p:pic>
                    <p:nvPicPr>
                      <p:cNvPr id="36941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2801" y="5418138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42" name="Object 97"/>
          <p:cNvGraphicFramePr>
            <a:graphicFrameLocks noChangeAspect="1"/>
          </p:cNvGraphicFramePr>
          <p:nvPr/>
        </p:nvGraphicFramePr>
        <p:xfrm>
          <a:off x="6711951" y="5432426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53890" imgH="393529" progId="Equation.3">
                  <p:embed/>
                </p:oleObj>
              </mc:Choice>
              <mc:Fallback>
                <p:oleObj name="Equation" r:id="rId26" imgW="253890" imgH="393529" progId="Equation.3">
                  <p:embed/>
                  <p:pic>
                    <p:nvPicPr>
                      <p:cNvPr id="36942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1951" y="5432426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43" name="Object 98"/>
          <p:cNvGraphicFramePr>
            <a:graphicFrameLocks noChangeAspect="1"/>
          </p:cNvGraphicFramePr>
          <p:nvPr/>
        </p:nvGraphicFramePr>
        <p:xfrm>
          <a:off x="6096001" y="5487988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66584" imgH="279279" progId="Equation.3">
                  <p:embed/>
                </p:oleObj>
              </mc:Choice>
              <mc:Fallback>
                <p:oleObj name="Equation" r:id="rId27" imgW="266584" imgH="279279" progId="Equation.3">
                  <p:embed/>
                  <p:pic>
                    <p:nvPicPr>
                      <p:cNvPr id="36943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5487988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44" name="Text Box 99"/>
          <p:cNvSpPr txBox="1">
            <a:spLocks noChangeArrowheads="1"/>
          </p:cNvSpPr>
          <p:nvPr/>
        </p:nvSpPr>
        <p:spPr bwMode="auto">
          <a:xfrm>
            <a:off x="1981201" y="5335589"/>
            <a:ext cx="1482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5</a:t>
            </a:r>
          </a:p>
        </p:txBody>
      </p:sp>
      <p:graphicFrame>
        <p:nvGraphicFramePr>
          <p:cNvPr id="36945" name="Object 100"/>
          <p:cNvGraphicFramePr>
            <a:graphicFrameLocks noChangeAspect="1"/>
          </p:cNvGraphicFramePr>
          <p:nvPr/>
        </p:nvGraphicFramePr>
        <p:xfrm>
          <a:off x="6629401" y="60960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44307" imgH="533169" progId="Equation.3">
                  <p:embed/>
                </p:oleObj>
              </mc:Choice>
              <mc:Fallback>
                <p:oleObj name="Equation" r:id="rId28" imgW="444307" imgH="533169" progId="Equation.3">
                  <p:embed/>
                  <p:pic>
                    <p:nvPicPr>
                      <p:cNvPr id="36945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1" y="60960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46" name="Object 101"/>
          <p:cNvGraphicFramePr>
            <a:graphicFrameLocks noChangeAspect="1"/>
          </p:cNvGraphicFramePr>
          <p:nvPr/>
        </p:nvGraphicFramePr>
        <p:xfrm>
          <a:off x="7315201" y="5487988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66584" imgH="279279" progId="Equation.3">
                  <p:embed/>
                </p:oleObj>
              </mc:Choice>
              <mc:Fallback>
                <p:oleObj name="Equation" r:id="rId29" imgW="266584" imgH="279279" progId="Equation.3">
                  <p:embed/>
                  <p:pic>
                    <p:nvPicPr>
                      <p:cNvPr id="36946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1" y="5487988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47" name="Text Box 102"/>
          <p:cNvSpPr txBox="1">
            <a:spLocks noChangeArrowheads="1"/>
          </p:cNvSpPr>
          <p:nvPr/>
        </p:nvSpPr>
        <p:spPr bwMode="auto">
          <a:xfrm>
            <a:off x="2286000" y="6278564"/>
            <a:ext cx="2978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...Infinite Loop</a:t>
            </a:r>
          </a:p>
        </p:txBody>
      </p:sp>
      <p:sp>
        <p:nvSpPr>
          <p:cNvPr id="3" name="Text Box 102">
            <a:extLst>
              <a:ext uri="{FF2B5EF4-FFF2-40B4-BE49-F238E27FC236}">
                <a16:creationId xmlns:a16="http://schemas.microsoft.com/office/drawing/2014/main" id="{F1795886-D7B0-27E9-CA26-EB2AB0E4A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0" y="5868988"/>
            <a:ext cx="29352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 sz="2800" dirty="0">
                <a:solidFill>
                  <a:srgbClr val="FF0000"/>
                </a:solidFill>
              </a:rPr>
              <a:t>...Infinite Loop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1447800" y="2628900"/>
            <a:ext cx="9898033" cy="176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 dirty="0"/>
              <a:t>Because of the infinite loop</a:t>
            </a:r>
          </a:p>
          <a:p>
            <a:r>
              <a:rPr lang="en-US" altLang="ar-SA" dirty="0"/>
              <a:t>the final state cannot be reached</a:t>
            </a:r>
          </a:p>
          <a:p>
            <a:r>
              <a:rPr lang="en-US" altLang="ar-SA" dirty="0"/>
              <a:t>and the input is not accepted.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dirty="0"/>
              <a:t>Another Turing Machine Example</a:t>
            </a:r>
          </a:p>
        </p:txBody>
      </p:sp>
      <p:sp>
        <p:nvSpPr>
          <p:cNvPr id="38919" name="Text Box 14"/>
          <p:cNvSpPr txBox="1">
            <a:spLocks noChangeArrowheads="1"/>
          </p:cNvSpPr>
          <p:nvPr/>
        </p:nvSpPr>
        <p:spPr bwMode="auto">
          <a:xfrm>
            <a:off x="1689683" y="1893093"/>
            <a:ext cx="62865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 dirty="0"/>
              <a:t>Turing machine for the language</a:t>
            </a:r>
          </a:p>
        </p:txBody>
      </p:sp>
      <p:graphicFrame>
        <p:nvGraphicFramePr>
          <p:cNvPr id="3892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960562"/>
              </p:ext>
            </p:extLst>
          </p:nvPr>
        </p:nvGraphicFramePr>
        <p:xfrm>
          <a:off x="8077201" y="1770550"/>
          <a:ext cx="1295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400" imgH="660400" progId="Equation.3">
                  <p:embed/>
                </p:oleObj>
              </mc:Choice>
              <mc:Fallback>
                <p:oleObj name="Equation" r:id="rId2" imgW="1295400" imgH="660400" progId="Equation.3">
                  <p:embed/>
                  <p:pic>
                    <p:nvPicPr>
                      <p:cNvPr id="3892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1" y="1770550"/>
                        <a:ext cx="12954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AE7104E1-C5FE-F7C5-A500-E6A612675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586684"/>
            <a:ext cx="10439400" cy="377601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70" name="Line 33"/>
          <p:cNvSpPr>
            <a:spLocks noChangeShapeType="1"/>
          </p:cNvSpPr>
          <p:nvPr/>
        </p:nvSpPr>
        <p:spPr bwMode="auto">
          <a:xfrm>
            <a:off x="16002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71" name="Line 34"/>
          <p:cNvSpPr>
            <a:spLocks noChangeShapeType="1"/>
          </p:cNvSpPr>
          <p:nvPr/>
        </p:nvSpPr>
        <p:spPr bwMode="auto">
          <a:xfrm>
            <a:off x="16002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72" name="Line 35"/>
          <p:cNvSpPr>
            <a:spLocks noChangeShapeType="1"/>
          </p:cNvSpPr>
          <p:nvPr/>
        </p:nvSpPr>
        <p:spPr bwMode="auto">
          <a:xfrm>
            <a:off x="1981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73" name="Line 36"/>
          <p:cNvSpPr>
            <a:spLocks noChangeShapeType="1"/>
          </p:cNvSpPr>
          <p:nvPr/>
        </p:nvSpPr>
        <p:spPr bwMode="auto">
          <a:xfrm>
            <a:off x="2514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74" name="Line 37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75" name="Line 38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76" name="Line 39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77" name="Line 40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78" name="Line 41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79" name="Line 43"/>
          <p:cNvSpPr>
            <a:spLocks noChangeShapeType="1"/>
          </p:cNvSpPr>
          <p:nvPr/>
        </p:nvSpPr>
        <p:spPr bwMode="auto">
          <a:xfrm flipV="1">
            <a:off x="27432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39980" name="Object 45"/>
          <p:cNvGraphicFramePr>
            <a:graphicFrameLocks noChangeAspect="1"/>
          </p:cNvGraphicFramePr>
          <p:nvPr/>
        </p:nvGraphicFramePr>
        <p:xfrm>
          <a:off x="2133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998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1" name="Object 46"/>
          <p:cNvGraphicFramePr>
            <a:graphicFrameLocks noChangeAspect="1"/>
          </p:cNvGraphicFramePr>
          <p:nvPr/>
        </p:nvGraphicFramePr>
        <p:xfrm>
          <a:off x="4800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39981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2" name="Object 48"/>
          <p:cNvGraphicFramePr>
            <a:graphicFrameLocks noChangeAspect="1"/>
          </p:cNvGraphicFramePr>
          <p:nvPr/>
        </p:nvGraphicFramePr>
        <p:xfrm>
          <a:off x="37338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90" imgH="393529" progId="Equation.3">
                  <p:embed/>
                </p:oleObj>
              </mc:Choice>
              <mc:Fallback>
                <p:oleObj name="Equation" r:id="rId5" imgW="253890" imgH="393529" progId="Equation.3">
                  <p:embed/>
                  <p:pic>
                    <p:nvPicPr>
                      <p:cNvPr id="39982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3" name="Object 49"/>
          <p:cNvGraphicFramePr>
            <a:graphicFrameLocks noChangeAspect="1"/>
          </p:cNvGraphicFramePr>
          <p:nvPr/>
        </p:nvGraphicFramePr>
        <p:xfrm>
          <a:off x="2667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584" imgH="279279" progId="Equation.3">
                  <p:embed/>
                </p:oleObj>
              </mc:Choice>
              <mc:Fallback>
                <p:oleObj name="Equation" r:id="rId7" imgW="266584" imgH="279279" progId="Equation.3">
                  <p:embed/>
                  <p:pic>
                    <p:nvPicPr>
                      <p:cNvPr id="39983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4" name="Object 51"/>
          <p:cNvGraphicFramePr>
            <a:graphicFrameLocks noChangeAspect="1"/>
          </p:cNvGraphicFramePr>
          <p:nvPr/>
        </p:nvGraphicFramePr>
        <p:xfrm>
          <a:off x="2514601" y="16764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307" imgH="533169" progId="Equation.3">
                  <p:embed/>
                </p:oleObj>
              </mc:Choice>
              <mc:Fallback>
                <p:oleObj name="Equation" r:id="rId9" imgW="444307" imgH="533169" progId="Equation.3">
                  <p:embed/>
                  <p:pic>
                    <p:nvPicPr>
                      <p:cNvPr id="39984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16764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5" name="Object 52"/>
          <p:cNvGraphicFramePr>
            <a:graphicFrameLocks noChangeAspect="1"/>
          </p:cNvGraphicFramePr>
          <p:nvPr/>
        </p:nvGraphicFramePr>
        <p:xfrm>
          <a:off x="32004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39985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6" name="Object 53"/>
          <p:cNvGraphicFramePr>
            <a:graphicFrameLocks noChangeAspect="1"/>
          </p:cNvGraphicFramePr>
          <p:nvPr/>
        </p:nvGraphicFramePr>
        <p:xfrm>
          <a:off x="42672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90" imgH="393529" progId="Equation.3">
                  <p:embed/>
                </p:oleObj>
              </mc:Choice>
              <mc:Fallback>
                <p:oleObj name="Equation" r:id="rId12" imgW="253890" imgH="393529" progId="Equation.3">
                  <p:embed/>
                  <p:pic>
                    <p:nvPicPr>
                      <p:cNvPr id="39986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87" name="Text Box 54"/>
          <p:cNvSpPr txBox="1">
            <a:spLocks noChangeArrowheads="1"/>
          </p:cNvSpPr>
          <p:nvPr/>
        </p:nvSpPr>
        <p:spPr bwMode="auto">
          <a:xfrm>
            <a:off x="2590801" y="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0</a:t>
            </a:r>
          </a:p>
        </p:txBody>
      </p:sp>
      <p:sp>
        <p:nvSpPr>
          <p:cNvPr id="39988" name="Line 55"/>
          <p:cNvSpPr>
            <a:spLocks noChangeShapeType="1"/>
          </p:cNvSpPr>
          <p:nvPr/>
        </p:nvSpPr>
        <p:spPr bwMode="auto">
          <a:xfrm>
            <a:off x="64008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89" name="Line 56"/>
          <p:cNvSpPr>
            <a:spLocks noChangeShapeType="1"/>
          </p:cNvSpPr>
          <p:nvPr/>
        </p:nvSpPr>
        <p:spPr bwMode="auto">
          <a:xfrm>
            <a:off x="64008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90" name="Line 57"/>
          <p:cNvSpPr>
            <a:spLocks noChangeShapeType="1"/>
          </p:cNvSpPr>
          <p:nvPr/>
        </p:nvSpPr>
        <p:spPr bwMode="auto">
          <a:xfrm>
            <a:off x="6781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91" name="Line 58"/>
          <p:cNvSpPr>
            <a:spLocks noChangeShapeType="1"/>
          </p:cNvSpPr>
          <p:nvPr/>
        </p:nvSpPr>
        <p:spPr bwMode="auto">
          <a:xfrm>
            <a:off x="7315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92" name="Line 59"/>
          <p:cNvSpPr>
            <a:spLocks noChangeShapeType="1"/>
          </p:cNvSpPr>
          <p:nvPr/>
        </p:nvSpPr>
        <p:spPr bwMode="auto">
          <a:xfrm>
            <a:off x="7848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93" name="Line 60"/>
          <p:cNvSpPr>
            <a:spLocks noChangeShapeType="1"/>
          </p:cNvSpPr>
          <p:nvPr/>
        </p:nvSpPr>
        <p:spPr bwMode="auto">
          <a:xfrm>
            <a:off x="8382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94" name="Line 61"/>
          <p:cNvSpPr>
            <a:spLocks noChangeShapeType="1"/>
          </p:cNvSpPr>
          <p:nvPr/>
        </p:nvSpPr>
        <p:spPr bwMode="auto">
          <a:xfrm>
            <a:off x="8915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95" name="Line 62"/>
          <p:cNvSpPr>
            <a:spLocks noChangeShapeType="1"/>
          </p:cNvSpPr>
          <p:nvPr/>
        </p:nvSpPr>
        <p:spPr bwMode="auto">
          <a:xfrm>
            <a:off x="9448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96" name="Line 63"/>
          <p:cNvSpPr>
            <a:spLocks noChangeShapeType="1"/>
          </p:cNvSpPr>
          <p:nvPr/>
        </p:nvSpPr>
        <p:spPr bwMode="auto">
          <a:xfrm>
            <a:off x="9982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39997" name="Line 64"/>
          <p:cNvSpPr>
            <a:spLocks noChangeShapeType="1"/>
          </p:cNvSpPr>
          <p:nvPr/>
        </p:nvSpPr>
        <p:spPr bwMode="auto">
          <a:xfrm flipV="1">
            <a:off x="81534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39998" name="Object 65"/>
          <p:cNvGraphicFramePr>
            <a:graphicFrameLocks noChangeAspect="1"/>
          </p:cNvGraphicFramePr>
          <p:nvPr/>
        </p:nvGraphicFramePr>
        <p:xfrm>
          <a:off x="6934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68140" progId="Equation.3">
                  <p:embed/>
                </p:oleObj>
              </mc:Choice>
              <mc:Fallback>
                <p:oleObj name="Equation" r:id="rId13" imgW="253890" imgH="368140" progId="Equation.3">
                  <p:embed/>
                  <p:pic>
                    <p:nvPicPr>
                      <p:cNvPr id="39998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99" name="Object 66"/>
          <p:cNvGraphicFramePr>
            <a:graphicFrameLocks noChangeAspect="1"/>
          </p:cNvGraphicFramePr>
          <p:nvPr/>
        </p:nvGraphicFramePr>
        <p:xfrm>
          <a:off x="9601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68140" progId="Equation.3">
                  <p:embed/>
                </p:oleObj>
              </mc:Choice>
              <mc:Fallback>
                <p:oleObj name="Equation" r:id="rId13" imgW="253890" imgH="368140" progId="Equation.3">
                  <p:embed/>
                  <p:pic>
                    <p:nvPicPr>
                      <p:cNvPr id="39999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00" name="Object 67"/>
          <p:cNvGraphicFramePr>
            <a:graphicFrameLocks noChangeAspect="1"/>
          </p:cNvGraphicFramePr>
          <p:nvPr/>
        </p:nvGraphicFramePr>
        <p:xfrm>
          <a:off x="85344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93529" progId="Equation.3">
                  <p:embed/>
                </p:oleObj>
              </mc:Choice>
              <mc:Fallback>
                <p:oleObj name="Equation" r:id="rId14" imgW="253890" imgH="393529" progId="Equation.3">
                  <p:embed/>
                  <p:pic>
                    <p:nvPicPr>
                      <p:cNvPr id="4000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01" name="Object 68"/>
          <p:cNvGraphicFramePr>
            <a:graphicFrameLocks noChangeAspect="1"/>
          </p:cNvGraphicFramePr>
          <p:nvPr/>
        </p:nvGraphicFramePr>
        <p:xfrm>
          <a:off x="74676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0001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02" name="Object 69"/>
          <p:cNvGraphicFramePr>
            <a:graphicFrameLocks noChangeAspect="1"/>
          </p:cNvGraphicFramePr>
          <p:nvPr/>
        </p:nvGraphicFramePr>
        <p:xfrm>
          <a:off x="8001000" y="16764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80835" imgH="520474" progId="Equation.3">
                  <p:embed/>
                </p:oleObj>
              </mc:Choice>
              <mc:Fallback>
                <p:oleObj name="Equation" r:id="rId17" imgW="380835" imgH="520474" progId="Equation.3">
                  <p:embed/>
                  <p:pic>
                    <p:nvPicPr>
                      <p:cNvPr id="40002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1676400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03" name="Object 70"/>
          <p:cNvGraphicFramePr>
            <a:graphicFrameLocks noChangeAspect="1"/>
          </p:cNvGraphicFramePr>
          <p:nvPr/>
        </p:nvGraphicFramePr>
        <p:xfrm>
          <a:off x="8001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40003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04" name="Object 71"/>
          <p:cNvGraphicFramePr>
            <a:graphicFrameLocks noChangeAspect="1"/>
          </p:cNvGraphicFramePr>
          <p:nvPr/>
        </p:nvGraphicFramePr>
        <p:xfrm>
          <a:off x="90678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3890" imgH="393529" progId="Equation.3">
                  <p:embed/>
                </p:oleObj>
              </mc:Choice>
              <mc:Fallback>
                <p:oleObj name="Equation" r:id="rId20" imgW="253890" imgH="393529" progId="Equation.3">
                  <p:embed/>
                  <p:pic>
                    <p:nvPicPr>
                      <p:cNvPr id="40004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05" name="Text Box 72"/>
          <p:cNvSpPr txBox="1">
            <a:spLocks noChangeArrowheads="1"/>
          </p:cNvSpPr>
          <p:nvPr/>
        </p:nvSpPr>
        <p:spPr bwMode="auto">
          <a:xfrm>
            <a:off x="7391400" y="0"/>
            <a:ext cx="14176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1</a:t>
            </a:r>
          </a:p>
        </p:txBody>
      </p:sp>
      <p:graphicFrame>
        <p:nvGraphicFramePr>
          <p:cNvPr id="40006" name="Object 73"/>
          <p:cNvGraphicFramePr>
            <a:graphicFrameLocks noChangeAspect="1"/>
          </p:cNvGraphicFramePr>
          <p:nvPr/>
        </p:nvGraphicFramePr>
        <p:xfrm>
          <a:off x="53340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3890" imgH="368140" progId="Equation.3">
                  <p:embed/>
                </p:oleObj>
              </mc:Choice>
              <mc:Fallback>
                <p:oleObj name="Equation" r:id="rId21" imgW="253890" imgH="368140" progId="Equation.3">
                  <p:embed/>
                  <p:pic>
                    <p:nvPicPr>
                      <p:cNvPr id="40006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07" name="Object 75"/>
          <p:cNvGraphicFramePr>
            <a:graphicFrameLocks noChangeAspect="1"/>
          </p:cNvGraphicFramePr>
          <p:nvPr/>
        </p:nvGraphicFramePr>
        <p:xfrm>
          <a:off x="100584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3890" imgH="368140" progId="Equation.3">
                  <p:embed/>
                </p:oleObj>
              </mc:Choice>
              <mc:Fallback>
                <p:oleObj name="Equation" r:id="rId21" imgW="253890" imgH="368140" progId="Equation.3">
                  <p:embed/>
                  <p:pic>
                    <p:nvPicPr>
                      <p:cNvPr id="40007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4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30C98AE4-DEDF-4D92-30DA-98339446F9B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04950" y="2438399"/>
            <a:ext cx="9601199" cy="388138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4" name="Line 33"/>
          <p:cNvSpPr>
            <a:spLocks noChangeShapeType="1"/>
          </p:cNvSpPr>
          <p:nvPr/>
        </p:nvSpPr>
        <p:spPr bwMode="auto">
          <a:xfrm>
            <a:off x="16002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0995" name="Line 34"/>
          <p:cNvSpPr>
            <a:spLocks noChangeShapeType="1"/>
          </p:cNvSpPr>
          <p:nvPr/>
        </p:nvSpPr>
        <p:spPr bwMode="auto">
          <a:xfrm>
            <a:off x="16002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0996" name="Line 35"/>
          <p:cNvSpPr>
            <a:spLocks noChangeShapeType="1"/>
          </p:cNvSpPr>
          <p:nvPr/>
        </p:nvSpPr>
        <p:spPr bwMode="auto">
          <a:xfrm>
            <a:off x="1981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0997" name="Line 36"/>
          <p:cNvSpPr>
            <a:spLocks noChangeShapeType="1"/>
          </p:cNvSpPr>
          <p:nvPr/>
        </p:nvSpPr>
        <p:spPr bwMode="auto">
          <a:xfrm>
            <a:off x="2514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0998" name="Line 37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0999" name="Line 38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1000" name="Line 39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1001" name="Line 40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1002" name="Line 41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1003" name="Line 42"/>
          <p:cNvSpPr>
            <a:spLocks noChangeShapeType="1"/>
          </p:cNvSpPr>
          <p:nvPr/>
        </p:nvSpPr>
        <p:spPr bwMode="auto">
          <a:xfrm flipV="1">
            <a:off x="33528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1004" name="Object 43"/>
          <p:cNvGraphicFramePr>
            <a:graphicFrameLocks noChangeAspect="1"/>
          </p:cNvGraphicFramePr>
          <p:nvPr/>
        </p:nvGraphicFramePr>
        <p:xfrm>
          <a:off x="2133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1004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5" name="Object 44"/>
          <p:cNvGraphicFramePr>
            <a:graphicFrameLocks noChangeAspect="1"/>
          </p:cNvGraphicFramePr>
          <p:nvPr/>
        </p:nvGraphicFramePr>
        <p:xfrm>
          <a:off x="4800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1005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6" name="Object 45"/>
          <p:cNvGraphicFramePr>
            <a:graphicFrameLocks noChangeAspect="1"/>
          </p:cNvGraphicFramePr>
          <p:nvPr/>
        </p:nvGraphicFramePr>
        <p:xfrm>
          <a:off x="37338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93529" progId="Equation.3">
                  <p:embed/>
                </p:oleObj>
              </mc:Choice>
              <mc:Fallback>
                <p:oleObj name="Equation" r:id="rId4" imgW="253890" imgH="393529" progId="Equation.3">
                  <p:embed/>
                  <p:pic>
                    <p:nvPicPr>
                      <p:cNvPr id="41006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7" name="Object 46"/>
          <p:cNvGraphicFramePr>
            <a:graphicFrameLocks noChangeAspect="1"/>
          </p:cNvGraphicFramePr>
          <p:nvPr/>
        </p:nvGraphicFramePr>
        <p:xfrm>
          <a:off x="2667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41007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8" name="Object 47"/>
          <p:cNvGraphicFramePr>
            <a:graphicFrameLocks noChangeAspect="1"/>
          </p:cNvGraphicFramePr>
          <p:nvPr/>
        </p:nvGraphicFramePr>
        <p:xfrm>
          <a:off x="3124200" y="16764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0835" imgH="520474" progId="Equation.3">
                  <p:embed/>
                </p:oleObj>
              </mc:Choice>
              <mc:Fallback>
                <p:oleObj name="Equation" r:id="rId8" imgW="380835" imgH="520474" progId="Equation.3">
                  <p:embed/>
                  <p:pic>
                    <p:nvPicPr>
                      <p:cNvPr id="41008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676400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9" name="Object 48"/>
          <p:cNvGraphicFramePr>
            <a:graphicFrameLocks noChangeAspect="1"/>
          </p:cNvGraphicFramePr>
          <p:nvPr/>
        </p:nvGraphicFramePr>
        <p:xfrm>
          <a:off x="32004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41009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0" name="Object 49"/>
          <p:cNvGraphicFramePr>
            <a:graphicFrameLocks noChangeAspect="1"/>
          </p:cNvGraphicFramePr>
          <p:nvPr/>
        </p:nvGraphicFramePr>
        <p:xfrm>
          <a:off x="42672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90" imgH="393529" progId="Equation.3">
                  <p:embed/>
                </p:oleObj>
              </mc:Choice>
              <mc:Fallback>
                <p:oleObj name="Equation" r:id="rId12" imgW="253890" imgH="393529" progId="Equation.3">
                  <p:embed/>
                  <p:pic>
                    <p:nvPicPr>
                      <p:cNvPr id="4101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1" name="Text Box 50"/>
          <p:cNvSpPr txBox="1">
            <a:spLocks noChangeArrowheads="1"/>
          </p:cNvSpPr>
          <p:nvPr/>
        </p:nvSpPr>
        <p:spPr bwMode="auto">
          <a:xfrm>
            <a:off x="2590800" y="0"/>
            <a:ext cx="14176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1</a:t>
            </a:r>
          </a:p>
        </p:txBody>
      </p:sp>
      <p:sp>
        <p:nvSpPr>
          <p:cNvPr id="41012" name="Line 51"/>
          <p:cNvSpPr>
            <a:spLocks noChangeShapeType="1"/>
          </p:cNvSpPr>
          <p:nvPr/>
        </p:nvSpPr>
        <p:spPr bwMode="auto">
          <a:xfrm>
            <a:off x="64008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1013" name="Line 52"/>
          <p:cNvSpPr>
            <a:spLocks noChangeShapeType="1"/>
          </p:cNvSpPr>
          <p:nvPr/>
        </p:nvSpPr>
        <p:spPr bwMode="auto">
          <a:xfrm>
            <a:off x="64008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1014" name="Line 53"/>
          <p:cNvSpPr>
            <a:spLocks noChangeShapeType="1"/>
          </p:cNvSpPr>
          <p:nvPr/>
        </p:nvSpPr>
        <p:spPr bwMode="auto">
          <a:xfrm>
            <a:off x="6781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1015" name="Line 54"/>
          <p:cNvSpPr>
            <a:spLocks noChangeShapeType="1"/>
          </p:cNvSpPr>
          <p:nvPr/>
        </p:nvSpPr>
        <p:spPr bwMode="auto">
          <a:xfrm>
            <a:off x="7315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1016" name="Line 55"/>
          <p:cNvSpPr>
            <a:spLocks noChangeShapeType="1"/>
          </p:cNvSpPr>
          <p:nvPr/>
        </p:nvSpPr>
        <p:spPr bwMode="auto">
          <a:xfrm>
            <a:off x="7848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1017" name="Line 56"/>
          <p:cNvSpPr>
            <a:spLocks noChangeShapeType="1"/>
          </p:cNvSpPr>
          <p:nvPr/>
        </p:nvSpPr>
        <p:spPr bwMode="auto">
          <a:xfrm>
            <a:off x="8382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1018" name="Line 57"/>
          <p:cNvSpPr>
            <a:spLocks noChangeShapeType="1"/>
          </p:cNvSpPr>
          <p:nvPr/>
        </p:nvSpPr>
        <p:spPr bwMode="auto">
          <a:xfrm>
            <a:off x="8915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1019" name="Line 58"/>
          <p:cNvSpPr>
            <a:spLocks noChangeShapeType="1"/>
          </p:cNvSpPr>
          <p:nvPr/>
        </p:nvSpPr>
        <p:spPr bwMode="auto">
          <a:xfrm>
            <a:off x="9448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1020" name="Line 59"/>
          <p:cNvSpPr>
            <a:spLocks noChangeShapeType="1"/>
          </p:cNvSpPr>
          <p:nvPr/>
        </p:nvSpPr>
        <p:spPr bwMode="auto">
          <a:xfrm>
            <a:off x="9982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1021" name="Line 60"/>
          <p:cNvSpPr>
            <a:spLocks noChangeShapeType="1"/>
          </p:cNvSpPr>
          <p:nvPr/>
        </p:nvSpPr>
        <p:spPr bwMode="auto">
          <a:xfrm flipV="1">
            <a:off x="86106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1022" name="Object 61"/>
          <p:cNvGraphicFramePr>
            <a:graphicFrameLocks noChangeAspect="1"/>
          </p:cNvGraphicFramePr>
          <p:nvPr/>
        </p:nvGraphicFramePr>
        <p:xfrm>
          <a:off x="6934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68140" progId="Equation.3">
                  <p:embed/>
                </p:oleObj>
              </mc:Choice>
              <mc:Fallback>
                <p:oleObj name="Equation" r:id="rId13" imgW="253890" imgH="368140" progId="Equation.3">
                  <p:embed/>
                  <p:pic>
                    <p:nvPicPr>
                      <p:cNvPr id="41022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3" name="Object 62"/>
          <p:cNvGraphicFramePr>
            <a:graphicFrameLocks noChangeAspect="1"/>
          </p:cNvGraphicFramePr>
          <p:nvPr/>
        </p:nvGraphicFramePr>
        <p:xfrm>
          <a:off x="9601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68140" progId="Equation.3">
                  <p:embed/>
                </p:oleObj>
              </mc:Choice>
              <mc:Fallback>
                <p:oleObj name="Equation" r:id="rId13" imgW="253890" imgH="368140" progId="Equation.3">
                  <p:embed/>
                  <p:pic>
                    <p:nvPicPr>
                      <p:cNvPr id="41023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4" name="Object 63"/>
          <p:cNvGraphicFramePr>
            <a:graphicFrameLocks noChangeAspect="1"/>
          </p:cNvGraphicFramePr>
          <p:nvPr/>
        </p:nvGraphicFramePr>
        <p:xfrm>
          <a:off x="85344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93529" progId="Equation.3">
                  <p:embed/>
                </p:oleObj>
              </mc:Choice>
              <mc:Fallback>
                <p:oleObj name="Equation" r:id="rId14" imgW="253890" imgH="393529" progId="Equation.3">
                  <p:embed/>
                  <p:pic>
                    <p:nvPicPr>
                      <p:cNvPr id="41024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5" name="Object 64"/>
          <p:cNvGraphicFramePr>
            <a:graphicFrameLocks noChangeAspect="1"/>
          </p:cNvGraphicFramePr>
          <p:nvPr/>
        </p:nvGraphicFramePr>
        <p:xfrm>
          <a:off x="74676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1025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6" name="Object 65"/>
          <p:cNvGraphicFramePr>
            <a:graphicFrameLocks noChangeAspect="1"/>
          </p:cNvGraphicFramePr>
          <p:nvPr/>
        </p:nvGraphicFramePr>
        <p:xfrm>
          <a:off x="8458200" y="16764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80835" imgH="520474" progId="Equation.3">
                  <p:embed/>
                </p:oleObj>
              </mc:Choice>
              <mc:Fallback>
                <p:oleObj name="Equation" r:id="rId16" imgW="380835" imgH="520474" progId="Equation.3">
                  <p:embed/>
                  <p:pic>
                    <p:nvPicPr>
                      <p:cNvPr id="41026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1676400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7" name="Object 66"/>
          <p:cNvGraphicFramePr>
            <a:graphicFrameLocks noChangeAspect="1"/>
          </p:cNvGraphicFramePr>
          <p:nvPr/>
        </p:nvGraphicFramePr>
        <p:xfrm>
          <a:off x="8001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41027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8" name="Object 67"/>
          <p:cNvGraphicFramePr>
            <a:graphicFrameLocks noChangeAspect="1"/>
          </p:cNvGraphicFramePr>
          <p:nvPr/>
        </p:nvGraphicFramePr>
        <p:xfrm>
          <a:off x="90678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3890" imgH="393529" progId="Equation.3">
                  <p:embed/>
                </p:oleObj>
              </mc:Choice>
              <mc:Fallback>
                <p:oleObj name="Equation" r:id="rId18" imgW="253890" imgH="393529" progId="Equation.3">
                  <p:embed/>
                  <p:pic>
                    <p:nvPicPr>
                      <p:cNvPr id="41028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9" name="Text Box 68"/>
          <p:cNvSpPr txBox="1">
            <a:spLocks noChangeArrowheads="1"/>
          </p:cNvSpPr>
          <p:nvPr/>
        </p:nvSpPr>
        <p:spPr bwMode="auto">
          <a:xfrm>
            <a:off x="7391401" y="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2</a:t>
            </a:r>
          </a:p>
        </p:txBody>
      </p:sp>
      <p:graphicFrame>
        <p:nvGraphicFramePr>
          <p:cNvPr id="41030" name="Object 69"/>
          <p:cNvGraphicFramePr>
            <a:graphicFrameLocks noChangeAspect="1"/>
          </p:cNvGraphicFramePr>
          <p:nvPr/>
        </p:nvGraphicFramePr>
        <p:xfrm>
          <a:off x="53340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3890" imgH="368140" progId="Equation.3">
                  <p:embed/>
                </p:oleObj>
              </mc:Choice>
              <mc:Fallback>
                <p:oleObj name="Equation" r:id="rId19" imgW="253890" imgH="368140" progId="Equation.3">
                  <p:embed/>
                  <p:pic>
                    <p:nvPicPr>
                      <p:cNvPr id="4103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1" name="Object 70"/>
          <p:cNvGraphicFramePr>
            <a:graphicFrameLocks noChangeAspect="1"/>
          </p:cNvGraphicFramePr>
          <p:nvPr/>
        </p:nvGraphicFramePr>
        <p:xfrm>
          <a:off x="100584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3890" imgH="368140" progId="Equation.3">
                  <p:embed/>
                </p:oleObj>
              </mc:Choice>
              <mc:Fallback>
                <p:oleObj name="Equation" r:id="rId19" imgW="253890" imgH="368140" progId="Equation.3">
                  <p:embed/>
                  <p:pic>
                    <p:nvPicPr>
                      <p:cNvPr id="41031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4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3DC86797-F982-4572-382A-3F3BE3770FE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7250" y="2417333"/>
            <a:ext cx="10744199" cy="383106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18" name="Line 33"/>
          <p:cNvSpPr>
            <a:spLocks noChangeShapeType="1"/>
          </p:cNvSpPr>
          <p:nvPr/>
        </p:nvSpPr>
        <p:spPr bwMode="auto">
          <a:xfrm>
            <a:off x="16002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19" name="Line 34"/>
          <p:cNvSpPr>
            <a:spLocks noChangeShapeType="1"/>
          </p:cNvSpPr>
          <p:nvPr/>
        </p:nvSpPr>
        <p:spPr bwMode="auto">
          <a:xfrm>
            <a:off x="16002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20" name="Line 35"/>
          <p:cNvSpPr>
            <a:spLocks noChangeShapeType="1"/>
          </p:cNvSpPr>
          <p:nvPr/>
        </p:nvSpPr>
        <p:spPr bwMode="auto">
          <a:xfrm>
            <a:off x="1981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21" name="Line 36"/>
          <p:cNvSpPr>
            <a:spLocks noChangeShapeType="1"/>
          </p:cNvSpPr>
          <p:nvPr/>
        </p:nvSpPr>
        <p:spPr bwMode="auto">
          <a:xfrm>
            <a:off x="2514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22" name="Line 37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23" name="Line 38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24" name="Line 39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25" name="Line 40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26" name="Line 41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27" name="Line 42"/>
          <p:cNvSpPr>
            <a:spLocks noChangeShapeType="1"/>
          </p:cNvSpPr>
          <p:nvPr/>
        </p:nvSpPr>
        <p:spPr bwMode="auto">
          <a:xfrm flipV="1">
            <a:off x="38100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2028" name="Object 16"/>
          <p:cNvGraphicFramePr>
            <a:graphicFrameLocks noChangeAspect="1"/>
          </p:cNvGraphicFramePr>
          <p:nvPr/>
        </p:nvGraphicFramePr>
        <p:xfrm>
          <a:off x="2133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202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29" name="Object 17"/>
          <p:cNvGraphicFramePr>
            <a:graphicFrameLocks noChangeAspect="1"/>
          </p:cNvGraphicFramePr>
          <p:nvPr/>
        </p:nvGraphicFramePr>
        <p:xfrm>
          <a:off x="4800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4202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30" name="Object 18"/>
          <p:cNvGraphicFramePr>
            <a:graphicFrameLocks noChangeAspect="1"/>
          </p:cNvGraphicFramePr>
          <p:nvPr/>
        </p:nvGraphicFramePr>
        <p:xfrm>
          <a:off x="37338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90" imgH="393529" progId="Equation.3">
                  <p:embed/>
                </p:oleObj>
              </mc:Choice>
              <mc:Fallback>
                <p:oleObj name="Equation" r:id="rId5" imgW="253890" imgH="393529" progId="Equation.3">
                  <p:embed/>
                  <p:pic>
                    <p:nvPicPr>
                      <p:cNvPr id="4203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31" name="Object 19"/>
          <p:cNvGraphicFramePr>
            <a:graphicFrameLocks noChangeAspect="1"/>
          </p:cNvGraphicFramePr>
          <p:nvPr/>
        </p:nvGraphicFramePr>
        <p:xfrm>
          <a:off x="2667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584" imgH="279279" progId="Equation.3">
                  <p:embed/>
                </p:oleObj>
              </mc:Choice>
              <mc:Fallback>
                <p:oleObj name="Equation" r:id="rId7" imgW="266584" imgH="279279" progId="Equation.3">
                  <p:embed/>
                  <p:pic>
                    <p:nvPicPr>
                      <p:cNvPr id="4203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32" name="Object 20"/>
          <p:cNvGraphicFramePr>
            <a:graphicFrameLocks noChangeAspect="1"/>
          </p:cNvGraphicFramePr>
          <p:nvPr/>
        </p:nvGraphicFramePr>
        <p:xfrm>
          <a:off x="3657600" y="16764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80835" imgH="520474" progId="Equation.3">
                  <p:embed/>
                </p:oleObj>
              </mc:Choice>
              <mc:Fallback>
                <p:oleObj name="Equation" r:id="rId9" imgW="380835" imgH="520474" progId="Equation.3">
                  <p:embed/>
                  <p:pic>
                    <p:nvPicPr>
                      <p:cNvPr id="4203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676400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33" name="Object 21"/>
          <p:cNvGraphicFramePr>
            <a:graphicFrameLocks noChangeAspect="1"/>
          </p:cNvGraphicFramePr>
          <p:nvPr/>
        </p:nvGraphicFramePr>
        <p:xfrm>
          <a:off x="32004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4203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34" name="Object 22"/>
          <p:cNvGraphicFramePr>
            <a:graphicFrameLocks noChangeAspect="1"/>
          </p:cNvGraphicFramePr>
          <p:nvPr/>
        </p:nvGraphicFramePr>
        <p:xfrm>
          <a:off x="42672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93529" progId="Equation.3">
                  <p:embed/>
                </p:oleObj>
              </mc:Choice>
              <mc:Fallback>
                <p:oleObj name="Equation" r:id="rId13" imgW="253890" imgH="393529" progId="Equation.3">
                  <p:embed/>
                  <p:pic>
                    <p:nvPicPr>
                      <p:cNvPr id="4203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35" name="Text Box 50"/>
          <p:cNvSpPr txBox="1">
            <a:spLocks noChangeArrowheads="1"/>
          </p:cNvSpPr>
          <p:nvPr/>
        </p:nvSpPr>
        <p:spPr bwMode="auto">
          <a:xfrm>
            <a:off x="2590801" y="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2</a:t>
            </a:r>
          </a:p>
        </p:txBody>
      </p:sp>
      <p:sp>
        <p:nvSpPr>
          <p:cNvPr id="42036" name="Line 51"/>
          <p:cNvSpPr>
            <a:spLocks noChangeShapeType="1"/>
          </p:cNvSpPr>
          <p:nvPr/>
        </p:nvSpPr>
        <p:spPr bwMode="auto">
          <a:xfrm>
            <a:off x="64008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37" name="Line 52"/>
          <p:cNvSpPr>
            <a:spLocks noChangeShapeType="1"/>
          </p:cNvSpPr>
          <p:nvPr/>
        </p:nvSpPr>
        <p:spPr bwMode="auto">
          <a:xfrm>
            <a:off x="64008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38" name="Line 53"/>
          <p:cNvSpPr>
            <a:spLocks noChangeShapeType="1"/>
          </p:cNvSpPr>
          <p:nvPr/>
        </p:nvSpPr>
        <p:spPr bwMode="auto">
          <a:xfrm>
            <a:off x="6781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39" name="Line 54"/>
          <p:cNvSpPr>
            <a:spLocks noChangeShapeType="1"/>
          </p:cNvSpPr>
          <p:nvPr/>
        </p:nvSpPr>
        <p:spPr bwMode="auto">
          <a:xfrm>
            <a:off x="7315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40" name="Line 55"/>
          <p:cNvSpPr>
            <a:spLocks noChangeShapeType="1"/>
          </p:cNvSpPr>
          <p:nvPr/>
        </p:nvSpPr>
        <p:spPr bwMode="auto">
          <a:xfrm>
            <a:off x="7848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41" name="Line 56"/>
          <p:cNvSpPr>
            <a:spLocks noChangeShapeType="1"/>
          </p:cNvSpPr>
          <p:nvPr/>
        </p:nvSpPr>
        <p:spPr bwMode="auto">
          <a:xfrm>
            <a:off x="8382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42" name="Line 57"/>
          <p:cNvSpPr>
            <a:spLocks noChangeShapeType="1"/>
          </p:cNvSpPr>
          <p:nvPr/>
        </p:nvSpPr>
        <p:spPr bwMode="auto">
          <a:xfrm>
            <a:off x="8915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43" name="Line 58"/>
          <p:cNvSpPr>
            <a:spLocks noChangeShapeType="1"/>
          </p:cNvSpPr>
          <p:nvPr/>
        </p:nvSpPr>
        <p:spPr bwMode="auto">
          <a:xfrm>
            <a:off x="9448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44" name="Line 59"/>
          <p:cNvSpPr>
            <a:spLocks noChangeShapeType="1"/>
          </p:cNvSpPr>
          <p:nvPr/>
        </p:nvSpPr>
        <p:spPr bwMode="auto">
          <a:xfrm>
            <a:off x="9982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2045" name="Line 60"/>
          <p:cNvSpPr>
            <a:spLocks noChangeShapeType="1"/>
          </p:cNvSpPr>
          <p:nvPr/>
        </p:nvSpPr>
        <p:spPr bwMode="auto">
          <a:xfrm flipV="1">
            <a:off x="81534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2046" name="Object 23"/>
          <p:cNvGraphicFramePr>
            <a:graphicFrameLocks noChangeAspect="1"/>
          </p:cNvGraphicFramePr>
          <p:nvPr/>
        </p:nvGraphicFramePr>
        <p:xfrm>
          <a:off x="6934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42046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47" name="Object 24"/>
          <p:cNvGraphicFramePr>
            <a:graphicFrameLocks noChangeAspect="1"/>
          </p:cNvGraphicFramePr>
          <p:nvPr/>
        </p:nvGraphicFramePr>
        <p:xfrm>
          <a:off x="9601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42047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48" name="Object 25"/>
          <p:cNvGraphicFramePr>
            <a:graphicFrameLocks noChangeAspect="1"/>
          </p:cNvGraphicFramePr>
          <p:nvPr/>
        </p:nvGraphicFramePr>
        <p:xfrm>
          <a:off x="85344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1973" imgH="368140" progId="Equation.3">
                  <p:embed/>
                </p:oleObj>
              </mc:Choice>
              <mc:Fallback>
                <p:oleObj name="Equation" r:id="rId15" imgW="291973" imgH="368140" progId="Equation.3">
                  <p:embed/>
                  <p:pic>
                    <p:nvPicPr>
                      <p:cNvPr id="42048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49" name="Object 26"/>
          <p:cNvGraphicFramePr>
            <a:graphicFrameLocks noChangeAspect="1"/>
          </p:cNvGraphicFramePr>
          <p:nvPr/>
        </p:nvGraphicFramePr>
        <p:xfrm>
          <a:off x="74676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42049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50" name="Object 27"/>
          <p:cNvGraphicFramePr>
            <a:graphicFrameLocks noChangeAspect="1"/>
          </p:cNvGraphicFramePr>
          <p:nvPr/>
        </p:nvGraphicFramePr>
        <p:xfrm>
          <a:off x="8001001" y="1676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44307" imgH="520474" progId="Equation.3">
                  <p:embed/>
                </p:oleObj>
              </mc:Choice>
              <mc:Fallback>
                <p:oleObj name="Equation" r:id="rId18" imgW="444307" imgH="520474" progId="Equation.3">
                  <p:embed/>
                  <p:pic>
                    <p:nvPicPr>
                      <p:cNvPr id="4205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16764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51" name="Object 28"/>
          <p:cNvGraphicFramePr>
            <a:graphicFrameLocks noChangeAspect="1"/>
          </p:cNvGraphicFramePr>
          <p:nvPr/>
        </p:nvGraphicFramePr>
        <p:xfrm>
          <a:off x="8001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42051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52" name="Object 29"/>
          <p:cNvGraphicFramePr>
            <a:graphicFrameLocks noChangeAspect="1"/>
          </p:cNvGraphicFramePr>
          <p:nvPr/>
        </p:nvGraphicFramePr>
        <p:xfrm>
          <a:off x="90678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3890" imgH="393529" progId="Equation.3">
                  <p:embed/>
                </p:oleObj>
              </mc:Choice>
              <mc:Fallback>
                <p:oleObj name="Equation" r:id="rId21" imgW="253890" imgH="393529" progId="Equation.3">
                  <p:embed/>
                  <p:pic>
                    <p:nvPicPr>
                      <p:cNvPr id="42052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53" name="Text Box 68"/>
          <p:cNvSpPr txBox="1">
            <a:spLocks noChangeArrowheads="1"/>
          </p:cNvSpPr>
          <p:nvPr/>
        </p:nvSpPr>
        <p:spPr bwMode="auto">
          <a:xfrm>
            <a:off x="7391401" y="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3</a:t>
            </a:r>
          </a:p>
        </p:txBody>
      </p:sp>
      <p:graphicFrame>
        <p:nvGraphicFramePr>
          <p:cNvPr id="42054" name="Object 30"/>
          <p:cNvGraphicFramePr>
            <a:graphicFrameLocks noChangeAspect="1"/>
          </p:cNvGraphicFramePr>
          <p:nvPr/>
        </p:nvGraphicFramePr>
        <p:xfrm>
          <a:off x="53340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53890" imgH="368140" progId="Equation.3">
                  <p:embed/>
                </p:oleObj>
              </mc:Choice>
              <mc:Fallback>
                <p:oleObj name="Equation" r:id="rId22" imgW="253890" imgH="368140" progId="Equation.3">
                  <p:embed/>
                  <p:pic>
                    <p:nvPicPr>
                      <p:cNvPr id="4205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55" name="Object 31"/>
          <p:cNvGraphicFramePr>
            <a:graphicFrameLocks noChangeAspect="1"/>
          </p:cNvGraphicFramePr>
          <p:nvPr/>
        </p:nvGraphicFramePr>
        <p:xfrm>
          <a:off x="100584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53890" imgH="368140" progId="Equation.3">
                  <p:embed/>
                </p:oleObj>
              </mc:Choice>
              <mc:Fallback>
                <p:oleObj name="Equation" r:id="rId22" imgW="253890" imgH="368140" progId="Equation.3">
                  <p:embed/>
                  <p:pic>
                    <p:nvPicPr>
                      <p:cNvPr id="42055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4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74130BF5-1AE5-039C-FF3F-AA6E4D0FD33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00200" y="2578100"/>
            <a:ext cx="8915400" cy="366931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42" name="Line 33"/>
          <p:cNvSpPr>
            <a:spLocks noChangeShapeType="1"/>
          </p:cNvSpPr>
          <p:nvPr/>
        </p:nvSpPr>
        <p:spPr bwMode="auto">
          <a:xfrm>
            <a:off x="16002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43" name="Line 34"/>
          <p:cNvSpPr>
            <a:spLocks noChangeShapeType="1"/>
          </p:cNvSpPr>
          <p:nvPr/>
        </p:nvSpPr>
        <p:spPr bwMode="auto">
          <a:xfrm>
            <a:off x="16002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44" name="Line 35"/>
          <p:cNvSpPr>
            <a:spLocks noChangeShapeType="1"/>
          </p:cNvSpPr>
          <p:nvPr/>
        </p:nvSpPr>
        <p:spPr bwMode="auto">
          <a:xfrm>
            <a:off x="1981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45" name="Line 36"/>
          <p:cNvSpPr>
            <a:spLocks noChangeShapeType="1"/>
          </p:cNvSpPr>
          <p:nvPr/>
        </p:nvSpPr>
        <p:spPr bwMode="auto">
          <a:xfrm>
            <a:off x="2514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46" name="Line 37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47" name="Line 38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48" name="Line 39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49" name="Line 40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50" name="Line 41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51" name="Line 42"/>
          <p:cNvSpPr>
            <a:spLocks noChangeShapeType="1"/>
          </p:cNvSpPr>
          <p:nvPr/>
        </p:nvSpPr>
        <p:spPr bwMode="auto">
          <a:xfrm flipV="1">
            <a:off x="33528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3052" name="Object 43"/>
          <p:cNvGraphicFramePr>
            <a:graphicFrameLocks noChangeAspect="1"/>
          </p:cNvGraphicFramePr>
          <p:nvPr/>
        </p:nvGraphicFramePr>
        <p:xfrm>
          <a:off x="2133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3052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3" name="Object 44"/>
          <p:cNvGraphicFramePr>
            <a:graphicFrameLocks noChangeAspect="1"/>
          </p:cNvGraphicFramePr>
          <p:nvPr/>
        </p:nvGraphicFramePr>
        <p:xfrm>
          <a:off x="4800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43053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4" name="Object 45"/>
          <p:cNvGraphicFramePr>
            <a:graphicFrameLocks noChangeAspect="1"/>
          </p:cNvGraphicFramePr>
          <p:nvPr/>
        </p:nvGraphicFramePr>
        <p:xfrm>
          <a:off x="3714751" y="773113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1973" imgH="368140" progId="Equation.3">
                  <p:embed/>
                </p:oleObj>
              </mc:Choice>
              <mc:Fallback>
                <p:oleObj name="Equation" r:id="rId5" imgW="291973" imgH="368140" progId="Equation.3">
                  <p:embed/>
                  <p:pic>
                    <p:nvPicPr>
                      <p:cNvPr id="43054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1" y="773113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5" name="Object 46"/>
          <p:cNvGraphicFramePr>
            <a:graphicFrameLocks noChangeAspect="1"/>
          </p:cNvGraphicFramePr>
          <p:nvPr/>
        </p:nvGraphicFramePr>
        <p:xfrm>
          <a:off x="2667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584" imgH="279279" progId="Equation.3">
                  <p:embed/>
                </p:oleObj>
              </mc:Choice>
              <mc:Fallback>
                <p:oleObj name="Equation" r:id="rId7" imgW="266584" imgH="279279" progId="Equation.3">
                  <p:embed/>
                  <p:pic>
                    <p:nvPicPr>
                      <p:cNvPr id="43055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6" name="Object 47"/>
          <p:cNvGraphicFramePr>
            <a:graphicFrameLocks noChangeAspect="1"/>
          </p:cNvGraphicFramePr>
          <p:nvPr/>
        </p:nvGraphicFramePr>
        <p:xfrm>
          <a:off x="3094038" y="1676400"/>
          <a:ext cx="4429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307" imgH="520474" progId="Equation.3">
                  <p:embed/>
                </p:oleObj>
              </mc:Choice>
              <mc:Fallback>
                <p:oleObj name="Equation" r:id="rId9" imgW="444307" imgH="520474" progId="Equation.3">
                  <p:embed/>
                  <p:pic>
                    <p:nvPicPr>
                      <p:cNvPr id="43056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038" y="1676400"/>
                        <a:ext cx="4429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7" name="Object 48"/>
          <p:cNvGraphicFramePr>
            <a:graphicFrameLocks noChangeAspect="1"/>
          </p:cNvGraphicFramePr>
          <p:nvPr/>
        </p:nvGraphicFramePr>
        <p:xfrm>
          <a:off x="32004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43057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8" name="Object 49"/>
          <p:cNvGraphicFramePr>
            <a:graphicFrameLocks noChangeAspect="1"/>
          </p:cNvGraphicFramePr>
          <p:nvPr/>
        </p:nvGraphicFramePr>
        <p:xfrm>
          <a:off x="42672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93529" progId="Equation.3">
                  <p:embed/>
                </p:oleObj>
              </mc:Choice>
              <mc:Fallback>
                <p:oleObj name="Equation" r:id="rId13" imgW="253890" imgH="393529" progId="Equation.3">
                  <p:embed/>
                  <p:pic>
                    <p:nvPicPr>
                      <p:cNvPr id="43058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59" name="Text Box 50"/>
          <p:cNvSpPr txBox="1">
            <a:spLocks noChangeArrowheads="1"/>
          </p:cNvSpPr>
          <p:nvPr/>
        </p:nvSpPr>
        <p:spPr bwMode="auto">
          <a:xfrm>
            <a:off x="2590801" y="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3</a:t>
            </a:r>
          </a:p>
        </p:txBody>
      </p:sp>
      <p:sp>
        <p:nvSpPr>
          <p:cNvPr id="43060" name="Line 51"/>
          <p:cNvSpPr>
            <a:spLocks noChangeShapeType="1"/>
          </p:cNvSpPr>
          <p:nvPr/>
        </p:nvSpPr>
        <p:spPr bwMode="auto">
          <a:xfrm>
            <a:off x="64008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61" name="Line 52"/>
          <p:cNvSpPr>
            <a:spLocks noChangeShapeType="1"/>
          </p:cNvSpPr>
          <p:nvPr/>
        </p:nvSpPr>
        <p:spPr bwMode="auto">
          <a:xfrm>
            <a:off x="64008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62" name="Line 53"/>
          <p:cNvSpPr>
            <a:spLocks noChangeShapeType="1"/>
          </p:cNvSpPr>
          <p:nvPr/>
        </p:nvSpPr>
        <p:spPr bwMode="auto">
          <a:xfrm>
            <a:off x="6781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63" name="Line 54"/>
          <p:cNvSpPr>
            <a:spLocks noChangeShapeType="1"/>
          </p:cNvSpPr>
          <p:nvPr/>
        </p:nvSpPr>
        <p:spPr bwMode="auto">
          <a:xfrm>
            <a:off x="7315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64" name="Line 55"/>
          <p:cNvSpPr>
            <a:spLocks noChangeShapeType="1"/>
          </p:cNvSpPr>
          <p:nvPr/>
        </p:nvSpPr>
        <p:spPr bwMode="auto">
          <a:xfrm>
            <a:off x="7848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65" name="Line 56"/>
          <p:cNvSpPr>
            <a:spLocks noChangeShapeType="1"/>
          </p:cNvSpPr>
          <p:nvPr/>
        </p:nvSpPr>
        <p:spPr bwMode="auto">
          <a:xfrm>
            <a:off x="8382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66" name="Line 57"/>
          <p:cNvSpPr>
            <a:spLocks noChangeShapeType="1"/>
          </p:cNvSpPr>
          <p:nvPr/>
        </p:nvSpPr>
        <p:spPr bwMode="auto">
          <a:xfrm>
            <a:off x="8915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67" name="Line 58"/>
          <p:cNvSpPr>
            <a:spLocks noChangeShapeType="1"/>
          </p:cNvSpPr>
          <p:nvPr/>
        </p:nvSpPr>
        <p:spPr bwMode="auto">
          <a:xfrm>
            <a:off x="9448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68" name="Line 59"/>
          <p:cNvSpPr>
            <a:spLocks noChangeShapeType="1"/>
          </p:cNvSpPr>
          <p:nvPr/>
        </p:nvSpPr>
        <p:spPr bwMode="auto">
          <a:xfrm>
            <a:off x="9982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3069" name="Line 60"/>
          <p:cNvSpPr>
            <a:spLocks noChangeShapeType="1"/>
          </p:cNvSpPr>
          <p:nvPr/>
        </p:nvSpPr>
        <p:spPr bwMode="auto">
          <a:xfrm flipV="1">
            <a:off x="76200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3070" name="Object 61"/>
          <p:cNvGraphicFramePr>
            <a:graphicFrameLocks noChangeAspect="1"/>
          </p:cNvGraphicFramePr>
          <p:nvPr/>
        </p:nvGraphicFramePr>
        <p:xfrm>
          <a:off x="6934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3890" imgH="368140" progId="Equation.3">
                  <p:embed/>
                </p:oleObj>
              </mc:Choice>
              <mc:Fallback>
                <p:oleObj name="Equation" r:id="rId15" imgW="253890" imgH="368140" progId="Equation.3">
                  <p:embed/>
                  <p:pic>
                    <p:nvPicPr>
                      <p:cNvPr id="4307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71" name="Object 62"/>
          <p:cNvGraphicFramePr>
            <a:graphicFrameLocks noChangeAspect="1"/>
          </p:cNvGraphicFramePr>
          <p:nvPr/>
        </p:nvGraphicFramePr>
        <p:xfrm>
          <a:off x="9601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3890" imgH="368140" progId="Equation.3">
                  <p:embed/>
                </p:oleObj>
              </mc:Choice>
              <mc:Fallback>
                <p:oleObj name="Equation" r:id="rId15" imgW="253890" imgH="368140" progId="Equation.3">
                  <p:embed/>
                  <p:pic>
                    <p:nvPicPr>
                      <p:cNvPr id="43071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72" name="Object 63"/>
          <p:cNvGraphicFramePr>
            <a:graphicFrameLocks noChangeAspect="1"/>
          </p:cNvGraphicFramePr>
          <p:nvPr/>
        </p:nvGraphicFramePr>
        <p:xfrm>
          <a:off x="85344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1973" imgH="368140" progId="Equation.3">
                  <p:embed/>
                </p:oleObj>
              </mc:Choice>
              <mc:Fallback>
                <p:oleObj name="Equation" r:id="rId16" imgW="291973" imgH="368140" progId="Equation.3">
                  <p:embed/>
                  <p:pic>
                    <p:nvPicPr>
                      <p:cNvPr id="43072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73" name="Object 64"/>
          <p:cNvGraphicFramePr>
            <a:graphicFrameLocks noChangeAspect="1"/>
          </p:cNvGraphicFramePr>
          <p:nvPr/>
        </p:nvGraphicFramePr>
        <p:xfrm>
          <a:off x="74676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43073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74" name="Object 65"/>
          <p:cNvGraphicFramePr>
            <a:graphicFrameLocks noChangeAspect="1"/>
          </p:cNvGraphicFramePr>
          <p:nvPr/>
        </p:nvGraphicFramePr>
        <p:xfrm>
          <a:off x="7467601" y="1676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44307" imgH="520474" progId="Equation.3">
                  <p:embed/>
                </p:oleObj>
              </mc:Choice>
              <mc:Fallback>
                <p:oleObj name="Equation" r:id="rId18" imgW="444307" imgH="520474" progId="Equation.3">
                  <p:embed/>
                  <p:pic>
                    <p:nvPicPr>
                      <p:cNvPr id="43074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16764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75" name="Object 66"/>
          <p:cNvGraphicFramePr>
            <a:graphicFrameLocks noChangeAspect="1"/>
          </p:cNvGraphicFramePr>
          <p:nvPr/>
        </p:nvGraphicFramePr>
        <p:xfrm>
          <a:off x="8001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43075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76" name="Object 67"/>
          <p:cNvGraphicFramePr>
            <a:graphicFrameLocks noChangeAspect="1"/>
          </p:cNvGraphicFramePr>
          <p:nvPr/>
        </p:nvGraphicFramePr>
        <p:xfrm>
          <a:off x="90678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3890" imgH="393529" progId="Equation.3">
                  <p:embed/>
                </p:oleObj>
              </mc:Choice>
              <mc:Fallback>
                <p:oleObj name="Equation" r:id="rId20" imgW="253890" imgH="393529" progId="Equation.3">
                  <p:embed/>
                  <p:pic>
                    <p:nvPicPr>
                      <p:cNvPr id="43076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77" name="Text Box 68"/>
          <p:cNvSpPr txBox="1">
            <a:spLocks noChangeArrowheads="1"/>
          </p:cNvSpPr>
          <p:nvPr/>
        </p:nvSpPr>
        <p:spPr bwMode="auto">
          <a:xfrm>
            <a:off x="7391401" y="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4</a:t>
            </a:r>
          </a:p>
        </p:txBody>
      </p:sp>
      <p:graphicFrame>
        <p:nvGraphicFramePr>
          <p:cNvPr id="43078" name="Object 69"/>
          <p:cNvGraphicFramePr>
            <a:graphicFrameLocks noChangeAspect="1"/>
          </p:cNvGraphicFramePr>
          <p:nvPr/>
        </p:nvGraphicFramePr>
        <p:xfrm>
          <a:off x="53340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3890" imgH="368140" progId="Equation.3">
                  <p:embed/>
                </p:oleObj>
              </mc:Choice>
              <mc:Fallback>
                <p:oleObj name="Equation" r:id="rId21" imgW="253890" imgH="368140" progId="Equation.3">
                  <p:embed/>
                  <p:pic>
                    <p:nvPicPr>
                      <p:cNvPr id="43078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79" name="Object 70"/>
          <p:cNvGraphicFramePr>
            <a:graphicFrameLocks noChangeAspect="1"/>
          </p:cNvGraphicFramePr>
          <p:nvPr/>
        </p:nvGraphicFramePr>
        <p:xfrm>
          <a:off x="100584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53890" imgH="368140" progId="Equation.3">
                  <p:embed/>
                </p:oleObj>
              </mc:Choice>
              <mc:Fallback>
                <p:oleObj name="Equation" r:id="rId22" imgW="253890" imgH="368140" progId="Equation.3">
                  <p:embed/>
                  <p:pic>
                    <p:nvPicPr>
                      <p:cNvPr id="43079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4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F929898D-5A1E-63EA-EA46-6A388FE9045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3950" y="2578099"/>
            <a:ext cx="10077450" cy="382270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66" name="Line 33"/>
          <p:cNvSpPr>
            <a:spLocks noChangeShapeType="1"/>
          </p:cNvSpPr>
          <p:nvPr/>
        </p:nvSpPr>
        <p:spPr bwMode="auto">
          <a:xfrm>
            <a:off x="16002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67" name="Line 34"/>
          <p:cNvSpPr>
            <a:spLocks noChangeShapeType="1"/>
          </p:cNvSpPr>
          <p:nvPr/>
        </p:nvSpPr>
        <p:spPr bwMode="auto">
          <a:xfrm>
            <a:off x="16002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68" name="Line 35"/>
          <p:cNvSpPr>
            <a:spLocks noChangeShapeType="1"/>
          </p:cNvSpPr>
          <p:nvPr/>
        </p:nvSpPr>
        <p:spPr bwMode="auto">
          <a:xfrm>
            <a:off x="1981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69" name="Line 36"/>
          <p:cNvSpPr>
            <a:spLocks noChangeShapeType="1"/>
          </p:cNvSpPr>
          <p:nvPr/>
        </p:nvSpPr>
        <p:spPr bwMode="auto">
          <a:xfrm>
            <a:off x="2514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70" name="Line 37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71" name="Line 38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72" name="Line 39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73" name="Line 40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74" name="Line 41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75" name="Line 42"/>
          <p:cNvSpPr>
            <a:spLocks noChangeShapeType="1"/>
          </p:cNvSpPr>
          <p:nvPr/>
        </p:nvSpPr>
        <p:spPr bwMode="auto">
          <a:xfrm flipV="1">
            <a:off x="28194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4076" name="Object 43"/>
          <p:cNvGraphicFramePr>
            <a:graphicFrameLocks noChangeAspect="1"/>
          </p:cNvGraphicFramePr>
          <p:nvPr/>
        </p:nvGraphicFramePr>
        <p:xfrm>
          <a:off x="2133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4076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77" name="Object 44"/>
          <p:cNvGraphicFramePr>
            <a:graphicFrameLocks noChangeAspect="1"/>
          </p:cNvGraphicFramePr>
          <p:nvPr/>
        </p:nvGraphicFramePr>
        <p:xfrm>
          <a:off x="4800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4077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78" name="Object 45"/>
          <p:cNvGraphicFramePr>
            <a:graphicFrameLocks noChangeAspect="1"/>
          </p:cNvGraphicFramePr>
          <p:nvPr/>
        </p:nvGraphicFramePr>
        <p:xfrm>
          <a:off x="37338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1973" imgH="368140" progId="Equation.3">
                  <p:embed/>
                </p:oleObj>
              </mc:Choice>
              <mc:Fallback>
                <p:oleObj name="Equation" r:id="rId4" imgW="291973" imgH="368140" progId="Equation.3">
                  <p:embed/>
                  <p:pic>
                    <p:nvPicPr>
                      <p:cNvPr id="44078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79" name="Object 46"/>
          <p:cNvGraphicFramePr>
            <a:graphicFrameLocks noChangeAspect="1"/>
          </p:cNvGraphicFramePr>
          <p:nvPr/>
        </p:nvGraphicFramePr>
        <p:xfrm>
          <a:off x="2667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44079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80" name="Object 47"/>
          <p:cNvGraphicFramePr>
            <a:graphicFrameLocks noChangeAspect="1"/>
          </p:cNvGraphicFramePr>
          <p:nvPr/>
        </p:nvGraphicFramePr>
        <p:xfrm>
          <a:off x="2590801" y="1676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20474" progId="Equation.3">
                  <p:embed/>
                </p:oleObj>
              </mc:Choice>
              <mc:Fallback>
                <p:oleObj name="Equation" r:id="rId8" imgW="444307" imgH="520474" progId="Equation.3">
                  <p:embed/>
                  <p:pic>
                    <p:nvPicPr>
                      <p:cNvPr id="4408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1" y="16764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81" name="Object 48"/>
          <p:cNvGraphicFramePr>
            <a:graphicFrameLocks noChangeAspect="1"/>
          </p:cNvGraphicFramePr>
          <p:nvPr/>
        </p:nvGraphicFramePr>
        <p:xfrm>
          <a:off x="32004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44081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82" name="Object 49"/>
          <p:cNvGraphicFramePr>
            <a:graphicFrameLocks noChangeAspect="1"/>
          </p:cNvGraphicFramePr>
          <p:nvPr/>
        </p:nvGraphicFramePr>
        <p:xfrm>
          <a:off x="42672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90" imgH="393529" progId="Equation.3">
                  <p:embed/>
                </p:oleObj>
              </mc:Choice>
              <mc:Fallback>
                <p:oleObj name="Equation" r:id="rId12" imgW="253890" imgH="393529" progId="Equation.3">
                  <p:embed/>
                  <p:pic>
                    <p:nvPicPr>
                      <p:cNvPr id="44082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83" name="Text Box 50"/>
          <p:cNvSpPr txBox="1">
            <a:spLocks noChangeArrowheads="1"/>
          </p:cNvSpPr>
          <p:nvPr/>
        </p:nvSpPr>
        <p:spPr bwMode="auto">
          <a:xfrm>
            <a:off x="2590801" y="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4</a:t>
            </a:r>
          </a:p>
        </p:txBody>
      </p:sp>
      <p:sp>
        <p:nvSpPr>
          <p:cNvPr id="44084" name="Line 51"/>
          <p:cNvSpPr>
            <a:spLocks noChangeShapeType="1"/>
          </p:cNvSpPr>
          <p:nvPr/>
        </p:nvSpPr>
        <p:spPr bwMode="auto">
          <a:xfrm>
            <a:off x="64008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85" name="Line 52"/>
          <p:cNvSpPr>
            <a:spLocks noChangeShapeType="1"/>
          </p:cNvSpPr>
          <p:nvPr/>
        </p:nvSpPr>
        <p:spPr bwMode="auto">
          <a:xfrm>
            <a:off x="64008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86" name="Line 53"/>
          <p:cNvSpPr>
            <a:spLocks noChangeShapeType="1"/>
          </p:cNvSpPr>
          <p:nvPr/>
        </p:nvSpPr>
        <p:spPr bwMode="auto">
          <a:xfrm>
            <a:off x="6781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87" name="Line 54"/>
          <p:cNvSpPr>
            <a:spLocks noChangeShapeType="1"/>
          </p:cNvSpPr>
          <p:nvPr/>
        </p:nvSpPr>
        <p:spPr bwMode="auto">
          <a:xfrm>
            <a:off x="7315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88" name="Line 55"/>
          <p:cNvSpPr>
            <a:spLocks noChangeShapeType="1"/>
          </p:cNvSpPr>
          <p:nvPr/>
        </p:nvSpPr>
        <p:spPr bwMode="auto">
          <a:xfrm>
            <a:off x="7848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89" name="Line 56"/>
          <p:cNvSpPr>
            <a:spLocks noChangeShapeType="1"/>
          </p:cNvSpPr>
          <p:nvPr/>
        </p:nvSpPr>
        <p:spPr bwMode="auto">
          <a:xfrm>
            <a:off x="8382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90" name="Line 57"/>
          <p:cNvSpPr>
            <a:spLocks noChangeShapeType="1"/>
          </p:cNvSpPr>
          <p:nvPr/>
        </p:nvSpPr>
        <p:spPr bwMode="auto">
          <a:xfrm>
            <a:off x="8915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91" name="Line 58"/>
          <p:cNvSpPr>
            <a:spLocks noChangeShapeType="1"/>
          </p:cNvSpPr>
          <p:nvPr/>
        </p:nvSpPr>
        <p:spPr bwMode="auto">
          <a:xfrm>
            <a:off x="9448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92" name="Line 59"/>
          <p:cNvSpPr>
            <a:spLocks noChangeShapeType="1"/>
          </p:cNvSpPr>
          <p:nvPr/>
        </p:nvSpPr>
        <p:spPr bwMode="auto">
          <a:xfrm>
            <a:off x="9982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4093" name="Line 60"/>
          <p:cNvSpPr>
            <a:spLocks noChangeShapeType="1"/>
          </p:cNvSpPr>
          <p:nvPr/>
        </p:nvSpPr>
        <p:spPr bwMode="auto">
          <a:xfrm flipV="1">
            <a:off x="80772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4094" name="Object 61"/>
          <p:cNvGraphicFramePr>
            <a:graphicFrameLocks noChangeAspect="1"/>
          </p:cNvGraphicFramePr>
          <p:nvPr/>
        </p:nvGraphicFramePr>
        <p:xfrm>
          <a:off x="6934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44094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95" name="Object 62"/>
          <p:cNvGraphicFramePr>
            <a:graphicFrameLocks noChangeAspect="1"/>
          </p:cNvGraphicFramePr>
          <p:nvPr/>
        </p:nvGraphicFramePr>
        <p:xfrm>
          <a:off x="9601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3890" imgH="368140" progId="Equation.3">
                  <p:embed/>
                </p:oleObj>
              </mc:Choice>
              <mc:Fallback>
                <p:oleObj name="Equation" r:id="rId15" imgW="253890" imgH="368140" progId="Equation.3">
                  <p:embed/>
                  <p:pic>
                    <p:nvPicPr>
                      <p:cNvPr id="44095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96" name="Object 63"/>
          <p:cNvGraphicFramePr>
            <a:graphicFrameLocks noChangeAspect="1"/>
          </p:cNvGraphicFramePr>
          <p:nvPr/>
        </p:nvGraphicFramePr>
        <p:xfrm>
          <a:off x="85344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1973" imgH="368140" progId="Equation.3">
                  <p:embed/>
                </p:oleObj>
              </mc:Choice>
              <mc:Fallback>
                <p:oleObj name="Equation" r:id="rId16" imgW="291973" imgH="368140" progId="Equation.3">
                  <p:embed/>
                  <p:pic>
                    <p:nvPicPr>
                      <p:cNvPr id="44096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97" name="Object 64"/>
          <p:cNvGraphicFramePr>
            <a:graphicFrameLocks noChangeAspect="1"/>
          </p:cNvGraphicFramePr>
          <p:nvPr/>
        </p:nvGraphicFramePr>
        <p:xfrm>
          <a:off x="74676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44097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98" name="Object 65"/>
          <p:cNvGraphicFramePr>
            <a:graphicFrameLocks noChangeAspect="1"/>
          </p:cNvGraphicFramePr>
          <p:nvPr/>
        </p:nvGraphicFramePr>
        <p:xfrm>
          <a:off x="7924801" y="16764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44307" imgH="533169" progId="Equation.3">
                  <p:embed/>
                </p:oleObj>
              </mc:Choice>
              <mc:Fallback>
                <p:oleObj name="Equation" r:id="rId18" imgW="444307" imgH="533169" progId="Equation.3">
                  <p:embed/>
                  <p:pic>
                    <p:nvPicPr>
                      <p:cNvPr id="44098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1" y="16764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99" name="Object 66"/>
          <p:cNvGraphicFramePr>
            <a:graphicFrameLocks noChangeAspect="1"/>
          </p:cNvGraphicFramePr>
          <p:nvPr/>
        </p:nvGraphicFramePr>
        <p:xfrm>
          <a:off x="8001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44099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00" name="Object 67"/>
          <p:cNvGraphicFramePr>
            <a:graphicFrameLocks noChangeAspect="1"/>
          </p:cNvGraphicFramePr>
          <p:nvPr/>
        </p:nvGraphicFramePr>
        <p:xfrm>
          <a:off x="90678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3890" imgH="393529" progId="Equation.3">
                  <p:embed/>
                </p:oleObj>
              </mc:Choice>
              <mc:Fallback>
                <p:oleObj name="Equation" r:id="rId21" imgW="253890" imgH="393529" progId="Equation.3">
                  <p:embed/>
                  <p:pic>
                    <p:nvPicPr>
                      <p:cNvPr id="4410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01" name="Text Box 68"/>
          <p:cNvSpPr txBox="1">
            <a:spLocks noChangeArrowheads="1"/>
          </p:cNvSpPr>
          <p:nvPr/>
        </p:nvSpPr>
        <p:spPr bwMode="auto">
          <a:xfrm>
            <a:off x="7391401" y="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5</a:t>
            </a:r>
          </a:p>
        </p:txBody>
      </p:sp>
      <p:graphicFrame>
        <p:nvGraphicFramePr>
          <p:cNvPr id="44102" name="Object 69"/>
          <p:cNvGraphicFramePr>
            <a:graphicFrameLocks noChangeAspect="1"/>
          </p:cNvGraphicFramePr>
          <p:nvPr/>
        </p:nvGraphicFramePr>
        <p:xfrm>
          <a:off x="53340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53890" imgH="368140" progId="Equation.3">
                  <p:embed/>
                </p:oleObj>
              </mc:Choice>
              <mc:Fallback>
                <p:oleObj name="Equation" r:id="rId22" imgW="253890" imgH="368140" progId="Equation.3">
                  <p:embed/>
                  <p:pic>
                    <p:nvPicPr>
                      <p:cNvPr id="44102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03" name="Object 70"/>
          <p:cNvGraphicFramePr>
            <a:graphicFrameLocks noChangeAspect="1"/>
          </p:cNvGraphicFramePr>
          <p:nvPr/>
        </p:nvGraphicFramePr>
        <p:xfrm>
          <a:off x="100584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53890" imgH="368140" progId="Equation.3">
                  <p:embed/>
                </p:oleObj>
              </mc:Choice>
              <mc:Fallback>
                <p:oleObj name="Equation" r:id="rId23" imgW="253890" imgH="368140" progId="Equation.3">
                  <p:embed/>
                  <p:pic>
                    <p:nvPicPr>
                      <p:cNvPr id="44103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4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3EC84D69-DDA6-1ED3-2762-19D4E2A2B2B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200278" y="2589213"/>
            <a:ext cx="8772522" cy="365918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90" name="Line 33"/>
          <p:cNvSpPr>
            <a:spLocks noChangeShapeType="1"/>
          </p:cNvSpPr>
          <p:nvPr/>
        </p:nvSpPr>
        <p:spPr bwMode="auto">
          <a:xfrm>
            <a:off x="16002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091" name="Line 34"/>
          <p:cNvSpPr>
            <a:spLocks noChangeShapeType="1"/>
          </p:cNvSpPr>
          <p:nvPr/>
        </p:nvSpPr>
        <p:spPr bwMode="auto">
          <a:xfrm>
            <a:off x="16002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092" name="Line 35"/>
          <p:cNvSpPr>
            <a:spLocks noChangeShapeType="1"/>
          </p:cNvSpPr>
          <p:nvPr/>
        </p:nvSpPr>
        <p:spPr bwMode="auto">
          <a:xfrm>
            <a:off x="1981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093" name="Line 36"/>
          <p:cNvSpPr>
            <a:spLocks noChangeShapeType="1"/>
          </p:cNvSpPr>
          <p:nvPr/>
        </p:nvSpPr>
        <p:spPr bwMode="auto">
          <a:xfrm>
            <a:off x="2514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094" name="Line 37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095" name="Line 38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096" name="Line 39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097" name="Line 40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098" name="Line 41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099" name="Line 42"/>
          <p:cNvSpPr>
            <a:spLocks noChangeShapeType="1"/>
          </p:cNvSpPr>
          <p:nvPr/>
        </p:nvSpPr>
        <p:spPr bwMode="auto">
          <a:xfrm flipV="1">
            <a:off x="32766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5100" name="Object 16"/>
          <p:cNvGraphicFramePr>
            <a:graphicFrameLocks noChangeAspect="1"/>
          </p:cNvGraphicFramePr>
          <p:nvPr/>
        </p:nvGraphicFramePr>
        <p:xfrm>
          <a:off x="2133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510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1" name="Object 17"/>
          <p:cNvGraphicFramePr>
            <a:graphicFrameLocks noChangeAspect="1"/>
          </p:cNvGraphicFramePr>
          <p:nvPr/>
        </p:nvGraphicFramePr>
        <p:xfrm>
          <a:off x="4800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510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2" name="Object 18"/>
          <p:cNvGraphicFramePr>
            <a:graphicFrameLocks noChangeAspect="1"/>
          </p:cNvGraphicFramePr>
          <p:nvPr/>
        </p:nvGraphicFramePr>
        <p:xfrm>
          <a:off x="37338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1973" imgH="368140" progId="Equation.3">
                  <p:embed/>
                </p:oleObj>
              </mc:Choice>
              <mc:Fallback>
                <p:oleObj name="Equation" r:id="rId4" imgW="291973" imgH="368140" progId="Equation.3">
                  <p:embed/>
                  <p:pic>
                    <p:nvPicPr>
                      <p:cNvPr id="4510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3" name="Object 19"/>
          <p:cNvGraphicFramePr>
            <a:graphicFrameLocks noChangeAspect="1"/>
          </p:cNvGraphicFramePr>
          <p:nvPr/>
        </p:nvGraphicFramePr>
        <p:xfrm>
          <a:off x="2667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4510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4" name="Object 20"/>
          <p:cNvGraphicFramePr>
            <a:graphicFrameLocks noChangeAspect="1"/>
          </p:cNvGraphicFramePr>
          <p:nvPr/>
        </p:nvGraphicFramePr>
        <p:xfrm>
          <a:off x="3048001" y="1671638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33169" progId="Equation.3">
                  <p:embed/>
                </p:oleObj>
              </mc:Choice>
              <mc:Fallback>
                <p:oleObj name="Equation" r:id="rId8" imgW="444307" imgH="533169" progId="Equation.3">
                  <p:embed/>
                  <p:pic>
                    <p:nvPicPr>
                      <p:cNvPr id="4510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1671638"/>
                        <a:ext cx="4429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5" name="Object 21"/>
          <p:cNvGraphicFramePr>
            <a:graphicFrameLocks noChangeAspect="1"/>
          </p:cNvGraphicFramePr>
          <p:nvPr/>
        </p:nvGraphicFramePr>
        <p:xfrm>
          <a:off x="32004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4510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6" name="Object 22"/>
          <p:cNvGraphicFramePr>
            <a:graphicFrameLocks noChangeAspect="1"/>
          </p:cNvGraphicFramePr>
          <p:nvPr/>
        </p:nvGraphicFramePr>
        <p:xfrm>
          <a:off x="42672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90" imgH="393529" progId="Equation.3">
                  <p:embed/>
                </p:oleObj>
              </mc:Choice>
              <mc:Fallback>
                <p:oleObj name="Equation" r:id="rId12" imgW="253890" imgH="393529" progId="Equation.3">
                  <p:embed/>
                  <p:pic>
                    <p:nvPicPr>
                      <p:cNvPr id="4510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07" name="Text Box 50"/>
          <p:cNvSpPr txBox="1">
            <a:spLocks noChangeArrowheads="1"/>
          </p:cNvSpPr>
          <p:nvPr/>
        </p:nvSpPr>
        <p:spPr bwMode="auto">
          <a:xfrm>
            <a:off x="2590801" y="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5</a:t>
            </a:r>
          </a:p>
        </p:txBody>
      </p:sp>
      <p:sp>
        <p:nvSpPr>
          <p:cNvPr id="45108" name="Line 51"/>
          <p:cNvSpPr>
            <a:spLocks noChangeShapeType="1"/>
          </p:cNvSpPr>
          <p:nvPr/>
        </p:nvSpPr>
        <p:spPr bwMode="auto">
          <a:xfrm>
            <a:off x="64008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109" name="Line 52"/>
          <p:cNvSpPr>
            <a:spLocks noChangeShapeType="1"/>
          </p:cNvSpPr>
          <p:nvPr/>
        </p:nvSpPr>
        <p:spPr bwMode="auto">
          <a:xfrm>
            <a:off x="64008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110" name="Line 53"/>
          <p:cNvSpPr>
            <a:spLocks noChangeShapeType="1"/>
          </p:cNvSpPr>
          <p:nvPr/>
        </p:nvSpPr>
        <p:spPr bwMode="auto">
          <a:xfrm>
            <a:off x="6781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111" name="Line 54"/>
          <p:cNvSpPr>
            <a:spLocks noChangeShapeType="1"/>
          </p:cNvSpPr>
          <p:nvPr/>
        </p:nvSpPr>
        <p:spPr bwMode="auto">
          <a:xfrm>
            <a:off x="7315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112" name="Line 55"/>
          <p:cNvSpPr>
            <a:spLocks noChangeShapeType="1"/>
          </p:cNvSpPr>
          <p:nvPr/>
        </p:nvSpPr>
        <p:spPr bwMode="auto">
          <a:xfrm>
            <a:off x="7848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113" name="Line 56"/>
          <p:cNvSpPr>
            <a:spLocks noChangeShapeType="1"/>
          </p:cNvSpPr>
          <p:nvPr/>
        </p:nvSpPr>
        <p:spPr bwMode="auto">
          <a:xfrm>
            <a:off x="8382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114" name="Line 57"/>
          <p:cNvSpPr>
            <a:spLocks noChangeShapeType="1"/>
          </p:cNvSpPr>
          <p:nvPr/>
        </p:nvSpPr>
        <p:spPr bwMode="auto">
          <a:xfrm>
            <a:off x="8915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115" name="Line 58"/>
          <p:cNvSpPr>
            <a:spLocks noChangeShapeType="1"/>
          </p:cNvSpPr>
          <p:nvPr/>
        </p:nvSpPr>
        <p:spPr bwMode="auto">
          <a:xfrm>
            <a:off x="9448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116" name="Line 59"/>
          <p:cNvSpPr>
            <a:spLocks noChangeShapeType="1"/>
          </p:cNvSpPr>
          <p:nvPr/>
        </p:nvSpPr>
        <p:spPr bwMode="auto">
          <a:xfrm>
            <a:off x="9982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5117" name="Line 60"/>
          <p:cNvSpPr>
            <a:spLocks noChangeShapeType="1"/>
          </p:cNvSpPr>
          <p:nvPr/>
        </p:nvSpPr>
        <p:spPr bwMode="auto">
          <a:xfrm flipV="1">
            <a:off x="86106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5118" name="Object 23"/>
          <p:cNvGraphicFramePr>
            <a:graphicFrameLocks noChangeAspect="1"/>
          </p:cNvGraphicFramePr>
          <p:nvPr/>
        </p:nvGraphicFramePr>
        <p:xfrm>
          <a:off x="6934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45118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19" name="Object 24"/>
          <p:cNvGraphicFramePr>
            <a:graphicFrameLocks noChangeAspect="1"/>
          </p:cNvGraphicFramePr>
          <p:nvPr/>
        </p:nvGraphicFramePr>
        <p:xfrm>
          <a:off x="9601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3890" imgH="368140" progId="Equation.3">
                  <p:embed/>
                </p:oleObj>
              </mc:Choice>
              <mc:Fallback>
                <p:oleObj name="Equation" r:id="rId15" imgW="253890" imgH="368140" progId="Equation.3">
                  <p:embed/>
                  <p:pic>
                    <p:nvPicPr>
                      <p:cNvPr id="4511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20" name="Object 25"/>
          <p:cNvGraphicFramePr>
            <a:graphicFrameLocks noChangeAspect="1"/>
          </p:cNvGraphicFramePr>
          <p:nvPr/>
        </p:nvGraphicFramePr>
        <p:xfrm>
          <a:off x="85344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1973" imgH="368140" progId="Equation.3">
                  <p:embed/>
                </p:oleObj>
              </mc:Choice>
              <mc:Fallback>
                <p:oleObj name="Equation" r:id="rId16" imgW="291973" imgH="368140" progId="Equation.3">
                  <p:embed/>
                  <p:pic>
                    <p:nvPicPr>
                      <p:cNvPr id="4512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21" name="Object 26"/>
          <p:cNvGraphicFramePr>
            <a:graphicFrameLocks noChangeAspect="1"/>
          </p:cNvGraphicFramePr>
          <p:nvPr/>
        </p:nvGraphicFramePr>
        <p:xfrm>
          <a:off x="74676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45121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22" name="Object 27"/>
          <p:cNvGraphicFramePr>
            <a:graphicFrameLocks noChangeAspect="1"/>
          </p:cNvGraphicFramePr>
          <p:nvPr/>
        </p:nvGraphicFramePr>
        <p:xfrm>
          <a:off x="8488363" y="16811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80835" imgH="520474" progId="Equation.3">
                  <p:embed/>
                </p:oleObj>
              </mc:Choice>
              <mc:Fallback>
                <p:oleObj name="Equation" r:id="rId18" imgW="380835" imgH="520474" progId="Equation.3">
                  <p:embed/>
                  <p:pic>
                    <p:nvPicPr>
                      <p:cNvPr id="4512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8363" y="16811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23" name="Object 28"/>
          <p:cNvGraphicFramePr>
            <a:graphicFrameLocks noChangeAspect="1"/>
          </p:cNvGraphicFramePr>
          <p:nvPr/>
        </p:nvGraphicFramePr>
        <p:xfrm>
          <a:off x="8001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45123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24" name="Object 29"/>
          <p:cNvGraphicFramePr>
            <a:graphicFrameLocks noChangeAspect="1"/>
          </p:cNvGraphicFramePr>
          <p:nvPr/>
        </p:nvGraphicFramePr>
        <p:xfrm>
          <a:off x="90678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3890" imgH="393529" progId="Equation.3">
                  <p:embed/>
                </p:oleObj>
              </mc:Choice>
              <mc:Fallback>
                <p:oleObj name="Equation" r:id="rId21" imgW="253890" imgH="393529" progId="Equation.3">
                  <p:embed/>
                  <p:pic>
                    <p:nvPicPr>
                      <p:cNvPr id="45124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25" name="Text Box 68"/>
          <p:cNvSpPr txBox="1">
            <a:spLocks noChangeArrowheads="1"/>
          </p:cNvSpPr>
          <p:nvPr/>
        </p:nvSpPr>
        <p:spPr bwMode="auto">
          <a:xfrm>
            <a:off x="7391401" y="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6</a:t>
            </a:r>
          </a:p>
        </p:txBody>
      </p:sp>
      <p:graphicFrame>
        <p:nvGraphicFramePr>
          <p:cNvPr id="45126" name="Object 30"/>
          <p:cNvGraphicFramePr>
            <a:graphicFrameLocks noChangeAspect="1"/>
          </p:cNvGraphicFramePr>
          <p:nvPr/>
        </p:nvGraphicFramePr>
        <p:xfrm>
          <a:off x="53340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53890" imgH="368140" progId="Equation.3">
                  <p:embed/>
                </p:oleObj>
              </mc:Choice>
              <mc:Fallback>
                <p:oleObj name="Equation" r:id="rId22" imgW="253890" imgH="368140" progId="Equation.3">
                  <p:embed/>
                  <p:pic>
                    <p:nvPicPr>
                      <p:cNvPr id="4512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27" name="Object 31"/>
          <p:cNvGraphicFramePr>
            <a:graphicFrameLocks noChangeAspect="1"/>
          </p:cNvGraphicFramePr>
          <p:nvPr/>
        </p:nvGraphicFramePr>
        <p:xfrm>
          <a:off x="100584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53890" imgH="368140" progId="Equation.3">
                  <p:embed/>
                </p:oleObj>
              </mc:Choice>
              <mc:Fallback>
                <p:oleObj name="Equation" r:id="rId23" imgW="253890" imgH="368140" progId="Equation.3">
                  <p:embed/>
                  <p:pic>
                    <p:nvPicPr>
                      <p:cNvPr id="4512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4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B958B593-D081-10A9-0FDE-C25874E9526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62050" y="2438399"/>
            <a:ext cx="9829799" cy="390043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14" name="Line 33"/>
          <p:cNvSpPr>
            <a:spLocks noChangeShapeType="1"/>
          </p:cNvSpPr>
          <p:nvPr/>
        </p:nvSpPr>
        <p:spPr bwMode="auto">
          <a:xfrm>
            <a:off x="16002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15" name="Line 34"/>
          <p:cNvSpPr>
            <a:spLocks noChangeShapeType="1"/>
          </p:cNvSpPr>
          <p:nvPr/>
        </p:nvSpPr>
        <p:spPr bwMode="auto">
          <a:xfrm>
            <a:off x="16002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16" name="Line 35"/>
          <p:cNvSpPr>
            <a:spLocks noChangeShapeType="1"/>
          </p:cNvSpPr>
          <p:nvPr/>
        </p:nvSpPr>
        <p:spPr bwMode="auto">
          <a:xfrm>
            <a:off x="1981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17" name="Line 36"/>
          <p:cNvSpPr>
            <a:spLocks noChangeShapeType="1"/>
          </p:cNvSpPr>
          <p:nvPr/>
        </p:nvSpPr>
        <p:spPr bwMode="auto">
          <a:xfrm>
            <a:off x="2514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18" name="Line 37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19" name="Line 38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20" name="Line 39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21" name="Line 40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22" name="Line 41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23" name="Line 42"/>
          <p:cNvSpPr>
            <a:spLocks noChangeShapeType="1"/>
          </p:cNvSpPr>
          <p:nvPr/>
        </p:nvSpPr>
        <p:spPr bwMode="auto">
          <a:xfrm flipV="1">
            <a:off x="38100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6124" name="Object 16"/>
          <p:cNvGraphicFramePr>
            <a:graphicFrameLocks noChangeAspect="1"/>
          </p:cNvGraphicFramePr>
          <p:nvPr/>
        </p:nvGraphicFramePr>
        <p:xfrm>
          <a:off x="2133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612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25" name="Object 17"/>
          <p:cNvGraphicFramePr>
            <a:graphicFrameLocks noChangeAspect="1"/>
          </p:cNvGraphicFramePr>
          <p:nvPr/>
        </p:nvGraphicFramePr>
        <p:xfrm>
          <a:off x="4800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4612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26" name="Object 18"/>
          <p:cNvGraphicFramePr>
            <a:graphicFrameLocks noChangeAspect="1"/>
          </p:cNvGraphicFramePr>
          <p:nvPr/>
        </p:nvGraphicFramePr>
        <p:xfrm>
          <a:off x="37338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1973" imgH="368140" progId="Equation.3">
                  <p:embed/>
                </p:oleObj>
              </mc:Choice>
              <mc:Fallback>
                <p:oleObj name="Equation" r:id="rId5" imgW="291973" imgH="368140" progId="Equation.3">
                  <p:embed/>
                  <p:pic>
                    <p:nvPicPr>
                      <p:cNvPr id="4612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27" name="Object 19"/>
          <p:cNvGraphicFramePr>
            <a:graphicFrameLocks noChangeAspect="1"/>
          </p:cNvGraphicFramePr>
          <p:nvPr/>
        </p:nvGraphicFramePr>
        <p:xfrm>
          <a:off x="2667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584" imgH="279279" progId="Equation.3">
                  <p:embed/>
                </p:oleObj>
              </mc:Choice>
              <mc:Fallback>
                <p:oleObj name="Equation" r:id="rId7" imgW="266584" imgH="279279" progId="Equation.3">
                  <p:embed/>
                  <p:pic>
                    <p:nvPicPr>
                      <p:cNvPr id="4612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28" name="Object 20"/>
          <p:cNvGraphicFramePr>
            <a:graphicFrameLocks noChangeAspect="1"/>
          </p:cNvGraphicFramePr>
          <p:nvPr/>
        </p:nvGraphicFramePr>
        <p:xfrm>
          <a:off x="3611563" y="16811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80835" imgH="520474" progId="Equation.3">
                  <p:embed/>
                </p:oleObj>
              </mc:Choice>
              <mc:Fallback>
                <p:oleObj name="Equation" r:id="rId9" imgW="380835" imgH="520474" progId="Equation.3">
                  <p:embed/>
                  <p:pic>
                    <p:nvPicPr>
                      <p:cNvPr id="4612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563" y="16811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29" name="Object 21"/>
          <p:cNvGraphicFramePr>
            <a:graphicFrameLocks noChangeAspect="1"/>
          </p:cNvGraphicFramePr>
          <p:nvPr/>
        </p:nvGraphicFramePr>
        <p:xfrm>
          <a:off x="32004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4612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30" name="Object 22"/>
          <p:cNvGraphicFramePr>
            <a:graphicFrameLocks noChangeAspect="1"/>
          </p:cNvGraphicFramePr>
          <p:nvPr/>
        </p:nvGraphicFramePr>
        <p:xfrm>
          <a:off x="42672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90" imgH="393529" progId="Equation.3">
                  <p:embed/>
                </p:oleObj>
              </mc:Choice>
              <mc:Fallback>
                <p:oleObj name="Equation" r:id="rId12" imgW="253890" imgH="393529" progId="Equation.3">
                  <p:embed/>
                  <p:pic>
                    <p:nvPicPr>
                      <p:cNvPr id="4613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31" name="Text Box 50"/>
          <p:cNvSpPr txBox="1">
            <a:spLocks noChangeArrowheads="1"/>
          </p:cNvSpPr>
          <p:nvPr/>
        </p:nvSpPr>
        <p:spPr bwMode="auto">
          <a:xfrm>
            <a:off x="2590801" y="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6</a:t>
            </a:r>
          </a:p>
        </p:txBody>
      </p:sp>
      <p:sp>
        <p:nvSpPr>
          <p:cNvPr id="46132" name="Line 51"/>
          <p:cNvSpPr>
            <a:spLocks noChangeShapeType="1"/>
          </p:cNvSpPr>
          <p:nvPr/>
        </p:nvSpPr>
        <p:spPr bwMode="auto">
          <a:xfrm>
            <a:off x="64008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33" name="Line 52"/>
          <p:cNvSpPr>
            <a:spLocks noChangeShapeType="1"/>
          </p:cNvSpPr>
          <p:nvPr/>
        </p:nvSpPr>
        <p:spPr bwMode="auto">
          <a:xfrm>
            <a:off x="64008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34" name="Line 53"/>
          <p:cNvSpPr>
            <a:spLocks noChangeShapeType="1"/>
          </p:cNvSpPr>
          <p:nvPr/>
        </p:nvSpPr>
        <p:spPr bwMode="auto">
          <a:xfrm>
            <a:off x="6781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35" name="Line 54"/>
          <p:cNvSpPr>
            <a:spLocks noChangeShapeType="1"/>
          </p:cNvSpPr>
          <p:nvPr/>
        </p:nvSpPr>
        <p:spPr bwMode="auto">
          <a:xfrm>
            <a:off x="7315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36" name="Line 55"/>
          <p:cNvSpPr>
            <a:spLocks noChangeShapeType="1"/>
          </p:cNvSpPr>
          <p:nvPr/>
        </p:nvSpPr>
        <p:spPr bwMode="auto">
          <a:xfrm>
            <a:off x="7848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37" name="Line 56"/>
          <p:cNvSpPr>
            <a:spLocks noChangeShapeType="1"/>
          </p:cNvSpPr>
          <p:nvPr/>
        </p:nvSpPr>
        <p:spPr bwMode="auto">
          <a:xfrm>
            <a:off x="8382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38" name="Line 57"/>
          <p:cNvSpPr>
            <a:spLocks noChangeShapeType="1"/>
          </p:cNvSpPr>
          <p:nvPr/>
        </p:nvSpPr>
        <p:spPr bwMode="auto">
          <a:xfrm>
            <a:off x="8915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39" name="Line 58"/>
          <p:cNvSpPr>
            <a:spLocks noChangeShapeType="1"/>
          </p:cNvSpPr>
          <p:nvPr/>
        </p:nvSpPr>
        <p:spPr bwMode="auto">
          <a:xfrm>
            <a:off x="9448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40" name="Line 59"/>
          <p:cNvSpPr>
            <a:spLocks noChangeShapeType="1"/>
          </p:cNvSpPr>
          <p:nvPr/>
        </p:nvSpPr>
        <p:spPr bwMode="auto">
          <a:xfrm>
            <a:off x="9982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6141" name="Line 60"/>
          <p:cNvSpPr>
            <a:spLocks noChangeShapeType="1"/>
          </p:cNvSpPr>
          <p:nvPr/>
        </p:nvSpPr>
        <p:spPr bwMode="auto">
          <a:xfrm flipV="1">
            <a:off x="91440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6142" name="Object 23"/>
          <p:cNvGraphicFramePr>
            <a:graphicFrameLocks noChangeAspect="1"/>
          </p:cNvGraphicFramePr>
          <p:nvPr/>
        </p:nvGraphicFramePr>
        <p:xfrm>
          <a:off x="6934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46142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43" name="Object 24"/>
          <p:cNvGraphicFramePr>
            <a:graphicFrameLocks noChangeAspect="1"/>
          </p:cNvGraphicFramePr>
          <p:nvPr/>
        </p:nvGraphicFramePr>
        <p:xfrm>
          <a:off x="9601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3890" imgH="368140" progId="Equation.3">
                  <p:embed/>
                </p:oleObj>
              </mc:Choice>
              <mc:Fallback>
                <p:oleObj name="Equation" r:id="rId15" imgW="253890" imgH="368140" progId="Equation.3">
                  <p:embed/>
                  <p:pic>
                    <p:nvPicPr>
                      <p:cNvPr id="46143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44" name="Object 25"/>
          <p:cNvGraphicFramePr>
            <a:graphicFrameLocks noChangeAspect="1"/>
          </p:cNvGraphicFramePr>
          <p:nvPr/>
        </p:nvGraphicFramePr>
        <p:xfrm>
          <a:off x="85344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1973" imgH="368140" progId="Equation.3">
                  <p:embed/>
                </p:oleObj>
              </mc:Choice>
              <mc:Fallback>
                <p:oleObj name="Equation" r:id="rId16" imgW="291973" imgH="368140" progId="Equation.3">
                  <p:embed/>
                  <p:pic>
                    <p:nvPicPr>
                      <p:cNvPr id="46144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45" name="Object 26"/>
          <p:cNvGraphicFramePr>
            <a:graphicFrameLocks noChangeAspect="1"/>
          </p:cNvGraphicFramePr>
          <p:nvPr/>
        </p:nvGraphicFramePr>
        <p:xfrm>
          <a:off x="74676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4614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46" name="Object 27"/>
          <p:cNvGraphicFramePr>
            <a:graphicFrameLocks noChangeAspect="1"/>
          </p:cNvGraphicFramePr>
          <p:nvPr/>
        </p:nvGraphicFramePr>
        <p:xfrm>
          <a:off x="8991600" y="16764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80835" imgH="520474" progId="Equation.3">
                  <p:embed/>
                </p:oleObj>
              </mc:Choice>
              <mc:Fallback>
                <p:oleObj name="Equation" r:id="rId18" imgW="380835" imgH="520474" progId="Equation.3">
                  <p:embed/>
                  <p:pic>
                    <p:nvPicPr>
                      <p:cNvPr id="46146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0" y="1676400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47" name="Object 28"/>
          <p:cNvGraphicFramePr>
            <a:graphicFrameLocks noChangeAspect="1"/>
          </p:cNvGraphicFramePr>
          <p:nvPr/>
        </p:nvGraphicFramePr>
        <p:xfrm>
          <a:off x="8001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46147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48" name="Object 29"/>
          <p:cNvGraphicFramePr>
            <a:graphicFrameLocks noChangeAspect="1"/>
          </p:cNvGraphicFramePr>
          <p:nvPr/>
        </p:nvGraphicFramePr>
        <p:xfrm>
          <a:off x="90678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3890" imgH="393529" progId="Equation.3">
                  <p:embed/>
                </p:oleObj>
              </mc:Choice>
              <mc:Fallback>
                <p:oleObj name="Equation" r:id="rId20" imgW="253890" imgH="393529" progId="Equation.3">
                  <p:embed/>
                  <p:pic>
                    <p:nvPicPr>
                      <p:cNvPr id="46148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49" name="Text Box 68"/>
          <p:cNvSpPr txBox="1">
            <a:spLocks noChangeArrowheads="1"/>
          </p:cNvSpPr>
          <p:nvPr/>
        </p:nvSpPr>
        <p:spPr bwMode="auto">
          <a:xfrm>
            <a:off x="7391401" y="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7</a:t>
            </a:r>
          </a:p>
        </p:txBody>
      </p:sp>
      <p:graphicFrame>
        <p:nvGraphicFramePr>
          <p:cNvPr id="46150" name="Object 30"/>
          <p:cNvGraphicFramePr>
            <a:graphicFrameLocks noChangeAspect="1"/>
          </p:cNvGraphicFramePr>
          <p:nvPr/>
        </p:nvGraphicFramePr>
        <p:xfrm>
          <a:off x="53340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3890" imgH="368140" progId="Equation.3">
                  <p:embed/>
                </p:oleObj>
              </mc:Choice>
              <mc:Fallback>
                <p:oleObj name="Equation" r:id="rId21" imgW="253890" imgH="368140" progId="Equation.3">
                  <p:embed/>
                  <p:pic>
                    <p:nvPicPr>
                      <p:cNvPr id="4615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51" name="Object 31"/>
          <p:cNvGraphicFramePr>
            <a:graphicFrameLocks noChangeAspect="1"/>
          </p:cNvGraphicFramePr>
          <p:nvPr/>
        </p:nvGraphicFramePr>
        <p:xfrm>
          <a:off x="100584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53890" imgH="368140" progId="Equation.3">
                  <p:embed/>
                </p:oleObj>
              </mc:Choice>
              <mc:Fallback>
                <p:oleObj name="Equation" r:id="rId22" imgW="253890" imgH="368140" progId="Equation.3">
                  <p:embed/>
                  <p:pic>
                    <p:nvPicPr>
                      <p:cNvPr id="4615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4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D650EE4D-E316-F0C4-9D2E-E3DA6D4FB9A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76350" y="3105149"/>
            <a:ext cx="9391649" cy="314324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38" name="Line 33"/>
          <p:cNvSpPr>
            <a:spLocks noChangeShapeType="1"/>
          </p:cNvSpPr>
          <p:nvPr/>
        </p:nvSpPr>
        <p:spPr bwMode="auto">
          <a:xfrm>
            <a:off x="16002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39" name="Line 34"/>
          <p:cNvSpPr>
            <a:spLocks noChangeShapeType="1"/>
          </p:cNvSpPr>
          <p:nvPr/>
        </p:nvSpPr>
        <p:spPr bwMode="auto">
          <a:xfrm>
            <a:off x="16002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40" name="Line 35"/>
          <p:cNvSpPr>
            <a:spLocks noChangeShapeType="1"/>
          </p:cNvSpPr>
          <p:nvPr/>
        </p:nvSpPr>
        <p:spPr bwMode="auto">
          <a:xfrm>
            <a:off x="1981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41" name="Line 36"/>
          <p:cNvSpPr>
            <a:spLocks noChangeShapeType="1"/>
          </p:cNvSpPr>
          <p:nvPr/>
        </p:nvSpPr>
        <p:spPr bwMode="auto">
          <a:xfrm>
            <a:off x="2514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42" name="Line 37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43" name="Line 38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44" name="Line 39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45" name="Line 40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46" name="Line 41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47" name="Line 42"/>
          <p:cNvSpPr>
            <a:spLocks noChangeShapeType="1"/>
          </p:cNvSpPr>
          <p:nvPr/>
        </p:nvSpPr>
        <p:spPr bwMode="auto">
          <a:xfrm flipV="1">
            <a:off x="43434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7148" name="Object 16"/>
          <p:cNvGraphicFramePr>
            <a:graphicFrameLocks noChangeAspect="1"/>
          </p:cNvGraphicFramePr>
          <p:nvPr/>
        </p:nvGraphicFramePr>
        <p:xfrm>
          <a:off x="2133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714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9" name="Object 17"/>
          <p:cNvGraphicFramePr>
            <a:graphicFrameLocks noChangeAspect="1"/>
          </p:cNvGraphicFramePr>
          <p:nvPr/>
        </p:nvGraphicFramePr>
        <p:xfrm>
          <a:off x="4800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4714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0" name="Object 18"/>
          <p:cNvGraphicFramePr>
            <a:graphicFrameLocks noChangeAspect="1"/>
          </p:cNvGraphicFramePr>
          <p:nvPr/>
        </p:nvGraphicFramePr>
        <p:xfrm>
          <a:off x="37338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1973" imgH="368140" progId="Equation.3">
                  <p:embed/>
                </p:oleObj>
              </mc:Choice>
              <mc:Fallback>
                <p:oleObj name="Equation" r:id="rId5" imgW="291973" imgH="368140" progId="Equation.3">
                  <p:embed/>
                  <p:pic>
                    <p:nvPicPr>
                      <p:cNvPr id="4715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1" name="Object 19"/>
          <p:cNvGraphicFramePr>
            <a:graphicFrameLocks noChangeAspect="1"/>
          </p:cNvGraphicFramePr>
          <p:nvPr/>
        </p:nvGraphicFramePr>
        <p:xfrm>
          <a:off x="2667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584" imgH="279279" progId="Equation.3">
                  <p:embed/>
                </p:oleObj>
              </mc:Choice>
              <mc:Fallback>
                <p:oleObj name="Equation" r:id="rId7" imgW="266584" imgH="279279" progId="Equation.3">
                  <p:embed/>
                  <p:pic>
                    <p:nvPicPr>
                      <p:cNvPr id="4715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2" name="Object 20"/>
          <p:cNvGraphicFramePr>
            <a:graphicFrameLocks noChangeAspect="1"/>
          </p:cNvGraphicFramePr>
          <p:nvPr/>
        </p:nvGraphicFramePr>
        <p:xfrm>
          <a:off x="4191000" y="16764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80835" imgH="520474" progId="Equation.3">
                  <p:embed/>
                </p:oleObj>
              </mc:Choice>
              <mc:Fallback>
                <p:oleObj name="Equation" r:id="rId9" imgW="380835" imgH="520474" progId="Equation.3">
                  <p:embed/>
                  <p:pic>
                    <p:nvPicPr>
                      <p:cNvPr id="4715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676400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3" name="Object 21"/>
          <p:cNvGraphicFramePr>
            <a:graphicFrameLocks noChangeAspect="1"/>
          </p:cNvGraphicFramePr>
          <p:nvPr/>
        </p:nvGraphicFramePr>
        <p:xfrm>
          <a:off x="32004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4715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4" name="Object 22"/>
          <p:cNvGraphicFramePr>
            <a:graphicFrameLocks noChangeAspect="1"/>
          </p:cNvGraphicFramePr>
          <p:nvPr/>
        </p:nvGraphicFramePr>
        <p:xfrm>
          <a:off x="4267201" y="7620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90" imgH="393529" progId="Equation.3">
                  <p:embed/>
                </p:oleObj>
              </mc:Choice>
              <mc:Fallback>
                <p:oleObj name="Equation" r:id="rId12" imgW="253890" imgH="393529" progId="Equation.3">
                  <p:embed/>
                  <p:pic>
                    <p:nvPicPr>
                      <p:cNvPr id="4715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7620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55" name="Text Box 50"/>
          <p:cNvSpPr txBox="1">
            <a:spLocks noChangeArrowheads="1"/>
          </p:cNvSpPr>
          <p:nvPr/>
        </p:nvSpPr>
        <p:spPr bwMode="auto">
          <a:xfrm>
            <a:off x="2590801" y="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7</a:t>
            </a:r>
          </a:p>
        </p:txBody>
      </p:sp>
      <p:sp>
        <p:nvSpPr>
          <p:cNvPr id="47156" name="Line 51"/>
          <p:cNvSpPr>
            <a:spLocks noChangeShapeType="1"/>
          </p:cNvSpPr>
          <p:nvPr/>
        </p:nvSpPr>
        <p:spPr bwMode="auto">
          <a:xfrm>
            <a:off x="64008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57" name="Line 52"/>
          <p:cNvSpPr>
            <a:spLocks noChangeShapeType="1"/>
          </p:cNvSpPr>
          <p:nvPr/>
        </p:nvSpPr>
        <p:spPr bwMode="auto">
          <a:xfrm>
            <a:off x="64008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58" name="Line 53"/>
          <p:cNvSpPr>
            <a:spLocks noChangeShapeType="1"/>
          </p:cNvSpPr>
          <p:nvPr/>
        </p:nvSpPr>
        <p:spPr bwMode="auto">
          <a:xfrm>
            <a:off x="6781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59" name="Line 54"/>
          <p:cNvSpPr>
            <a:spLocks noChangeShapeType="1"/>
          </p:cNvSpPr>
          <p:nvPr/>
        </p:nvSpPr>
        <p:spPr bwMode="auto">
          <a:xfrm>
            <a:off x="7315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60" name="Line 55"/>
          <p:cNvSpPr>
            <a:spLocks noChangeShapeType="1"/>
          </p:cNvSpPr>
          <p:nvPr/>
        </p:nvSpPr>
        <p:spPr bwMode="auto">
          <a:xfrm>
            <a:off x="7848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61" name="Line 56"/>
          <p:cNvSpPr>
            <a:spLocks noChangeShapeType="1"/>
          </p:cNvSpPr>
          <p:nvPr/>
        </p:nvSpPr>
        <p:spPr bwMode="auto">
          <a:xfrm>
            <a:off x="8382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62" name="Line 57"/>
          <p:cNvSpPr>
            <a:spLocks noChangeShapeType="1"/>
          </p:cNvSpPr>
          <p:nvPr/>
        </p:nvSpPr>
        <p:spPr bwMode="auto">
          <a:xfrm>
            <a:off x="8915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63" name="Line 58"/>
          <p:cNvSpPr>
            <a:spLocks noChangeShapeType="1"/>
          </p:cNvSpPr>
          <p:nvPr/>
        </p:nvSpPr>
        <p:spPr bwMode="auto">
          <a:xfrm>
            <a:off x="9448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64" name="Line 59"/>
          <p:cNvSpPr>
            <a:spLocks noChangeShapeType="1"/>
          </p:cNvSpPr>
          <p:nvPr/>
        </p:nvSpPr>
        <p:spPr bwMode="auto">
          <a:xfrm>
            <a:off x="9982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7165" name="Line 60"/>
          <p:cNvSpPr>
            <a:spLocks noChangeShapeType="1"/>
          </p:cNvSpPr>
          <p:nvPr/>
        </p:nvSpPr>
        <p:spPr bwMode="auto">
          <a:xfrm flipV="1">
            <a:off x="86868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7166" name="Object 23"/>
          <p:cNvGraphicFramePr>
            <a:graphicFrameLocks noChangeAspect="1"/>
          </p:cNvGraphicFramePr>
          <p:nvPr/>
        </p:nvGraphicFramePr>
        <p:xfrm>
          <a:off x="6934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47166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67" name="Object 24"/>
          <p:cNvGraphicFramePr>
            <a:graphicFrameLocks noChangeAspect="1"/>
          </p:cNvGraphicFramePr>
          <p:nvPr/>
        </p:nvGraphicFramePr>
        <p:xfrm>
          <a:off x="9601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3890" imgH="368140" progId="Equation.3">
                  <p:embed/>
                </p:oleObj>
              </mc:Choice>
              <mc:Fallback>
                <p:oleObj name="Equation" r:id="rId15" imgW="253890" imgH="368140" progId="Equation.3">
                  <p:embed/>
                  <p:pic>
                    <p:nvPicPr>
                      <p:cNvPr id="47167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68" name="Object 25"/>
          <p:cNvGraphicFramePr>
            <a:graphicFrameLocks noChangeAspect="1"/>
          </p:cNvGraphicFramePr>
          <p:nvPr/>
        </p:nvGraphicFramePr>
        <p:xfrm>
          <a:off x="85344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1973" imgH="368140" progId="Equation.3">
                  <p:embed/>
                </p:oleObj>
              </mc:Choice>
              <mc:Fallback>
                <p:oleObj name="Equation" r:id="rId16" imgW="291973" imgH="368140" progId="Equation.3">
                  <p:embed/>
                  <p:pic>
                    <p:nvPicPr>
                      <p:cNvPr id="47168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69" name="Object 26"/>
          <p:cNvGraphicFramePr>
            <a:graphicFrameLocks noChangeAspect="1"/>
          </p:cNvGraphicFramePr>
          <p:nvPr/>
        </p:nvGraphicFramePr>
        <p:xfrm>
          <a:off x="74676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47169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70" name="Object 27"/>
          <p:cNvGraphicFramePr>
            <a:graphicFrameLocks noChangeAspect="1"/>
          </p:cNvGraphicFramePr>
          <p:nvPr/>
        </p:nvGraphicFramePr>
        <p:xfrm>
          <a:off x="8428038" y="1676400"/>
          <a:ext cx="4429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44307" imgH="520474" progId="Equation.3">
                  <p:embed/>
                </p:oleObj>
              </mc:Choice>
              <mc:Fallback>
                <p:oleObj name="Equation" r:id="rId18" imgW="444307" imgH="520474" progId="Equation.3">
                  <p:embed/>
                  <p:pic>
                    <p:nvPicPr>
                      <p:cNvPr id="4717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8038" y="1676400"/>
                        <a:ext cx="4429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71" name="Object 28"/>
          <p:cNvGraphicFramePr>
            <a:graphicFrameLocks noChangeAspect="1"/>
          </p:cNvGraphicFramePr>
          <p:nvPr/>
        </p:nvGraphicFramePr>
        <p:xfrm>
          <a:off x="8001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47171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72" name="Object 29"/>
          <p:cNvGraphicFramePr>
            <a:graphicFrameLocks noChangeAspect="1"/>
          </p:cNvGraphicFramePr>
          <p:nvPr/>
        </p:nvGraphicFramePr>
        <p:xfrm>
          <a:off x="90678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91973" imgH="368140" progId="Equation.3">
                  <p:embed/>
                </p:oleObj>
              </mc:Choice>
              <mc:Fallback>
                <p:oleObj name="Equation" r:id="rId21" imgW="291973" imgH="368140" progId="Equation.3">
                  <p:embed/>
                  <p:pic>
                    <p:nvPicPr>
                      <p:cNvPr id="47172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73" name="Text Box 68"/>
          <p:cNvSpPr txBox="1">
            <a:spLocks noChangeArrowheads="1"/>
          </p:cNvSpPr>
          <p:nvPr/>
        </p:nvSpPr>
        <p:spPr bwMode="auto">
          <a:xfrm>
            <a:off x="7391401" y="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8</a:t>
            </a:r>
          </a:p>
        </p:txBody>
      </p:sp>
      <p:graphicFrame>
        <p:nvGraphicFramePr>
          <p:cNvPr id="47174" name="Object 30"/>
          <p:cNvGraphicFramePr>
            <a:graphicFrameLocks noChangeAspect="1"/>
          </p:cNvGraphicFramePr>
          <p:nvPr/>
        </p:nvGraphicFramePr>
        <p:xfrm>
          <a:off x="53340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53890" imgH="368140" progId="Equation.3">
                  <p:embed/>
                </p:oleObj>
              </mc:Choice>
              <mc:Fallback>
                <p:oleObj name="Equation" r:id="rId22" imgW="253890" imgH="368140" progId="Equation.3">
                  <p:embed/>
                  <p:pic>
                    <p:nvPicPr>
                      <p:cNvPr id="4717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75" name="Object 31"/>
          <p:cNvGraphicFramePr>
            <a:graphicFrameLocks noChangeAspect="1"/>
          </p:cNvGraphicFramePr>
          <p:nvPr/>
        </p:nvGraphicFramePr>
        <p:xfrm>
          <a:off x="100584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53890" imgH="368140" progId="Equation.3">
                  <p:embed/>
                </p:oleObj>
              </mc:Choice>
              <mc:Fallback>
                <p:oleObj name="Equation" r:id="rId23" imgW="253890" imgH="368140" progId="Equation.3">
                  <p:embed/>
                  <p:pic>
                    <p:nvPicPr>
                      <p:cNvPr id="47175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4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C70C06BB-BE81-BF3B-E6D2-1157EDD3BBA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981200" y="2743200"/>
            <a:ext cx="8782049" cy="341606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2" name="Line 33"/>
          <p:cNvSpPr>
            <a:spLocks noChangeShapeType="1"/>
          </p:cNvSpPr>
          <p:nvPr/>
        </p:nvSpPr>
        <p:spPr bwMode="auto">
          <a:xfrm>
            <a:off x="16002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63" name="Line 34"/>
          <p:cNvSpPr>
            <a:spLocks noChangeShapeType="1"/>
          </p:cNvSpPr>
          <p:nvPr/>
        </p:nvSpPr>
        <p:spPr bwMode="auto">
          <a:xfrm>
            <a:off x="16002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64" name="Line 35"/>
          <p:cNvSpPr>
            <a:spLocks noChangeShapeType="1"/>
          </p:cNvSpPr>
          <p:nvPr/>
        </p:nvSpPr>
        <p:spPr bwMode="auto">
          <a:xfrm>
            <a:off x="1981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65" name="Line 36"/>
          <p:cNvSpPr>
            <a:spLocks noChangeShapeType="1"/>
          </p:cNvSpPr>
          <p:nvPr/>
        </p:nvSpPr>
        <p:spPr bwMode="auto">
          <a:xfrm>
            <a:off x="2514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66" name="Line 37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67" name="Line 38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68" name="Line 39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69" name="Line 40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70" name="Line 41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71" name="Line 42"/>
          <p:cNvSpPr>
            <a:spLocks noChangeShapeType="1"/>
          </p:cNvSpPr>
          <p:nvPr/>
        </p:nvSpPr>
        <p:spPr bwMode="auto">
          <a:xfrm flipV="1">
            <a:off x="38862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8172" name="Object 43"/>
          <p:cNvGraphicFramePr>
            <a:graphicFrameLocks noChangeAspect="1"/>
          </p:cNvGraphicFramePr>
          <p:nvPr/>
        </p:nvGraphicFramePr>
        <p:xfrm>
          <a:off x="2133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8172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3" name="Object 44"/>
          <p:cNvGraphicFramePr>
            <a:graphicFrameLocks noChangeAspect="1"/>
          </p:cNvGraphicFramePr>
          <p:nvPr/>
        </p:nvGraphicFramePr>
        <p:xfrm>
          <a:off x="4800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8173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4" name="Object 45"/>
          <p:cNvGraphicFramePr>
            <a:graphicFrameLocks noChangeAspect="1"/>
          </p:cNvGraphicFramePr>
          <p:nvPr/>
        </p:nvGraphicFramePr>
        <p:xfrm>
          <a:off x="37338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1973" imgH="368140" progId="Equation.3">
                  <p:embed/>
                </p:oleObj>
              </mc:Choice>
              <mc:Fallback>
                <p:oleObj name="Equation" r:id="rId4" imgW="291973" imgH="368140" progId="Equation.3">
                  <p:embed/>
                  <p:pic>
                    <p:nvPicPr>
                      <p:cNvPr id="48174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5" name="Object 46"/>
          <p:cNvGraphicFramePr>
            <a:graphicFrameLocks noChangeAspect="1"/>
          </p:cNvGraphicFramePr>
          <p:nvPr/>
        </p:nvGraphicFramePr>
        <p:xfrm>
          <a:off x="2667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48175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6" name="Object 47"/>
          <p:cNvGraphicFramePr>
            <a:graphicFrameLocks noChangeAspect="1"/>
          </p:cNvGraphicFramePr>
          <p:nvPr/>
        </p:nvGraphicFramePr>
        <p:xfrm>
          <a:off x="7970838" y="1676400"/>
          <a:ext cx="4429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20474" progId="Equation.3">
                  <p:embed/>
                </p:oleObj>
              </mc:Choice>
              <mc:Fallback>
                <p:oleObj name="Equation" r:id="rId8" imgW="444307" imgH="520474" progId="Equation.3">
                  <p:embed/>
                  <p:pic>
                    <p:nvPicPr>
                      <p:cNvPr id="48176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0838" y="1676400"/>
                        <a:ext cx="4429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7" name="Object 48"/>
          <p:cNvGraphicFramePr>
            <a:graphicFrameLocks noChangeAspect="1"/>
          </p:cNvGraphicFramePr>
          <p:nvPr/>
        </p:nvGraphicFramePr>
        <p:xfrm>
          <a:off x="32004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48177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8" name="Object 49"/>
          <p:cNvGraphicFramePr>
            <a:graphicFrameLocks noChangeAspect="1"/>
          </p:cNvGraphicFramePr>
          <p:nvPr/>
        </p:nvGraphicFramePr>
        <p:xfrm>
          <a:off x="42672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1973" imgH="368140" progId="Equation.3">
                  <p:embed/>
                </p:oleObj>
              </mc:Choice>
              <mc:Fallback>
                <p:oleObj name="Equation" r:id="rId11" imgW="291973" imgH="368140" progId="Equation.3">
                  <p:embed/>
                  <p:pic>
                    <p:nvPicPr>
                      <p:cNvPr id="48178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79" name="Text Box 50"/>
          <p:cNvSpPr txBox="1">
            <a:spLocks noChangeArrowheads="1"/>
          </p:cNvSpPr>
          <p:nvPr/>
        </p:nvSpPr>
        <p:spPr bwMode="auto">
          <a:xfrm>
            <a:off x="2590801" y="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8</a:t>
            </a:r>
          </a:p>
        </p:txBody>
      </p:sp>
      <p:sp>
        <p:nvSpPr>
          <p:cNvPr id="48180" name="Line 51"/>
          <p:cNvSpPr>
            <a:spLocks noChangeShapeType="1"/>
          </p:cNvSpPr>
          <p:nvPr/>
        </p:nvSpPr>
        <p:spPr bwMode="auto">
          <a:xfrm>
            <a:off x="64008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81" name="Line 52"/>
          <p:cNvSpPr>
            <a:spLocks noChangeShapeType="1"/>
          </p:cNvSpPr>
          <p:nvPr/>
        </p:nvSpPr>
        <p:spPr bwMode="auto">
          <a:xfrm>
            <a:off x="64008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82" name="Line 53"/>
          <p:cNvSpPr>
            <a:spLocks noChangeShapeType="1"/>
          </p:cNvSpPr>
          <p:nvPr/>
        </p:nvSpPr>
        <p:spPr bwMode="auto">
          <a:xfrm>
            <a:off x="6781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83" name="Line 54"/>
          <p:cNvSpPr>
            <a:spLocks noChangeShapeType="1"/>
          </p:cNvSpPr>
          <p:nvPr/>
        </p:nvSpPr>
        <p:spPr bwMode="auto">
          <a:xfrm>
            <a:off x="7315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84" name="Line 55"/>
          <p:cNvSpPr>
            <a:spLocks noChangeShapeType="1"/>
          </p:cNvSpPr>
          <p:nvPr/>
        </p:nvSpPr>
        <p:spPr bwMode="auto">
          <a:xfrm>
            <a:off x="7848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85" name="Line 56"/>
          <p:cNvSpPr>
            <a:spLocks noChangeShapeType="1"/>
          </p:cNvSpPr>
          <p:nvPr/>
        </p:nvSpPr>
        <p:spPr bwMode="auto">
          <a:xfrm>
            <a:off x="8382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86" name="Line 57"/>
          <p:cNvSpPr>
            <a:spLocks noChangeShapeType="1"/>
          </p:cNvSpPr>
          <p:nvPr/>
        </p:nvSpPr>
        <p:spPr bwMode="auto">
          <a:xfrm>
            <a:off x="8915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87" name="Line 58"/>
          <p:cNvSpPr>
            <a:spLocks noChangeShapeType="1"/>
          </p:cNvSpPr>
          <p:nvPr/>
        </p:nvSpPr>
        <p:spPr bwMode="auto">
          <a:xfrm>
            <a:off x="9448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88" name="Line 59"/>
          <p:cNvSpPr>
            <a:spLocks noChangeShapeType="1"/>
          </p:cNvSpPr>
          <p:nvPr/>
        </p:nvSpPr>
        <p:spPr bwMode="auto">
          <a:xfrm>
            <a:off x="9982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8189" name="Line 60"/>
          <p:cNvSpPr>
            <a:spLocks noChangeShapeType="1"/>
          </p:cNvSpPr>
          <p:nvPr/>
        </p:nvSpPr>
        <p:spPr bwMode="auto">
          <a:xfrm flipV="1">
            <a:off x="81534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8190" name="Object 61"/>
          <p:cNvGraphicFramePr>
            <a:graphicFrameLocks noChangeAspect="1"/>
          </p:cNvGraphicFramePr>
          <p:nvPr/>
        </p:nvGraphicFramePr>
        <p:xfrm>
          <a:off x="6934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90" imgH="368140" progId="Equation.3">
                  <p:embed/>
                </p:oleObj>
              </mc:Choice>
              <mc:Fallback>
                <p:oleObj name="Equation" r:id="rId12" imgW="253890" imgH="368140" progId="Equation.3">
                  <p:embed/>
                  <p:pic>
                    <p:nvPicPr>
                      <p:cNvPr id="4819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91" name="Object 62"/>
          <p:cNvGraphicFramePr>
            <a:graphicFrameLocks noChangeAspect="1"/>
          </p:cNvGraphicFramePr>
          <p:nvPr/>
        </p:nvGraphicFramePr>
        <p:xfrm>
          <a:off x="9601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68140" progId="Equation.3">
                  <p:embed/>
                </p:oleObj>
              </mc:Choice>
              <mc:Fallback>
                <p:oleObj name="Equation" r:id="rId13" imgW="253890" imgH="368140" progId="Equation.3">
                  <p:embed/>
                  <p:pic>
                    <p:nvPicPr>
                      <p:cNvPr id="48191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92" name="Object 63"/>
          <p:cNvGraphicFramePr>
            <a:graphicFrameLocks noChangeAspect="1"/>
          </p:cNvGraphicFramePr>
          <p:nvPr/>
        </p:nvGraphicFramePr>
        <p:xfrm>
          <a:off x="85344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91973" imgH="368140" progId="Equation.3">
                  <p:embed/>
                </p:oleObj>
              </mc:Choice>
              <mc:Fallback>
                <p:oleObj name="Equation" r:id="rId14" imgW="291973" imgH="368140" progId="Equation.3">
                  <p:embed/>
                  <p:pic>
                    <p:nvPicPr>
                      <p:cNvPr id="48192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93" name="Object 64"/>
          <p:cNvGraphicFramePr>
            <a:graphicFrameLocks noChangeAspect="1"/>
          </p:cNvGraphicFramePr>
          <p:nvPr/>
        </p:nvGraphicFramePr>
        <p:xfrm>
          <a:off x="74676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8193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94" name="Object 65"/>
          <p:cNvGraphicFramePr>
            <a:graphicFrameLocks noChangeAspect="1"/>
          </p:cNvGraphicFramePr>
          <p:nvPr/>
        </p:nvGraphicFramePr>
        <p:xfrm>
          <a:off x="3657601" y="1676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44307" imgH="520474" progId="Equation.3">
                  <p:embed/>
                </p:oleObj>
              </mc:Choice>
              <mc:Fallback>
                <p:oleObj name="Equation" r:id="rId16" imgW="444307" imgH="520474" progId="Equation.3">
                  <p:embed/>
                  <p:pic>
                    <p:nvPicPr>
                      <p:cNvPr id="48194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16764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95" name="Object 66"/>
          <p:cNvGraphicFramePr>
            <a:graphicFrameLocks noChangeAspect="1"/>
          </p:cNvGraphicFramePr>
          <p:nvPr/>
        </p:nvGraphicFramePr>
        <p:xfrm>
          <a:off x="8001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48195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96" name="Object 67"/>
          <p:cNvGraphicFramePr>
            <a:graphicFrameLocks noChangeAspect="1"/>
          </p:cNvGraphicFramePr>
          <p:nvPr/>
        </p:nvGraphicFramePr>
        <p:xfrm>
          <a:off x="90678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91973" imgH="368140" progId="Equation.3">
                  <p:embed/>
                </p:oleObj>
              </mc:Choice>
              <mc:Fallback>
                <p:oleObj name="Equation" r:id="rId18" imgW="291973" imgH="368140" progId="Equation.3">
                  <p:embed/>
                  <p:pic>
                    <p:nvPicPr>
                      <p:cNvPr id="48196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97" name="Text Box 68"/>
          <p:cNvSpPr txBox="1">
            <a:spLocks noChangeArrowheads="1"/>
          </p:cNvSpPr>
          <p:nvPr/>
        </p:nvSpPr>
        <p:spPr bwMode="auto">
          <a:xfrm>
            <a:off x="7391401" y="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9</a:t>
            </a:r>
          </a:p>
        </p:txBody>
      </p:sp>
      <p:graphicFrame>
        <p:nvGraphicFramePr>
          <p:cNvPr id="48198" name="Object 69"/>
          <p:cNvGraphicFramePr>
            <a:graphicFrameLocks noChangeAspect="1"/>
          </p:cNvGraphicFramePr>
          <p:nvPr/>
        </p:nvGraphicFramePr>
        <p:xfrm>
          <a:off x="53340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3890" imgH="368140" progId="Equation.3">
                  <p:embed/>
                </p:oleObj>
              </mc:Choice>
              <mc:Fallback>
                <p:oleObj name="Equation" r:id="rId19" imgW="253890" imgH="368140" progId="Equation.3">
                  <p:embed/>
                  <p:pic>
                    <p:nvPicPr>
                      <p:cNvPr id="48198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99" name="Object 70"/>
          <p:cNvGraphicFramePr>
            <a:graphicFrameLocks noChangeAspect="1"/>
          </p:cNvGraphicFramePr>
          <p:nvPr/>
        </p:nvGraphicFramePr>
        <p:xfrm>
          <a:off x="100584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3890" imgH="368140" progId="Equation.3">
                  <p:embed/>
                </p:oleObj>
              </mc:Choice>
              <mc:Fallback>
                <p:oleObj name="Equation" r:id="rId19" imgW="253890" imgH="368140" progId="Equation.3">
                  <p:embed/>
                  <p:pic>
                    <p:nvPicPr>
                      <p:cNvPr id="48199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4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F0918D57-5D64-482F-6D2D-B49F586F56A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001" y="2197101"/>
            <a:ext cx="10858500" cy="390220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86" name="Line 33"/>
          <p:cNvSpPr>
            <a:spLocks noChangeShapeType="1"/>
          </p:cNvSpPr>
          <p:nvPr/>
        </p:nvSpPr>
        <p:spPr bwMode="auto">
          <a:xfrm>
            <a:off x="16002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187" name="Line 34"/>
          <p:cNvSpPr>
            <a:spLocks noChangeShapeType="1"/>
          </p:cNvSpPr>
          <p:nvPr/>
        </p:nvSpPr>
        <p:spPr bwMode="auto">
          <a:xfrm>
            <a:off x="16002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188" name="Line 35"/>
          <p:cNvSpPr>
            <a:spLocks noChangeShapeType="1"/>
          </p:cNvSpPr>
          <p:nvPr/>
        </p:nvSpPr>
        <p:spPr bwMode="auto">
          <a:xfrm>
            <a:off x="1981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189" name="Line 36"/>
          <p:cNvSpPr>
            <a:spLocks noChangeShapeType="1"/>
          </p:cNvSpPr>
          <p:nvPr/>
        </p:nvSpPr>
        <p:spPr bwMode="auto">
          <a:xfrm>
            <a:off x="2514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190" name="Line 37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191" name="Line 38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192" name="Line 39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193" name="Line 40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194" name="Line 41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195" name="Line 42"/>
          <p:cNvSpPr>
            <a:spLocks noChangeShapeType="1"/>
          </p:cNvSpPr>
          <p:nvPr/>
        </p:nvSpPr>
        <p:spPr bwMode="auto">
          <a:xfrm flipV="1">
            <a:off x="33528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9196" name="Object 16"/>
          <p:cNvGraphicFramePr>
            <a:graphicFrameLocks noChangeAspect="1"/>
          </p:cNvGraphicFramePr>
          <p:nvPr/>
        </p:nvGraphicFramePr>
        <p:xfrm>
          <a:off x="2133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919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7" name="Object 17"/>
          <p:cNvGraphicFramePr>
            <a:graphicFrameLocks noChangeAspect="1"/>
          </p:cNvGraphicFramePr>
          <p:nvPr/>
        </p:nvGraphicFramePr>
        <p:xfrm>
          <a:off x="4800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919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8" name="Object 18"/>
          <p:cNvGraphicFramePr>
            <a:graphicFrameLocks noChangeAspect="1"/>
          </p:cNvGraphicFramePr>
          <p:nvPr/>
        </p:nvGraphicFramePr>
        <p:xfrm>
          <a:off x="37338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1973" imgH="368140" progId="Equation.3">
                  <p:embed/>
                </p:oleObj>
              </mc:Choice>
              <mc:Fallback>
                <p:oleObj name="Equation" r:id="rId4" imgW="291973" imgH="368140" progId="Equation.3">
                  <p:embed/>
                  <p:pic>
                    <p:nvPicPr>
                      <p:cNvPr id="4919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9" name="Object 19"/>
          <p:cNvGraphicFramePr>
            <a:graphicFrameLocks noChangeAspect="1"/>
          </p:cNvGraphicFramePr>
          <p:nvPr/>
        </p:nvGraphicFramePr>
        <p:xfrm>
          <a:off x="2667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4919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00" name="Object 20"/>
          <p:cNvGraphicFramePr>
            <a:graphicFrameLocks noChangeAspect="1"/>
          </p:cNvGraphicFramePr>
          <p:nvPr/>
        </p:nvGraphicFramePr>
        <p:xfrm>
          <a:off x="8382001" y="16764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33169" progId="Equation.3">
                  <p:embed/>
                </p:oleObj>
              </mc:Choice>
              <mc:Fallback>
                <p:oleObj name="Equation" r:id="rId8" imgW="444307" imgH="533169" progId="Equation.3">
                  <p:embed/>
                  <p:pic>
                    <p:nvPicPr>
                      <p:cNvPr id="4920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1" y="16764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01" name="Object 21"/>
          <p:cNvGraphicFramePr>
            <a:graphicFrameLocks noChangeAspect="1"/>
          </p:cNvGraphicFramePr>
          <p:nvPr/>
        </p:nvGraphicFramePr>
        <p:xfrm>
          <a:off x="32004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4920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02" name="Object 22"/>
          <p:cNvGraphicFramePr>
            <a:graphicFrameLocks noChangeAspect="1"/>
          </p:cNvGraphicFramePr>
          <p:nvPr/>
        </p:nvGraphicFramePr>
        <p:xfrm>
          <a:off x="42672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1973" imgH="368140" progId="Equation.3">
                  <p:embed/>
                </p:oleObj>
              </mc:Choice>
              <mc:Fallback>
                <p:oleObj name="Equation" r:id="rId11" imgW="291973" imgH="368140" progId="Equation.3">
                  <p:embed/>
                  <p:pic>
                    <p:nvPicPr>
                      <p:cNvPr id="4920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03" name="Text Box 50"/>
          <p:cNvSpPr txBox="1">
            <a:spLocks noChangeArrowheads="1"/>
          </p:cNvSpPr>
          <p:nvPr/>
        </p:nvSpPr>
        <p:spPr bwMode="auto">
          <a:xfrm>
            <a:off x="2590801" y="0"/>
            <a:ext cx="1482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9</a:t>
            </a:r>
          </a:p>
        </p:txBody>
      </p:sp>
      <p:sp>
        <p:nvSpPr>
          <p:cNvPr id="49204" name="Line 51"/>
          <p:cNvSpPr>
            <a:spLocks noChangeShapeType="1"/>
          </p:cNvSpPr>
          <p:nvPr/>
        </p:nvSpPr>
        <p:spPr bwMode="auto">
          <a:xfrm>
            <a:off x="64008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205" name="Line 52"/>
          <p:cNvSpPr>
            <a:spLocks noChangeShapeType="1"/>
          </p:cNvSpPr>
          <p:nvPr/>
        </p:nvSpPr>
        <p:spPr bwMode="auto">
          <a:xfrm>
            <a:off x="64008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206" name="Line 53"/>
          <p:cNvSpPr>
            <a:spLocks noChangeShapeType="1"/>
          </p:cNvSpPr>
          <p:nvPr/>
        </p:nvSpPr>
        <p:spPr bwMode="auto">
          <a:xfrm>
            <a:off x="6781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207" name="Line 54"/>
          <p:cNvSpPr>
            <a:spLocks noChangeShapeType="1"/>
          </p:cNvSpPr>
          <p:nvPr/>
        </p:nvSpPr>
        <p:spPr bwMode="auto">
          <a:xfrm>
            <a:off x="7315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208" name="Line 55"/>
          <p:cNvSpPr>
            <a:spLocks noChangeShapeType="1"/>
          </p:cNvSpPr>
          <p:nvPr/>
        </p:nvSpPr>
        <p:spPr bwMode="auto">
          <a:xfrm>
            <a:off x="7848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209" name="Line 56"/>
          <p:cNvSpPr>
            <a:spLocks noChangeShapeType="1"/>
          </p:cNvSpPr>
          <p:nvPr/>
        </p:nvSpPr>
        <p:spPr bwMode="auto">
          <a:xfrm>
            <a:off x="8382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210" name="Line 57"/>
          <p:cNvSpPr>
            <a:spLocks noChangeShapeType="1"/>
          </p:cNvSpPr>
          <p:nvPr/>
        </p:nvSpPr>
        <p:spPr bwMode="auto">
          <a:xfrm>
            <a:off x="8915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211" name="Line 58"/>
          <p:cNvSpPr>
            <a:spLocks noChangeShapeType="1"/>
          </p:cNvSpPr>
          <p:nvPr/>
        </p:nvSpPr>
        <p:spPr bwMode="auto">
          <a:xfrm>
            <a:off x="9448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212" name="Line 59"/>
          <p:cNvSpPr>
            <a:spLocks noChangeShapeType="1"/>
          </p:cNvSpPr>
          <p:nvPr/>
        </p:nvSpPr>
        <p:spPr bwMode="auto">
          <a:xfrm>
            <a:off x="9982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49213" name="Line 60"/>
          <p:cNvSpPr>
            <a:spLocks noChangeShapeType="1"/>
          </p:cNvSpPr>
          <p:nvPr/>
        </p:nvSpPr>
        <p:spPr bwMode="auto">
          <a:xfrm flipV="1">
            <a:off x="86106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49214" name="Object 23"/>
          <p:cNvGraphicFramePr>
            <a:graphicFrameLocks noChangeAspect="1"/>
          </p:cNvGraphicFramePr>
          <p:nvPr/>
        </p:nvGraphicFramePr>
        <p:xfrm>
          <a:off x="6934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90" imgH="368140" progId="Equation.3">
                  <p:embed/>
                </p:oleObj>
              </mc:Choice>
              <mc:Fallback>
                <p:oleObj name="Equation" r:id="rId12" imgW="253890" imgH="368140" progId="Equation.3">
                  <p:embed/>
                  <p:pic>
                    <p:nvPicPr>
                      <p:cNvPr id="4921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15" name="Object 24"/>
          <p:cNvGraphicFramePr>
            <a:graphicFrameLocks noChangeAspect="1"/>
          </p:cNvGraphicFramePr>
          <p:nvPr/>
        </p:nvGraphicFramePr>
        <p:xfrm>
          <a:off x="9601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68140" progId="Equation.3">
                  <p:embed/>
                </p:oleObj>
              </mc:Choice>
              <mc:Fallback>
                <p:oleObj name="Equation" r:id="rId13" imgW="253890" imgH="368140" progId="Equation.3">
                  <p:embed/>
                  <p:pic>
                    <p:nvPicPr>
                      <p:cNvPr id="4921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16" name="Object 25"/>
          <p:cNvGraphicFramePr>
            <a:graphicFrameLocks noChangeAspect="1"/>
          </p:cNvGraphicFramePr>
          <p:nvPr/>
        </p:nvGraphicFramePr>
        <p:xfrm>
          <a:off x="85344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91973" imgH="368140" progId="Equation.3">
                  <p:embed/>
                </p:oleObj>
              </mc:Choice>
              <mc:Fallback>
                <p:oleObj name="Equation" r:id="rId14" imgW="291973" imgH="368140" progId="Equation.3">
                  <p:embed/>
                  <p:pic>
                    <p:nvPicPr>
                      <p:cNvPr id="4921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17" name="Object 26"/>
          <p:cNvGraphicFramePr>
            <a:graphicFrameLocks noChangeAspect="1"/>
          </p:cNvGraphicFramePr>
          <p:nvPr/>
        </p:nvGraphicFramePr>
        <p:xfrm>
          <a:off x="74676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921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18" name="Object 27"/>
          <p:cNvGraphicFramePr>
            <a:graphicFrameLocks noChangeAspect="1"/>
          </p:cNvGraphicFramePr>
          <p:nvPr/>
        </p:nvGraphicFramePr>
        <p:xfrm>
          <a:off x="3124201" y="1676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44307" imgH="520474" progId="Equation.3">
                  <p:embed/>
                </p:oleObj>
              </mc:Choice>
              <mc:Fallback>
                <p:oleObj name="Equation" r:id="rId16" imgW="444307" imgH="520474" progId="Equation.3">
                  <p:embed/>
                  <p:pic>
                    <p:nvPicPr>
                      <p:cNvPr id="4921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1" y="16764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19" name="Object 28"/>
          <p:cNvGraphicFramePr>
            <a:graphicFrameLocks noChangeAspect="1"/>
          </p:cNvGraphicFramePr>
          <p:nvPr/>
        </p:nvGraphicFramePr>
        <p:xfrm>
          <a:off x="8001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4921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20" name="Object 29"/>
          <p:cNvGraphicFramePr>
            <a:graphicFrameLocks noChangeAspect="1"/>
          </p:cNvGraphicFramePr>
          <p:nvPr/>
        </p:nvGraphicFramePr>
        <p:xfrm>
          <a:off x="90678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91973" imgH="368140" progId="Equation.3">
                  <p:embed/>
                </p:oleObj>
              </mc:Choice>
              <mc:Fallback>
                <p:oleObj name="Equation" r:id="rId19" imgW="291973" imgH="368140" progId="Equation.3">
                  <p:embed/>
                  <p:pic>
                    <p:nvPicPr>
                      <p:cNvPr id="4922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21" name="Text Box 68"/>
          <p:cNvSpPr txBox="1">
            <a:spLocks noChangeArrowheads="1"/>
          </p:cNvSpPr>
          <p:nvPr/>
        </p:nvSpPr>
        <p:spPr bwMode="auto">
          <a:xfrm>
            <a:off x="7391400" y="0"/>
            <a:ext cx="1665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10</a:t>
            </a:r>
          </a:p>
        </p:txBody>
      </p:sp>
      <p:graphicFrame>
        <p:nvGraphicFramePr>
          <p:cNvPr id="49222" name="Object 30"/>
          <p:cNvGraphicFramePr>
            <a:graphicFrameLocks noChangeAspect="1"/>
          </p:cNvGraphicFramePr>
          <p:nvPr/>
        </p:nvGraphicFramePr>
        <p:xfrm>
          <a:off x="53340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3890" imgH="368140" progId="Equation.3">
                  <p:embed/>
                </p:oleObj>
              </mc:Choice>
              <mc:Fallback>
                <p:oleObj name="Equation" r:id="rId20" imgW="253890" imgH="368140" progId="Equation.3">
                  <p:embed/>
                  <p:pic>
                    <p:nvPicPr>
                      <p:cNvPr id="4922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23" name="Object 31"/>
          <p:cNvGraphicFramePr>
            <a:graphicFrameLocks noChangeAspect="1"/>
          </p:cNvGraphicFramePr>
          <p:nvPr/>
        </p:nvGraphicFramePr>
        <p:xfrm>
          <a:off x="100584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3890" imgH="368140" progId="Equation.3">
                  <p:embed/>
                </p:oleObj>
              </mc:Choice>
              <mc:Fallback>
                <p:oleObj name="Equation" r:id="rId20" imgW="253890" imgH="368140" progId="Equation.3">
                  <p:embed/>
                  <p:pic>
                    <p:nvPicPr>
                      <p:cNvPr id="4922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4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F593E292-0A37-D5A7-876A-2FB9824D4E4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71600" y="2589215"/>
            <a:ext cx="9715500" cy="356391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10" name="Line 33"/>
          <p:cNvSpPr>
            <a:spLocks noChangeShapeType="1"/>
          </p:cNvSpPr>
          <p:nvPr/>
        </p:nvSpPr>
        <p:spPr bwMode="auto">
          <a:xfrm>
            <a:off x="16002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11" name="Line 34"/>
          <p:cNvSpPr>
            <a:spLocks noChangeShapeType="1"/>
          </p:cNvSpPr>
          <p:nvPr/>
        </p:nvSpPr>
        <p:spPr bwMode="auto">
          <a:xfrm>
            <a:off x="16002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12" name="Line 35"/>
          <p:cNvSpPr>
            <a:spLocks noChangeShapeType="1"/>
          </p:cNvSpPr>
          <p:nvPr/>
        </p:nvSpPr>
        <p:spPr bwMode="auto">
          <a:xfrm>
            <a:off x="1981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13" name="Line 36"/>
          <p:cNvSpPr>
            <a:spLocks noChangeShapeType="1"/>
          </p:cNvSpPr>
          <p:nvPr/>
        </p:nvSpPr>
        <p:spPr bwMode="auto">
          <a:xfrm>
            <a:off x="2514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14" name="Line 37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15" name="Line 38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16" name="Line 39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17" name="Line 40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18" name="Line 41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19" name="Line 42"/>
          <p:cNvSpPr>
            <a:spLocks noChangeShapeType="1"/>
          </p:cNvSpPr>
          <p:nvPr/>
        </p:nvSpPr>
        <p:spPr bwMode="auto">
          <a:xfrm flipV="1">
            <a:off x="38100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50220" name="Object 43"/>
          <p:cNvGraphicFramePr>
            <a:graphicFrameLocks noChangeAspect="1"/>
          </p:cNvGraphicFramePr>
          <p:nvPr/>
        </p:nvGraphicFramePr>
        <p:xfrm>
          <a:off x="2133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5022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1" name="Object 44"/>
          <p:cNvGraphicFramePr>
            <a:graphicFrameLocks noChangeAspect="1"/>
          </p:cNvGraphicFramePr>
          <p:nvPr/>
        </p:nvGraphicFramePr>
        <p:xfrm>
          <a:off x="4800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50221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2" name="Object 45"/>
          <p:cNvGraphicFramePr>
            <a:graphicFrameLocks noChangeAspect="1"/>
          </p:cNvGraphicFramePr>
          <p:nvPr/>
        </p:nvGraphicFramePr>
        <p:xfrm>
          <a:off x="37338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1973" imgH="368140" progId="Equation.3">
                  <p:embed/>
                </p:oleObj>
              </mc:Choice>
              <mc:Fallback>
                <p:oleObj name="Equation" r:id="rId5" imgW="291973" imgH="368140" progId="Equation.3">
                  <p:embed/>
                  <p:pic>
                    <p:nvPicPr>
                      <p:cNvPr id="50222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3" name="Object 46"/>
          <p:cNvGraphicFramePr>
            <a:graphicFrameLocks noChangeAspect="1"/>
          </p:cNvGraphicFramePr>
          <p:nvPr/>
        </p:nvGraphicFramePr>
        <p:xfrm>
          <a:off x="2667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584" imgH="279279" progId="Equation.3">
                  <p:embed/>
                </p:oleObj>
              </mc:Choice>
              <mc:Fallback>
                <p:oleObj name="Equation" r:id="rId7" imgW="266584" imgH="279279" progId="Equation.3">
                  <p:embed/>
                  <p:pic>
                    <p:nvPicPr>
                      <p:cNvPr id="50223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4" name="Object 47"/>
          <p:cNvGraphicFramePr>
            <a:graphicFrameLocks noChangeAspect="1"/>
          </p:cNvGraphicFramePr>
          <p:nvPr/>
        </p:nvGraphicFramePr>
        <p:xfrm>
          <a:off x="3581401" y="16764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307" imgH="533169" progId="Equation.3">
                  <p:embed/>
                </p:oleObj>
              </mc:Choice>
              <mc:Fallback>
                <p:oleObj name="Equation" r:id="rId9" imgW="444307" imgH="533169" progId="Equation.3">
                  <p:embed/>
                  <p:pic>
                    <p:nvPicPr>
                      <p:cNvPr id="50224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1" y="16764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5" name="Object 48"/>
          <p:cNvGraphicFramePr>
            <a:graphicFrameLocks noChangeAspect="1"/>
          </p:cNvGraphicFramePr>
          <p:nvPr/>
        </p:nvGraphicFramePr>
        <p:xfrm>
          <a:off x="32004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50225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26" name="Object 49"/>
          <p:cNvGraphicFramePr>
            <a:graphicFrameLocks noChangeAspect="1"/>
          </p:cNvGraphicFramePr>
          <p:nvPr/>
        </p:nvGraphicFramePr>
        <p:xfrm>
          <a:off x="42672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1973" imgH="368140" progId="Equation.3">
                  <p:embed/>
                </p:oleObj>
              </mc:Choice>
              <mc:Fallback>
                <p:oleObj name="Equation" r:id="rId12" imgW="291973" imgH="368140" progId="Equation.3">
                  <p:embed/>
                  <p:pic>
                    <p:nvPicPr>
                      <p:cNvPr id="50226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27" name="Text Box 50"/>
          <p:cNvSpPr txBox="1">
            <a:spLocks noChangeArrowheads="1"/>
          </p:cNvSpPr>
          <p:nvPr/>
        </p:nvSpPr>
        <p:spPr bwMode="auto">
          <a:xfrm>
            <a:off x="2590800" y="0"/>
            <a:ext cx="1665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10</a:t>
            </a:r>
          </a:p>
        </p:txBody>
      </p:sp>
      <p:sp>
        <p:nvSpPr>
          <p:cNvPr id="50228" name="Line 51"/>
          <p:cNvSpPr>
            <a:spLocks noChangeShapeType="1"/>
          </p:cNvSpPr>
          <p:nvPr/>
        </p:nvSpPr>
        <p:spPr bwMode="auto">
          <a:xfrm>
            <a:off x="64008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29" name="Line 52"/>
          <p:cNvSpPr>
            <a:spLocks noChangeShapeType="1"/>
          </p:cNvSpPr>
          <p:nvPr/>
        </p:nvSpPr>
        <p:spPr bwMode="auto">
          <a:xfrm>
            <a:off x="64008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30" name="Line 53"/>
          <p:cNvSpPr>
            <a:spLocks noChangeShapeType="1"/>
          </p:cNvSpPr>
          <p:nvPr/>
        </p:nvSpPr>
        <p:spPr bwMode="auto">
          <a:xfrm>
            <a:off x="6781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31" name="Line 54"/>
          <p:cNvSpPr>
            <a:spLocks noChangeShapeType="1"/>
          </p:cNvSpPr>
          <p:nvPr/>
        </p:nvSpPr>
        <p:spPr bwMode="auto">
          <a:xfrm>
            <a:off x="7315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32" name="Line 55"/>
          <p:cNvSpPr>
            <a:spLocks noChangeShapeType="1"/>
          </p:cNvSpPr>
          <p:nvPr/>
        </p:nvSpPr>
        <p:spPr bwMode="auto">
          <a:xfrm>
            <a:off x="7848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33" name="Line 56"/>
          <p:cNvSpPr>
            <a:spLocks noChangeShapeType="1"/>
          </p:cNvSpPr>
          <p:nvPr/>
        </p:nvSpPr>
        <p:spPr bwMode="auto">
          <a:xfrm>
            <a:off x="8382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34" name="Line 57"/>
          <p:cNvSpPr>
            <a:spLocks noChangeShapeType="1"/>
          </p:cNvSpPr>
          <p:nvPr/>
        </p:nvSpPr>
        <p:spPr bwMode="auto">
          <a:xfrm>
            <a:off x="8915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35" name="Line 58"/>
          <p:cNvSpPr>
            <a:spLocks noChangeShapeType="1"/>
          </p:cNvSpPr>
          <p:nvPr/>
        </p:nvSpPr>
        <p:spPr bwMode="auto">
          <a:xfrm>
            <a:off x="9448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36" name="Line 59"/>
          <p:cNvSpPr>
            <a:spLocks noChangeShapeType="1"/>
          </p:cNvSpPr>
          <p:nvPr/>
        </p:nvSpPr>
        <p:spPr bwMode="auto">
          <a:xfrm>
            <a:off x="9982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0237" name="Line 60"/>
          <p:cNvSpPr>
            <a:spLocks noChangeShapeType="1"/>
          </p:cNvSpPr>
          <p:nvPr/>
        </p:nvSpPr>
        <p:spPr bwMode="auto">
          <a:xfrm flipV="1">
            <a:off x="91440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50238" name="Object 61"/>
          <p:cNvGraphicFramePr>
            <a:graphicFrameLocks noChangeAspect="1"/>
          </p:cNvGraphicFramePr>
          <p:nvPr/>
        </p:nvGraphicFramePr>
        <p:xfrm>
          <a:off x="6934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68140" progId="Equation.3">
                  <p:embed/>
                </p:oleObj>
              </mc:Choice>
              <mc:Fallback>
                <p:oleObj name="Equation" r:id="rId13" imgW="253890" imgH="368140" progId="Equation.3">
                  <p:embed/>
                  <p:pic>
                    <p:nvPicPr>
                      <p:cNvPr id="50238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39" name="Object 62"/>
          <p:cNvGraphicFramePr>
            <a:graphicFrameLocks noChangeAspect="1"/>
          </p:cNvGraphicFramePr>
          <p:nvPr/>
        </p:nvGraphicFramePr>
        <p:xfrm>
          <a:off x="9601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50239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40" name="Object 63"/>
          <p:cNvGraphicFramePr>
            <a:graphicFrameLocks noChangeAspect="1"/>
          </p:cNvGraphicFramePr>
          <p:nvPr/>
        </p:nvGraphicFramePr>
        <p:xfrm>
          <a:off x="85344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1973" imgH="368140" progId="Equation.3">
                  <p:embed/>
                </p:oleObj>
              </mc:Choice>
              <mc:Fallback>
                <p:oleObj name="Equation" r:id="rId15" imgW="291973" imgH="368140" progId="Equation.3">
                  <p:embed/>
                  <p:pic>
                    <p:nvPicPr>
                      <p:cNvPr id="5024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41" name="Object 64"/>
          <p:cNvGraphicFramePr>
            <a:graphicFrameLocks noChangeAspect="1"/>
          </p:cNvGraphicFramePr>
          <p:nvPr/>
        </p:nvGraphicFramePr>
        <p:xfrm>
          <a:off x="74676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50241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42" name="Object 65"/>
          <p:cNvGraphicFramePr>
            <a:graphicFrameLocks noChangeAspect="1"/>
          </p:cNvGraphicFramePr>
          <p:nvPr/>
        </p:nvGraphicFramePr>
        <p:xfrm>
          <a:off x="8921751" y="1671638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31613" imgH="533169" progId="Equation.3">
                  <p:embed/>
                </p:oleObj>
              </mc:Choice>
              <mc:Fallback>
                <p:oleObj name="Equation" r:id="rId17" imgW="431613" imgH="533169" progId="Equation.3">
                  <p:embed/>
                  <p:pic>
                    <p:nvPicPr>
                      <p:cNvPr id="50242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1" y="1671638"/>
                        <a:ext cx="430213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43" name="Object 66"/>
          <p:cNvGraphicFramePr>
            <a:graphicFrameLocks noChangeAspect="1"/>
          </p:cNvGraphicFramePr>
          <p:nvPr/>
        </p:nvGraphicFramePr>
        <p:xfrm>
          <a:off x="8001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50243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44" name="Object 67"/>
          <p:cNvGraphicFramePr>
            <a:graphicFrameLocks noChangeAspect="1"/>
          </p:cNvGraphicFramePr>
          <p:nvPr/>
        </p:nvGraphicFramePr>
        <p:xfrm>
          <a:off x="90678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91973" imgH="368140" progId="Equation.3">
                  <p:embed/>
                </p:oleObj>
              </mc:Choice>
              <mc:Fallback>
                <p:oleObj name="Equation" r:id="rId20" imgW="291973" imgH="368140" progId="Equation.3">
                  <p:embed/>
                  <p:pic>
                    <p:nvPicPr>
                      <p:cNvPr id="50244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45" name="Text Box 68"/>
          <p:cNvSpPr txBox="1">
            <a:spLocks noChangeArrowheads="1"/>
          </p:cNvSpPr>
          <p:nvPr/>
        </p:nvSpPr>
        <p:spPr bwMode="auto">
          <a:xfrm>
            <a:off x="7391400" y="0"/>
            <a:ext cx="1600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11</a:t>
            </a:r>
          </a:p>
        </p:txBody>
      </p:sp>
      <p:graphicFrame>
        <p:nvGraphicFramePr>
          <p:cNvPr id="50246" name="Object 69"/>
          <p:cNvGraphicFramePr>
            <a:graphicFrameLocks noChangeAspect="1"/>
          </p:cNvGraphicFramePr>
          <p:nvPr/>
        </p:nvGraphicFramePr>
        <p:xfrm>
          <a:off x="53340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3890" imgH="368140" progId="Equation.3">
                  <p:embed/>
                </p:oleObj>
              </mc:Choice>
              <mc:Fallback>
                <p:oleObj name="Equation" r:id="rId21" imgW="253890" imgH="368140" progId="Equation.3">
                  <p:embed/>
                  <p:pic>
                    <p:nvPicPr>
                      <p:cNvPr id="50246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47" name="Object 70"/>
          <p:cNvGraphicFramePr>
            <a:graphicFrameLocks noChangeAspect="1"/>
          </p:cNvGraphicFramePr>
          <p:nvPr/>
        </p:nvGraphicFramePr>
        <p:xfrm>
          <a:off x="100584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3890" imgH="368140" progId="Equation.3">
                  <p:embed/>
                </p:oleObj>
              </mc:Choice>
              <mc:Fallback>
                <p:oleObj name="Equation" r:id="rId21" imgW="253890" imgH="368140" progId="Equation.3">
                  <p:embed/>
                  <p:pic>
                    <p:nvPicPr>
                      <p:cNvPr id="50247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4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6C10D048-0295-442B-41AA-3A8EE9620F2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81113" y="2579688"/>
            <a:ext cx="9163050" cy="327205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3" name="Object 22"/>
          <p:cNvGraphicFramePr>
            <a:graphicFrameLocks noChangeAspect="1"/>
          </p:cNvGraphicFramePr>
          <p:nvPr/>
        </p:nvGraphicFramePr>
        <p:xfrm>
          <a:off x="7061200" y="3321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" imgH="520700" progId="Equation.3">
                  <p:embed/>
                </p:oleObj>
              </mc:Choice>
              <mc:Fallback>
                <p:oleObj name="Equation" r:id="rId2" imgW="228600" imgH="520700" progId="Equation.3">
                  <p:embed/>
                  <p:pic>
                    <p:nvPicPr>
                      <p:cNvPr id="5122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1200" y="3321050"/>
                        <a:ext cx="228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4" name="Line 33"/>
          <p:cNvSpPr>
            <a:spLocks noChangeShapeType="1"/>
          </p:cNvSpPr>
          <p:nvPr/>
        </p:nvSpPr>
        <p:spPr bwMode="auto">
          <a:xfrm>
            <a:off x="16002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35" name="Line 34"/>
          <p:cNvSpPr>
            <a:spLocks noChangeShapeType="1"/>
          </p:cNvSpPr>
          <p:nvPr/>
        </p:nvSpPr>
        <p:spPr bwMode="auto">
          <a:xfrm>
            <a:off x="16002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36" name="Line 35"/>
          <p:cNvSpPr>
            <a:spLocks noChangeShapeType="1"/>
          </p:cNvSpPr>
          <p:nvPr/>
        </p:nvSpPr>
        <p:spPr bwMode="auto">
          <a:xfrm>
            <a:off x="1981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37" name="Line 36"/>
          <p:cNvSpPr>
            <a:spLocks noChangeShapeType="1"/>
          </p:cNvSpPr>
          <p:nvPr/>
        </p:nvSpPr>
        <p:spPr bwMode="auto">
          <a:xfrm>
            <a:off x="2514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38" name="Line 37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39" name="Line 38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40" name="Line 39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41" name="Line 40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42" name="Line 41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43" name="Line 42"/>
          <p:cNvSpPr>
            <a:spLocks noChangeShapeType="1"/>
          </p:cNvSpPr>
          <p:nvPr/>
        </p:nvSpPr>
        <p:spPr bwMode="auto">
          <a:xfrm flipV="1">
            <a:off x="43434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51244" name="Object 43"/>
          <p:cNvGraphicFramePr>
            <a:graphicFrameLocks noChangeAspect="1"/>
          </p:cNvGraphicFramePr>
          <p:nvPr/>
        </p:nvGraphicFramePr>
        <p:xfrm>
          <a:off x="2133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51244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5" name="Object 44"/>
          <p:cNvGraphicFramePr>
            <a:graphicFrameLocks noChangeAspect="1"/>
          </p:cNvGraphicFramePr>
          <p:nvPr/>
        </p:nvGraphicFramePr>
        <p:xfrm>
          <a:off x="4800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51245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6" name="Object 45"/>
          <p:cNvGraphicFramePr>
            <a:graphicFrameLocks noChangeAspect="1"/>
          </p:cNvGraphicFramePr>
          <p:nvPr/>
        </p:nvGraphicFramePr>
        <p:xfrm>
          <a:off x="37338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1973" imgH="368140" progId="Equation.3">
                  <p:embed/>
                </p:oleObj>
              </mc:Choice>
              <mc:Fallback>
                <p:oleObj name="Equation" r:id="rId6" imgW="291973" imgH="368140" progId="Equation.3">
                  <p:embed/>
                  <p:pic>
                    <p:nvPicPr>
                      <p:cNvPr id="51246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7" name="Object 46"/>
          <p:cNvGraphicFramePr>
            <a:graphicFrameLocks noChangeAspect="1"/>
          </p:cNvGraphicFramePr>
          <p:nvPr/>
        </p:nvGraphicFramePr>
        <p:xfrm>
          <a:off x="2667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51247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8" name="Object 47"/>
          <p:cNvGraphicFramePr>
            <a:graphicFrameLocks noChangeAspect="1"/>
          </p:cNvGraphicFramePr>
          <p:nvPr/>
        </p:nvGraphicFramePr>
        <p:xfrm>
          <a:off x="4121151" y="1676401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31613" imgH="533169" progId="Equation.3">
                  <p:embed/>
                </p:oleObj>
              </mc:Choice>
              <mc:Fallback>
                <p:oleObj name="Equation" r:id="rId10" imgW="431613" imgH="533169" progId="Equation.3">
                  <p:embed/>
                  <p:pic>
                    <p:nvPicPr>
                      <p:cNvPr id="51248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151" y="1676401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9" name="Object 48"/>
          <p:cNvGraphicFramePr>
            <a:graphicFrameLocks noChangeAspect="1"/>
          </p:cNvGraphicFramePr>
          <p:nvPr/>
        </p:nvGraphicFramePr>
        <p:xfrm>
          <a:off x="32004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51249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0" name="Object 49"/>
          <p:cNvGraphicFramePr>
            <a:graphicFrameLocks noChangeAspect="1"/>
          </p:cNvGraphicFramePr>
          <p:nvPr/>
        </p:nvGraphicFramePr>
        <p:xfrm>
          <a:off x="42672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1973" imgH="368140" progId="Equation.3">
                  <p:embed/>
                </p:oleObj>
              </mc:Choice>
              <mc:Fallback>
                <p:oleObj name="Equation" r:id="rId13" imgW="291973" imgH="368140" progId="Equation.3">
                  <p:embed/>
                  <p:pic>
                    <p:nvPicPr>
                      <p:cNvPr id="5125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1" name="Text Box 50"/>
          <p:cNvSpPr txBox="1">
            <a:spLocks noChangeArrowheads="1"/>
          </p:cNvSpPr>
          <p:nvPr/>
        </p:nvSpPr>
        <p:spPr bwMode="auto">
          <a:xfrm>
            <a:off x="2590800" y="0"/>
            <a:ext cx="1600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11</a:t>
            </a:r>
          </a:p>
        </p:txBody>
      </p:sp>
      <p:sp>
        <p:nvSpPr>
          <p:cNvPr id="51252" name="Line 51"/>
          <p:cNvSpPr>
            <a:spLocks noChangeShapeType="1"/>
          </p:cNvSpPr>
          <p:nvPr/>
        </p:nvSpPr>
        <p:spPr bwMode="auto">
          <a:xfrm>
            <a:off x="64008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53" name="Line 52"/>
          <p:cNvSpPr>
            <a:spLocks noChangeShapeType="1"/>
          </p:cNvSpPr>
          <p:nvPr/>
        </p:nvSpPr>
        <p:spPr bwMode="auto">
          <a:xfrm>
            <a:off x="64008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54" name="Line 53"/>
          <p:cNvSpPr>
            <a:spLocks noChangeShapeType="1"/>
          </p:cNvSpPr>
          <p:nvPr/>
        </p:nvSpPr>
        <p:spPr bwMode="auto">
          <a:xfrm>
            <a:off x="6781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55" name="Line 54"/>
          <p:cNvSpPr>
            <a:spLocks noChangeShapeType="1"/>
          </p:cNvSpPr>
          <p:nvPr/>
        </p:nvSpPr>
        <p:spPr bwMode="auto">
          <a:xfrm>
            <a:off x="7315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56" name="Line 55"/>
          <p:cNvSpPr>
            <a:spLocks noChangeShapeType="1"/>
          </p:cNvSpPr>
          <p:nvPr/>
        </p:nvSpPr>
        <p:spPr bwMode="auto">
          <a:xfrm>
            <a:off x="7848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57" name="Line 56"/>
          <p:cNvSpPr>
            <a:spLocks noChangeShapeType="1"/>
          </p:cNvSpPr>
          <p:nvPr/>
        </p:nvSpPr>
        <p:spPr bwMode="auto">
          <a:xfrm>
            <a:off x="8382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58" name="Line 57"/>
          <p:cNvSpPr>
            <a:spLocks noChangeShapeType="1"/>
          </p:cNvSpPr>
          <p:nvPr/>
        </p:nvSpPr>
        <p:spPr bwMode="auto">
          <a:xfrm>
            <a:off x="8915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59" name="Line 58"/>
          <p:cNvSpPr>
            <a:spLocks noChangeShapeType="1"/>
          </p:cNvSpPr>
          <p:nvPr/>
        </p:nvSpPr>
        <p:spPr bwMode="auto">
          <a:xfrm>
            <a:off x="9448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60" name="Line 59"/>
          <p:cNvSpPr>
            <a:spLocks noChangeShapeType="1"/>
          </p:cNvSpPr>
          <p:nvPr/>
        </p:nvSpPr>
        <p:spPr bwMode="auto">
          <a:xfrm>
            <a:off x="9982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1261" name="Line 60"/>
          <p:cNvSpPr>
            <a:spLocks noChangeShapeType="1"/>
          </p:cNvSpPr>
          <p:nvPr/>
        </p:nvSpPr>
        <p:spPr bwMode="auto">
          <a:xfrm flipV="1">
            <a:off x="96774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51262" name="Object 61"/>
          <p:cNvGraphicFramePr>
            <a:graphicFrameLocks noChangeAspect="1"/>
          </p:cNvGraphicFramePr>
          <p:nvPr/>
        </p:nvGraphicFramePr>
        <p:xfrm>
          <a:off x="6934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51262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3" name="Object 62"/>
          <p:cNvGraphicFramePr>
            <a:graphicFrameLocks noChangeAspect="1"/>
          </p:cNvGraphicFramePr>
          <p:nvPr/>
        </p:nvGraphicFramePr>
        <p:xfrm>
          <a:off x="9601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3890" imgH="368140" progId="Equation.3">
                  <p:embed/>
                </p:oleObj>
              </mc:Choice>
              <mc:Fallback>
                <p:oleObj name="Equation" r:id="rId15" imgW="253890" imgH="368140" progId="Equation.3">
                  <p:embed/>
                  <p:pic>
                    <p:nvPicPr>
                      <p:cNvPr id="51263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4" name="Object 63"/>
          <p:cNvGraphicFramePr>
            <a:graphicFrameLocks noChangeAspect="1"/>
          </p:cNvGraphicFramePr>
          <p:nvPr/>
        </p:nvGraphicFramePr>
        <p:xfrm>
          <a:off x="85344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1973" imgH="368140" progId="Equation.3">
                  <p:embed/>
                </p:oleObj>
              </mc:Choice>
              <mc:Fallback>
                <p:oleObj name="Equation" r:id="rId16" imgW="291973" imgH="368140" progId="Equation.3">
                  <p:embed/>
                  <p:pic>
                    <p:nvPicPr>
                      <p:cNvPr id="51264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5" name="Object 64"/>
          <p:cNvGraphicFramePr>
            <a:graphicFrameLocks noChangeAspect="1"/>
          </p:cNvGraphicFramePr>
          <p:nvPr/>
        </p:nvGraphicFramePr>
        <p:xfrm>
          <a:off x="74676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1265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6" name="Object 65"/>
          <p:cNvGraphicFramePr>
            <a:graphicFrameLocks noChangeAspect="1"/>
          </p:cNvGraphicFramePr>
          <p:nvPr/>
        </p:nvGraphicFramePr>
        <p:xfrm>
          <a:off x="9525001" y="1676401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31613" imgH="533169" progId="Equation.3">
                  <p:embed/>
                </p:oleObj>
              </mc:Choice>
              <mc:Fallback>
                <p:oleObj name="Equation" r:id="rId18" imgW="431613" imgH="533169" progId="Equation.3">
                  <p:embed/>
                  <p:pic>
                    <p:nvPicPr>
                      <p:cNvPr id="51266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1" y="1676401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7" name="Object 66"/>
          <p:cNvGraphicFramePr>
            <a:graphicFrameLocks noChangeAspect="1"/>
          </p:cNvGraphicFramePr>
          <p:nvPr/>
        </p:nvGraphicFramePr>
        <p:xfrm>
          <a:off x="8001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51267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8" name="Object 67"/>
          <p:cNvGraphicFramePr>
            <a:graphicFrameLocks noChangeAspect="1"/>
          </p:cNvGraphicFramePr>
          <p:nvPr/>
        </p:nvGraphicFramePr>
        <p:xfrm>
          <a:off x="90678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91973" imgH="368140" progId="Equation.3">
                  <p:embed/>
                </p:oleObj>
              </mc:Choice>
              <mc:Fallback>
                <p:oleObj name="Equation" r:id="rId20" imgW="291973" imgH="368140" progId="Equation.3">
                  <p:embed/>
                  <p:pic>
                    <p:nvPicPr>
                      <p:cNvPr id="51268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9" name="Text Box 68"/>
          <p:cNvSpPr txBox="1">
            <a:spLocks noChangeArrowheads="1"/>
          </p:cNvSpPr>
          <p:nvPr/>
        </p:nvSpPr>
        <p:spPr bwMode="auto">
          <a:xfrm>
            <a:off x="7391400" y="0"/>
            <a:ext cx="1665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12</a:t>
            </a:r>
          </a:p>
        </p:txBody>
      </p:sp>
      <p:graphicFrame>
        <p:nvGraphicFramePr>
          <p:cNvPr id="51270" name="Object 69"/>
          <p:cNvGraphicFramePr>
            <a:graphicFrameLocks noChangeAspect="1"/>
          </p:cNvGraphicFramePr>
          <p:nvPr/>
        </p:nvGraphicFramePr>
        <p:xfrm>
          <a:off x="53340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3890" imgH="368140" progId="Equation.3">
                  <p:embed/>
                </p:oleObj>
              </mc:Choice>
              <mc:Fallback>
                <p:oleObj name="Equation" r:id="rId21" imgW="253890" imgH="368140" progId="Equation.3">
                  <p:embed/>
                  <p:pic>
                    <p:nvPicPr>
                      <p:cNvPr id="5127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1" name="Object 70"/>
          <p:cNvGraphicFramePr>
            <a:graphicFrameLocks noChangeAspect="1"/>
          </p:cNvGraphicFramePr>
          <p:nvPr/>
        </p:nvGraphicFramePr>
        <p:xfrm>
          <a:off x="100584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3890" imgH="368140" progId="Equation.3">
                  <p:embed/>
                </p:oleObj>
              </mc:Choice>
              <mc:Fallback>
                <p:oleObj name="Equation" r:id="rId21" imgW="253890" imgH="368140" progId="Equation.3">
                  <p:embed/>
                  <p:pic>
                    <p:nvPicPr>
                      <p:cNvPr id="51271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4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صورة 2">
            <a:extLst>
              <a:ext uri="{FF2B5EF4-FFF2-40B4-BE49-F238E27FC236}">
                <a16:creationId xmlns:a16="http://schemas.microsoft.com/office/drawing/2014/main" id="{4507F19C-CD05-87C1-EA00-BBBB7439DA4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09750" y="2933703"/>
            <a:ext cx="9239249" cy="3396037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58" name="Line 33"/>
          <p:cNvSpPr>
            <a:spLocks noChangeShapeType="1"/>
          </p:cNvSpPr>
          <p:nvPr/>
        </p:nvSpPr>
        <p:spPr bwMode="auto">
          <a:xfrm>
            <a:off x="16002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59" name="Line 34"/>
          <p:cNvSpPr>
            <a:spLocks noChangeShapeType="1"/>
          </p:cNvSpPr>
          <p:nvPr/>
        </p:nvSpPr>
        <p:spPr bwMode="auto">
          <a:xfrm>
            <a:off x="16002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60" name="Line 35"/>
          <p:cNvSpPr>
            <a:spLocks noChangeShapeType="1"/>
          </p:cNvSpPr>
          <p:nvPr/>
        </p:nvSpPr>
        <p:spPr bwMode="auto">
          <a:xfrm>
            <a:off x="1981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61" name="Line 36"/>
          <p:cNvSpPr>
            <a:spLocks noChangeShapeType="1"/>
          </p:cNvSpPr>
          <p:nvPr/>
        </p:nvSpPr>
        <p:spPr bwMode="auto">
          <a:xfrm>
            <a:off x="2514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62" name="Line 37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63" name="Line 38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64" name="Line 39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65" name="Line 40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66" name="Line 41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67" name="Line 42"/>
          <p:cNvSpPr>
            <a:spLocks noChangeShapeType="1"/>
          </p:cNvSpPr>
          <p:nvPr/>
        </p:nvSpPr>
        <p:spPr bwMode="auto">
          <a:xfrm flipV="1">
            <a:off x="48768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52268" name="Object 43"/>
          <p:cNvGraphicFramePr>
            <a:graphicFrameLocks noChangeAspect="1"/>
          </p:cNvGraphicFramePr>
          <p:nvPr/>
        </p:nvGraphicFramePr>
        <p:xfrm>
          <a:off x="2133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52268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69" name="Object 44"/>
          <p:cNvGraphicFramePr>
            <a:graphicFrameLocks noChangeAspect="1"/>
          </p:cNvGraphicFramePr>
          <p:nvPr/>
        </p:nvGraphicFramePr>
        <p:xfrm>
          <a:off x="48006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52269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70" name="Object 45"/>
          <p:cNvGraphicFramePr>
            <a:graphicFrameLocks noChangeAspect="1"/>
          </p:cNvGraphicFramePr>
          <p:nvPr/>
        </p:nvGraphicFramePr>
        <p:xfrm>
          <a:off x="37338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1973" imgH="368140" progId="Equation.3">
                  <p:embed/>
                </p:oleObj>
              </mc:Choice>
              <mc:Fallback>
                <p:oleObj name="Equation" r:id="rId5" imgW="291973" imgH="368140" progId="Equation.3">
                  <p:embed/>
                  <p:pic>
                    <p:nvPicPr>
                      <p:cNvPr id="5227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71" name="Object 46"/>
          <p:cNvGraphicFramePr>
            <a:graphicFrameLocks noChangeAspect="1"/>
          </p:cNvGraphicFramePr>
          <p:nvPr/>
        </p:nvGraphicFramePr>
        <p:xfrm>
          <a:off x="2667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584" imgH="279279" progId="Equation.3">
                  <p:embed/>
                </p:oleObj>
              </mc:Choice>
              <mc:Fallback>
                <p:oleObj name="Equation" r:id="rId7" imgW="266584" imgH="279279" progId="Equation.3">
                  <p:embed/>
                  <p:pic>
                    <p:nvPicPr>
                      <p:cNvPr id="52271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72" name="Object 47"/>
          <p:cNvGraphicFramePr>
            <a:graphicFrameLocks noChangeAspect="1"/>
          </p:cNvGraphicFramePr>
          <p:nvPr/>
        </p:nvGraphicFramePr>
        <p:xfrm>
          <a:off x="4648201" y="1676401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31613" imgH="533169" progId="Equation.3">
                  <p:embed/>
                </p:oleObj>
              </mc:Choice>
              <mc:Fallback>
                <p:oleObj name="Equation" r:id="rId9" imgW="431613" imgH="533169" progId="Equation.3">
                  <p:embed/>
                  <p:pic>
                    <p:nvPicPr>
                      <p:cNvPr id="52272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1" y="1676401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73" name="Object 48"/>
          <p:cNvGraphicFramePr>
            <a:graphicFrameLocks noChangeAspect="1"/>
          </p:cNvGraphicFramePr>
          <p:nvPr/>
        </p:nvGraphicFramePr>
        <p:xfrm>
          <a:off x="32004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52273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74" name="Object 49"/>
          <p:cNvGraphicFramePr>
            <a:graphicFrameLocks noChangeAspect="1"/>
          </p:cNvGraphicFramePr>
          <p:nvPr/>
        </p:nvGraphicFramePr>
        <p:xfrm>
          <a:off x="42672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1973" imgH="368140" progId="Equation.3">
                  <p:embed/>
                </p:oleObj>
              </mc:Choice>
              <mc:Fallback>
                <p:oleObj name="Equation" r:id="rId12" imgW="291973" imgH="368140" progId="Equation.3">
                  <p:embed/>
                  <p:pic>
                    <p:nvPicPr>
                      <p:cNvPr id="52274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75" name="Text Box 50"/>
          <p:cNvSpPr txBox="1">
            <a:spLocks noChangeArrowheads="1"/>
          </p:cNvSpPr>
          <p:nvPr/>
        </p:nvSpPr>
        <p:spPr bwMode="auto">
          <a:xfrm>
            <a:off x="2590800" y="0"/>
            <a:ext cx="1665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12</a:t>
            </a:r>
          </a:p>
        </p:txBody>
      </p:sp>
      <p:sp>
        <p:nvSpPr>
          <p:cNvPr id="52276" name="Line 51"/>
          <p:cNvSpPr>
            <a:spLocks noChangeShapeType="1"/>
          </p:cNvSpPr>
          <p:nvPr/>
        </p:nvSpPr>
        <p:spPr bwMode="auto">
          <a:xfrm>
            <a:off x="64008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77" name="Line 52"/>
          <p:cNvSpPr>
            <a:spLocks noChangeShapeType="1"/>
          </p:cNvSpPr>
          <p:nvPr/>
        </p:nvSpPr>
        <p:spPr bwMode="auto">
          <a:xfrm>
            <a:off x="64008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78" name="Line 53"/>
          <p:cNvSpPr>
            <a:spLocks noChangeShapeType="1"/>
          </p:cNvSpPr>
          <p:nvPr/>
        </p:nvSpPr>
        <p:spPr bwMode="auto">
          <a:xfrm>
            <a:off x="6781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79" name="Line 54"/>
          <p:cNvSpPr>
            <a:spLocks noChangeShapeType="1"/>
          </p:cNvSpPr>
          <p:nvPr/>
        </p:nvSpPr>
        <p:spPr bwMode="auto">
          <a:xfrm>
            <a:off x="7315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80" name="Line 55"/>
          <p:cNvSpPr>
            <a:spLocks noChangeShapeType="1"/>
          </p:cNvSpPr>
          <p:nvPr/>
        </p:nvSpPr>
        <p:spPr bwMode="auto">
          <a:xfrm>
            <a:off x="7848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81" name="Line 56"/>
          <p:cNvSpPr>
            <a:spLocks noChangeShapeType="1"/>
          </p:cNvSpPr>
          <p:nvPr/>
        </p:nvSpPr>
        <p:spPr bwMode="auto">
          <a:xfrm>
            <a:off x="8382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82" name="Line 57"/>
          <p:cNvSpPr>
            <a:spLocks noChangeShapeType="1"/>
          </p:cNvSpPr>
          <p:nvPr/>
        </p:nvSpPr>
        <p:spPr bwMode="auto">
          <a:xfrm>
            <a:off x="8915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83" name="Line 58"/>
          <p:cNvSpPr>
            <a:spLocks noChangeShapeType="1"/>
          </p:cNvSpPr>
          <p:nvPr/>
        </p:nvSpPr>
        <p:spPr bwMode="auto">
          <a:xfrm>
            <a:off x="9448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84" name="Line 59"/>
          <p:cNvSpPr>
            <a:spLocks noChangeShapeType="1"/>
          </p:cNvSpPr>
          <p:nvPr/>
        </p:nvSpPr>
        <p:spPr bwMode="auto">
          <a:xfrm>
            <a:off x="9982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sp>
        <p:nvSpPr>
          <p:cNvPr id="52285" name="Line 60"/>
          <p:cNvSpPr>
            <a:spLocks noChangeShapeType="1"/>
          </p:cNvSpPr>
          <p:nvPr/>
        </p:nvSpPr>
        <p:spPr bwMode="auto">
          <a:xfrm flipV="1">
            <a:off x="92202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ar-SA"/>
          </a:p>
        </p:txBody>
      </p:sp>
      <p:graphicFrame>
        <p:nvGraphicFramePr>
          <p:cNvPr id="52286" name="Object 61"/>
          <p:cNvGraphicFramePr>
            <a:graphicFrameLocks noChangeAspect="1"/>
          </p:cNvGraphicFramePr>
          <p:nvPr/>
        </p:nvGraphicFramePr>
        <p:xfrm>
          <a:off x="6934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68140" progId="Equation.3">
                  <p:embed/>
                </p:oleObj>
              </mc:Choice>
              <mc:Fallback>
                <p:oleObj name="Equation" r:id="rId13" imgW="253890" imgH="368140" progId="Equation.3">
                  <p:embed/>
                  <p:pic>
                    <p:nvPicPr>
                      <p:cNvPr id="52286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87" name="Object 62"/>
          <p:cNvGraphicFramePr>
            <a:graphicFrameLocks noChangeAspect="1"/>
          </p:cNvGraphicFramePr>
          <p:nvPr/>
        </p:nvGraphicFramePr>
        <p:xfrm>
          <a:off x="96012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68140" progId="Equation.3">
                  <p:embed/>
                </p:oleObj>
              </mc:Choice>
              <mc:Fallback>
                <p:oleObj name="Equation" r:id="rId14" imgW="253890" imgH="368140" progId="Equation.3">
                  <p:embed/>
                  <p:pic>
                    <p:nvPicPr>
                      <p:cNvPr id="52287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88" name="Object 63"/>
          <p:cNvGraphicFramePr>
            <a:graphicFrameLocks noChangeAspect="1"/>
          </p:cNvGraphicFramePr>
          <p:nvPr/>
        </p:nvGraphicFramePr>
        <p:xfrm>
          <a:off x="85344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1973" imgH="368140" progId="Equation.3">
                  <p:embed/>
                </p:oleObj>
              </mc:Choice>
              <mc:Fallback>
                <p:oleObj name="Equation" r:id="rId15" imgW="291973" imgH="368140" progId="Equation.3">
                  <p:embed/>
                  <p:pic>
                    <p:nvPicPr>
                      <p:cNvPr id="52288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89" name="Object 64"/>
          <p:cNvGraphicFramePr>
            <a:graphicFrameLocks noChangeAspect="1"/>
          </p:cNvGraphicFramePr>
          <p:nvPr/>
        </p:nvGraphicFramePr>
        <p:xfrm>
          <a:off x="74676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52289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90" name="Object 65"/>
          <p:cNvGraphicFramePr>
            <a:graphicFrameLocks noChangeAspect="1"/>
          </p:cNvGraphicFramePr>
          <p:nvPr/>
        </p:nvGraphicFramePr>
        <p:xfrm>
          <a:off x="8991601" y="1676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44307" imgH="520474" progId="Equation.3">
                  <p:embed/>
                </p:oleObj>
              </mc:Choice>
              <mc:Fallback>
                <p:oleObj name="Equation" r:id="rId17" imgW="444307" imgH="520474" progId="Equation.3">
                  <p:embed/>
                  <p:pic>
                    <p:nvPicPr>
                      <p:cNvPr id="5229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1" y="16764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91" name="Object 66"/>
          <p:cNvGraphicFramePr>
            <a:graphicFrameLocks noChangeAspect="1"/>
          </p:cNvGraphicFramePr>
          <p:nvPr/>
        </p:nvGraphicFramePr>
        <p:xfrm>
          <a:off x="8001001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52291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1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92" name="Object 67"/>
          <p:cNvGraphicFramePr>
            <a:graphicFrameLocks noChangeAspect="1"/>
          </p:cNvGraphicFramePr>
          <p:nvPr/>
        </p:nvGraphicFramePr>
        <p:xfrm>
          <a:off x="9067801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91973" imgH="368140" progId="Equation.3">
                  <p:embed/>
                </p:oleObj>
              </mc:Choice>
              <mc:Fallback>
                <p:oleObj name="Equation" r:id="rId20" imgW="291973" imgH="368140" progId="Equation.3">
                  <p:embed/>
                  <p:pic>
                    <p:nvPicPr>
                      <p:cNvPr id="52292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1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93" name="Text Box 68"/>
          <p:cNvSpPr txBox="1">
            <a:spLocks noChangeArrowheads="1"/>
          </p:cNvSpPr>
          <p:nvPr/>
        </p:nvSpPr>
        <p:spPr bwMode="auto">
          <a:xfrm>
            <a:off x="7391400" y="0"/>
            <a:ext cx="1665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Time 13</a:t>
            </a:r>
          </a:p>
        </p:txBody>
      </p:sp>
      <p:graphicFrame>
        <p:nvGraphicFramePr>
          <p:cNvPr id="52294" name="Object 69"/>
          <p:cNvGraphicFramePr>
            <a:graphicFrameLocks noChangeAspect="1"/>
          </p:cNvGraphicFramePr>
          <p:nvPr/>
        </p:nvGraphicFramePr>
        <p:xfrm>
          <a:off x="5334001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3890" imgH="368140" progId="Equation.3">
                  <p:embed/>
                </p:oleObj>
              </mc:Choice>
              <mc:Fallback>
                <p:oleObj name="Equation" r:id="rId21" imgW="253890" imgH="368140" progId="Equation.3">
                  <p:embed/>
                  <p:pic>
                    <p:nvPicPr>
                      <p:cNvPr id="52294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95" name="Object 70"/>
          <p:cNvGraphicFramePr>
            <a:graphicFrameLocks noChangeAspect="1"/>
          </p:cNvGraphicFramePr>
          <p:nvPr/>
        </p:nvGraphicFramePr>
        <p:xfrm>
          <a:off x="100584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53890" imgH="368140" progId="Equation.3">
                  <p:embed/>
                </p:oleObj>
              </mc:Choice>
              <mc:Fallback>
                <p:oleObj name="Equation" r:id="rId22" imgW="253890" imgH="368140" progId="Equation.3">
                  <p:embed/>
                  <p:pic>
                    <p:nvPicPr>
                      <p:cNvPr id="52295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84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96" name="Text Box 71"/>
          <p:cNvSpPr txBox="1">
            <a:spLocks noChangeArrowheads="1"/>
          </p:cNvSpPr>
          <p:nvPr/>
        </p:nvSpPr>
        <p:spPr bwMode="auto">
          <a:xfrm>
            <a:off x="5638801" y="2209800"/>
            <a:ext cx="3063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HALT &amp; accept</a:t>
            </a:r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5B8B11E1-2A9A-7030-4DC5-3F532C6DA9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85913" y="2973967"/>
            <a:ext cx="8001001" cy="32744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أثر رجعي">
  <a:themeElements>
    <a:clrScheme name="أزرق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أثر رجعي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أثر رجعي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12814</TotalTime>
  <Words>729</Words>
  <Application>Microsoft Office PowerPoint</Application>
  <PresentationFormat>شاشة عريضة</PresentationFormat>
  <Paragraphs>137</Paragraphs>
  <Slides>56</Slides>
  <Notes>16</Notes>
  <HiddenSlides>0</HiddenSlides>
  <MMClips>0</MMClips>
  <ScaleCrop>false</ScaleCrop>
  <HeadingPairs>
    <vt:vector size="8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خوادم OLE مضمنة</vt:lpstr>
      </vt:variant>
      <vt:variant>
        <vt:i4>1</vt:i4>
      </vt:variant>
      <vt:variant>
        <vt:lpstr>عناوين الشرائح</vt:lpstr>
      </vt:variant>
      <vt:variant>
        <vt:i4>56</vt:i4>
      </vt:variant>
    </vt:vector>
  </HeadingPairs>
  <TitlesOfParts>
    <vt:vector size="63" baseType="lpstr">
      <vt:lpstr>Arial</vt:lpstr>
      <vt:lpstr>Calibri</vt:lpstr>
      <vt:lpstr>Calibri Light</vt:lpstr>
      <vt:lpstr>Cambria Math</vt:lpstr>
      <vt:lpstr>Times New Roman</vt:lpstr>
      <vt:lpstr>أثر رجعي</vt:lpstr>
      <vt:lpstr>Equation</vt:lpstr>
      <vt:lpstr>Turing Machines</vt:lpstr>
      <vt:lpstr>introduction</vt:lpstr>
      <vt:lpstr>What is a Turing machine ?</vt:lpstr>
      <vt:lpstr>What is a Turing machine ?</vt:lpstr>
      <vt:lpstr>What is a Turing machine ?</vt:lpstr>
      <vt:lpstr>The Language Hierarchy</vt:lpstr>
      <vt:lpstr>عرض تقديمي في PowerPoint</vt:lpstr>
      <vt:lpstr>Components of a Turing machine</vt:lpstr>
      <vt:lpstr>Components of a Turing machine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Acceptance</vt:lpstr>
      <vt:lpstr>Turing Machine Example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Infinite Loop Example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Another Turing Machine Example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Qursan</dc:creator>
  <cp:lastModifiedBy>Qursan</cp:lastModifiedBy>
  <cp:revision>339</cp:revision>
  <dcterms:created xsi:type="dcterms:W3CDTF">2025-11-01T19:28:28Z</dcterms:created>
  <dcterms:modified xsi:type="dcterms:W3CDTF">2026-09-11T20:48:02Z</dcterms:modified>
</cp:coreProperties>
</file>