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101"/>
  </p:notesMasterIdLst>
  <p:sldIdLst>
    <p:sldId id="256" r:id="rId2"/>
    <p:sldId id="446" r:id="rId3"/>
    <p:sldId id="447" r:id="rId4"/>
    <p:sldId id="450" r:id="rId5"/>
    <p:sldId id="302" r:id="rId6"/>
    <p:sldId id="306" r:id="rId7"/>
    <p:sldId id="289" r:id="rId8"/>
    <p:sldId id="290" r:id="rId9"/>
    <p:sldId id="291" r:id="rId10"/>
    <p:sldId id="452" r:id="rId11"/>
    <p:sldId id="303" r:id="rId12"/>
    <p:sldId id="453" r:id="rId13"/>
    <p:sldId id="304" r:id="rId14"/>
    <p:sldId id="454" r:id="rId15"/>
    <p:sldId id="455" r:id="rId16"/>
    <p:sldId id="456" r:id="rId17"/>
    <p:sldId id="457" r:id="rId18"/>
    <p:sldId id="458" r:id="rId19"/>
    <p:sldId id="312" r:id="rId20"/>
    <p:sldId id="313" r:id="rId21"/>
    <p:sldId id="314" r:id="rId22"/>
    <p:sldId id="315" r:id="rId23"/>
    <p:sldId id="371" r:id="rId24"/>
    <p:sldId id="372" r:id="rId25"/>
    <p:sldId id="374" r:id="rId26"/>
    <p:sldId id="373" r:id="rId27"/>
    <p:sldId id="375" r:id="rId28"/>
    <p:sldId id="376" r:id="rId29"/>
    <p:sldId id="364" r:id="rId30"/>
    <p:sldId id="365" r:id="rId31"/>
    <p:sldId id="377" r:id="rId32"/>
    <p:sldId id="379" r:id="rId33"/>
    <p:sldId id="380" r:id="rId34"/>
    <p:sldId id="381" r:id="rId35"/>
    <p:sldId id="382" r:id="rId36"/>
    <p:sldId id="383" r:id="rId37"/>
    <p:sldId id="384" r:id="rId38"/>
    <p:sldId id="385" r:id="rId39"/>
    <p:sldId id="386" r:id="rId40"/>
    <p:sldId id="387" r:id="rId41"/>
    <p:sldId id="316" r:id="rId42"/>
    <p:sldId id="317" r:id="rId43"/>
    <p:sldId id="318" r:id="rId44"/>
    <p:sldId id="319" r:id="rId45"/>
    <p:sldId id="320" r:id="rId46"/>
    <p:sldId id="321" r:id="rId47"/>
    <p:sldId id="366" r:id="rId48"/>
    <p:sldId id="367" r:id="rId49"/>
    <p:sldId id="368" r:id="rId50"/>
    <p:sldId id="369" r:id="rId51"/>
    <p:sldId id="370" r:id="rId52"/>
    <p:sldId id="322" r:id="rId53"/>
    <p:sldId id="323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3" r:id="rId63"/>
    <p:sldId id="459" r:id="rId64"/>
    <p:sldId id="335" r:id="rId65"/>
    <p:sldId id="336" r:id="rId66"/>
    <p:sldId id="324" r:id="rId67"/>
    <p:sldId id="267" r:id="rId68"/>
    <p:sldId id="337" r:id="rId69"/>
    <p:sldId id="389" r:id="rId70"/>
    <p:sldId id="390" r:id="rId71"/>
    <p:sldId id="269" r:id="rId72"/>
    <p:sldId id="338" r:id="rId73"/>
    <p:sldId id="339" r:id="rId74"/>
    <p:sldId id="340" r:id="rId75"/>
    <p:sldId id="341" r:id="rId76"/>
    <p:sldId id="271" r:id="rId77"/>
    <p:sldId id="460" r:id="rId78"/>
    <p:sldId id="461" r:id="rId79"/>
    <p:sldId id="272" r:id="rId80"/>
    <p:sldId id="352" r:id="rId81"/>
    <p:sldId id="273" r:id="rId82"/>
    <p:sldId id="353" r:id="rId83"/>
    <p:sldId id="462" r:id="rId84"/>
    <p:sldId id="275" r:id="rId85"/>
    <p:sldId id="276" r:id="rId86"/>
    <p:sldId id="274" r:id="rId87"/>
    <p:sldId id="293" r:id="rId88"/>
    <p:sldId id="350" r:id="rId89"/>
    <p:sldId id="349" r:id="rId90"/>
    <p:sldId id="307" r:id="rId91"/>
    <p:sldId id="308" r:id="rId92"/>
    <p:sldId id="309" r:id="rId93"/>
    <p:sldId id="310" r:id="rId94"/>
    <p:sldId id="311" r:id="rId95"/>
    <p:sldId id="334" r:id="rId96"/>
    <p:sldId id="346" r:id="rId97"/>
    <p:sldId id="347" r:id="rId98"/>
    <p:sldId id="348" r:id="rId99"/>
    <p:sldId id="351" r:id="rId10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1418" autoAdjust="0"/>
  </p:normalViewPr>
  <p:slideViewPr>
    <p:cSldViewPr snapToGrid="0">
      <p:cViewPr varScale="1">
        <p:scale>
          <a:sx n="60" d="100"/>
          <a:sy n="60" d="100"/>
        </p:scale>
        <p:origin x="10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FC571F9-F8FD-417F-A9F3-A00B709E23E6}" type="datetimeFigureOut">
              <a:rPr lang="ar-SA" smtClean="0"/>
              <a:t>08/03/1448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943545C-7784-4C51-82AE-F075CA67E9A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9235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39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4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63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8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8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0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7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D5BD1E-1131-49F5-94FE-55EDE838440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0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8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52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D5BD1E-1131-49F5-94FE-55EDE838440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42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oleObject" Target="../embeddings/oleObject19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image" Target="../media/image6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11" Type="http://schemas.openxmlformats.org/officeDocument/2006/relationships/oleObject" Target="../embeddings/oleObject18.bin"/><Relationship Id="rId5" Type="http://schemas.openxmlformats.org/officeDocument/2006/relationships/image" Target="../media/image3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5.wmf"/><Relationship Id="rId1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24.bin"/><Relationship Id="rId3" Type="http://schemas.openxmlformats.org/officeDocument/2006/relationships/image" Target="../media/image5.wmf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4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3.wmf"/><Relationship Id="rId4" Type="http://schemas.openxmlformats.org/officeDocument/2006/relationships/oleObject" Target="../embeddings/oleObject17.bin"/><Relationship Id="rId9" Type="http://schemas.openxmlformats.org/officeDocument/2006/relationships/oleObject" Target="../embeddings/oleObject22.bin"/><Relationship Id="rId14" Type="http://schemas.openxmlformats.org/officeDocument/2006/relationships/oleObject" Target="../embeddings/oleObject2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oleObject" Target="../embeddings/oleObject32.bin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31.bin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37.bin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42.bin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3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47.bin"/><Relationship Id="rId3" Type="http://schemas.openxmlformats.org/officeDocument/2006/relationships/image" Target="../media/image5.wmf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3.wmf"/><Relationship Id="rId4" Type="http://schemas.openxmlformats.org/officeDocument/2006/relationships/oleObject" Target="../embeddings/oleObject43.bin"/><Relationship Id="rId9" Type="http://schemas.openxmlformats.org/officeDocument/2006/relationships/oleObject" Target="../embeddings/oleObject46.bin"/><Relationship Id="rId14" Type="http://schemas.openxmlformats.org/officeDocument/2006/relationships/oleObject" Target="../embeddings/oleObject4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image" Target="../media/image5.wmf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4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3.wmf"/><Relationship Id="rId4" Type="http://schemas.openxmlformats.org/officeDocument/2006/relationships/oleObject" Target="../embeddings/oleObject48.bin"/><Relationship Id="rId9" Type="http://schemas.openxmlformats.org/officeDocument/2006/relationships/oleObject" Target="../embeddings/oleObject5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image" Target="../media/image5.wmf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4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3.wmf"/><Relationship Id="rId4" Type="http://schemas.openxmlformats.org/officeDocument/2006/relationships/oleObject" Target="../embeddings/oleObject54.bin"/><Relationship Id="rId9" Type="http://schemas.openxmlformats.org/officeDocument/2006/relationships/oleObject" Target="../embeddings/oleObject5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66.bin"/><Relationship Id="rId3" Type="http://schemas.openxmlformats.org/officeDocument/2006/relationships/image" Target="../media/image5.wmf"/><Relationship Id="rId7" Type="http://schemas.openxmlformats.org/officeDocument/2006/relationships/oleObject" Target="../embeddings/oleObject62.bin"/><Relationship Id="rId12" Type="http://schemas.openxmlformats.org/officeDocument/2006/relationships/oleObject" Target="../embeddings/oleObject65.bin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3.wmf"/><Relationship Id="rId4" Type="http://schemas.openxmlformats.org/officeDocument/2006/relationships/oleObject" Target="../embeddings/oleObject60.bin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4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77.bin"/><Relationship Id="rId3" Type="http://schemas.openxmlformats.org/officeDocument/2006/relationships/image" Target="../media/image8.wmf"/><Relationship Id="rId21" Type="http://schemas.openxmlformats.org/officeDocument/2006/relationships/oleObject" Target="../embeddings/oleObject80.bin"/><Relationship Id="rId7" Type="http://schemas.openxmlformats.org/officeDocument/2006/relationships/image" Target="../media/image2.wmf"/><Relationship Id="rId12" Type="http://schemas.openxmlformats.org/officeDocument/2006/relationships/oleObject" Target="../embeddings/oleObject72.bin"/><Relationship Id="rId17" Type="http://schemas.openxmlformats.org/officeDocument/2006/relationships/oleObject" Target="../embeddings/oleObject76.bin"/><Relationship Id="rId2" Type="http://schemas.openxmlformats.org/officeDocument/2006/relationships/oleObject" Target="../embeddings/oleObject67.bin"/><Relationship Id="rId16" Type="http://schemas.openxmlformats.org/officeDocument/2006/relationships/oleObject" Target="../embeddings/oleObject75.bin"/><Relationship Id="rId20" Type="http://schemas.openxmlformats.org/officeDocument/2006/relationships/oleObject" Target="../embeddings/oleObject7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5" Type="http://schemas.openxmlformats.org/officeDocument/2006/relationships/oleObject" Target="../embeddings/oleObject74.bin"/><Relationship Id="rId10" Type="http://schemas.openxmlformats.org/officeDocument/2006/relationships/oleObject" Target="../embeddings/oleObject71.bin"/><Relationship Id="rId19" Type="http://schemas.openxmlformats.org/officeDocument/2006/relationships/oleObject" Target="../embeddings/oleObject78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7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oleObject" Target="../embeddings/oleObject86.bin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85.bin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84.bin"/><Relationship Id="rId4" Type="http://schemas.openxmlformats.org/officeDocument/2006/relationships/oleObject" Target="../embeddings/oleObject81.bin"/><Relationship Id="rId9" Type="http://schemas.openxmlformats.org/officeDocument/2006/relationships/image" Target="../media/image3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91.bin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90.bin"/><Relationship Id="rId4" Type="http://schemas.openxmlformats.org/officeDocument/2006/relationships/oleObject" Target="../embeddings/oleObject87.bin"/><Relationship Id="rId9" Type="http://schemas.openxmlformats.org/officeDocument/2006/relationships/image" Target="../media/image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97.bin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96.bin"/><Relationship Id="rId4" Type="http://schemas.openxmlformats.org/officeDocument/2006/relationships/oleObject" Target="../embeddings/oleObject93.bin"/><Relationship Id="rId9" Type="http://schemas.openxmlformats.org/officeDocument/2006/relationships/image" Target="../media/image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102.bin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image" Target="../media/image4.wmf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109.bin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5.bin"/><Relationship Id="rId11" Type="http://schemas.openxmlformats.org/officeDocument/2006/relationships/oleObject" Target="../embeddings/oleObject108.bin"/><Relationship Id="rId5" Type="http://schemas.openxmlformats.org/officeDocument/2006/relationships/image" Target="../media/image6.wmf"/><Relationship Id="rId10" Type="http://schemas.openxmlformats.org/officeDocument/2006/relationships/oleObject" Target="../embeddings/oleObject107.bin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2" Type="http://schemas.openxmlformats.org/officeDocument/2006/relationships/oleObject" Target="../embeddings/oleObject1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114.bin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3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oleObject" Target="../embeddings/oleObject121.bin"/><Relationship Id="rId18" Type="http://schemas.openxmlformats.org/officeDocument/2006/relationships/oleObject" Target="../embeddings/oleObject125.bin"/><Relationship Id="rId3" Type="http://schemas.openxmlformats.org/officeDocument/2006/relationships/image" Target="../media/image9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120.bin"/><Relationship Id="rId17" Type="http://schemas.openxmlformats.org/officeDocument/2006/relationships/oleObject" Target="../embeddings/oleObject124.bin"/><Relationship Id="rId2" Type="http://schemas.openxmlformats.org/officeDocument/2006/relationships/oleObject" Target="../embeddings/oleObject115.bin"/><Relationship Id="rId16" Type="http://schemas.openxmlformats.org/officeDocument/2006/relationships/oleObject" Target="../embeddings/oleObject123.bin"/><Relationship Id="rId20" Type="http://schemas.openxmlformats.org/officeDocument/2006/relationships/oleObject" Target="../embeddings/oleObject12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5.wmf"/><Relationship Id="rId5" Type="http://schemas.openxmlformats.org/officeDocument/2006/relationships/image" Target="../media/image6.wmf"/><Relationship Id="rId15" Type="http://schemas.openxmlformats.org/officeDocument/2006/relationships/image" Target="../media/image4.wmf"/><Relationship Id="rId10" Type="http://schemas.openxmlformats.org/officeDocument/2006/relationships/oleObject" Target="../embeddings/oleObject119.bin"/><Relationship Id="rId19" Type="http://schemas.openxmlformats.org/officeDocument/2006/relationships/oleObject" Target="../embeddings/oleObject126.bin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12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133.bin"/><Relationship Id="rId3" Type="http://schemas.openxmlformats.org/officeDocument/2006/relationships/image" Target="../media/image5.wmf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4.wmf"/><Relationship Id="rId2" Type="http://schemas.openxmlformats.org/officeDocument/2006/relationships/oleObject" Target="../embeddings/oleObject12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9.bin"/><Relationship Id="rId10" Type="http://schemas.openxmlformats.org/officeDocument/2006/relationships/image" Target="../media/image3.wmf"/><Relationship Id="rId4" Type="http://schemas.openxmlformats.org/officeDocument/2006/relationships/oleObject" Target="../embeddings/oleObject128.bin"/><Relationship Id="rId9" Type="http://schemas.openxmlformats.org/officeDocument/2006/relationships/oleObject" Target="../embeddings/oleObject131.bin"/><Relationship Id="rId14" Type="http://schemas.openxmlformats.org/officeDocument/2006/relationships/oleObject" Target="../embeddings/oleObject13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13" Type="http://schemas.openxmlformats.org/officeDocument/2006/relationships/oleObject" Target="../embeddings/oleObject141.bin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140.bin"/><Relationship Id="rId2" Type="http://schemas.openxmlformats.org/officeDocument/2006/relationships/oleObject" Target="../embeddings/oleObject1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139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14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147.bin"/><Relationship Id="rId2" Type="http://schemas.openxmlformats.org/officeDocument/2006/relationships/oleObject" Target="../embeddings/oleObject1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146.bin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3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oleObject" Target="../embeddings/oleObject154.bin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153.bin"/><Relationship Id="rId2" Type="http://schemas.openxmlformats.org/officeDocument/2006/relationships/oleObject" Target="../embeddings/oleObject1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5" Type="http://schemas.openxmlformats.org/officeDocument/2006/relationships/oleObject" Target="../embeddings/oleObject156.bin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15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163.bin"/><Relationship Id="rId3" Type="http://schemas.openxmlformats.org/officeDocument/2006/relationships/image" Target="../media/image5.wmf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4.wmf"/><Relationship Id="rId2" Type="http://schemas.openxmlformats.org/officeDocument/2006/relationships/oleObject" Target="../embeddings/oleObject15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162.bin"/><Relationship Id="rId5" Type="http://schemas.openxmlformats.org/officeDocument/2006/relationships/oleObject" Target="../embeddings/oleObject159.bin"/><Relationship Id="rId15" Type="http://schemas.openxmlformats.org/officeDocument/2006/relationships/oleObject" Target="../embeddings/oleObject165.bin"/><Relationship Id="rId10" Type="http://schemas.openxmlformats.org/officeDocument/2006/relationships/image" Target="../media/image3.wmf"/><Relationship Id="rId4" Type="http://schemas.openxmlformats.org/officeDocument/2006/relationships/oleObject" Target="../embeddings/oleObject158.bin"/><Relationship Id="rId9" Type="http://schemas.openxmlformats.org/officeDocument/2006/relationships/oleObject" Target="../embeddings/oleObject161.bin"/><Relationship Id="rId14" Type="http://schemas.openxmlformats.org/officeDocument/2006/relationships/oleObject" Target="../embeddings/oleObject164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13" Type="http://schemas.openxmlformats.org/officeDocument/2006/relationships/oleObject" Target="../embeddings/oleObject171.bin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12" Type="http://schemas.openxmlformats.org/officeDocument/2006/relationships/image" Target="../media/image4.wmf"/><Relationship Id="rId2" Type="http://schemas.openxmlformats.org/officeDocument/2006/relationships/oleObject" Target="../embeddings/oleObject1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7.bin"/><Relationship Id="rId11" Type="http://schemas.openxmlformats.org/officeDocument/2006/relationships/oleObject" Target="../embeddings/oleObject170.bin"/><Relationship Id="rId5" Type="http://schemas.openxmlformats.org/officeDocument/2006/relationships/image" Target="../media/image6.wmf"/><Relationship Id="rId10" Type="http://schemas.openxmlformats.org/officeDocument/2006/relationships/oleObject" Target="../embeddings/oleObject169.bin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3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13" Type="http://schemas.openxmlformats.org/officeDocument/2006/relationships/image" Target="../media/image4.wmf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178.bin"/><Relationship Id="rId2" Type="http://schemas.openxmlformats.org/officeDocument/2006/relationships/oleObject" Target="../embeddings/oleObject1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4.bin"/><Relationship Id="rId11" Type="http://schemas.openxmlformats.org/officeDocument/2006/relationships/oleObject" Target="../embeddings/oleObject177.bin"/><Relationship Id="rId5" Type="http://schemas.openxmlformats.org/officeDocument/2006/relationships/image" Target="../media/image6.wmf"/><Relationship Id="rId10" Type="http://schemas.openxmlformats.org/officeDocument/2006/relationships/oleObject" Target="../embeddings/oleObject176.bin"/><Relationship Id="rId4" Type="http://schemas.openxmlformats.org/officeDocument/2006/relationships/oleObject" Target="../embeddings/oleObject173.bin"/><Relationship Id="rId9" Type="http://schemas.openxmlformats.org/officeDocument/2006/relationships/image" Target="../media/image3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13" Type="http://schemas.openxmlformats.org/officeDocument/2006/relationships/oleObject" Target="../embeddings/oleObject185.bin"/><Relationship Id="rId3" Type="http://schemas.openxmlformats.org/officeDocument/2006/relationships/image" Target="../media/image5.wmf"/><Relationship Id="rId7" Type="http://schemas.openxmlformats.org/officeDocument/2006/relationships/oleObject" Target="../embeddings/oleObject181.bin"/><Relationship Id="rId12" Type="http://schemas.openxmlformats.org/officeDocument/2006/relationships/oleObject" Target="../embeddings/oleObject184.bin"/><Relationship Id="rId2" Type="http://schemas.openxmlformats.org/officeDocument/2006/relationships/oleObject" Target="../embeddings/oleObject17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6.bin"/><Relationship Id="rId10" Type="http://schemas.openxmlformats.org/officeDocument/2006/relationships/image" Target="../media/image3.wmf"/><Relationship Id="rId4" Type="http://schemas.openxmlformats.org/officeDocument/2006/relationships/oleObject" Target="../embeddings/oleObject177.bin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4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0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197.bin"/><Relationship Id="rId3" Type="http://schemas.openxmlformats.org/officeDocument/2006/relationships/image" Target="../media/image10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192.bin"/><Relationship Id="rId17" Type="http://schemas.openxmlformats.org/officeDocument/2006/relationships/oleObject" Target="../embeddings/oleObject196.bin"/><Relationship Id="rId2" Type="http://schemas.openxmlformats.org/officeDocument/2006/relationships/oleObject" Target="../embeddings/oleObject187.bin"/><Relationship Id="rId16" Type="http://schemas.openxmlformats.org/officeDocument/2006/relationships/oleObject" Target="../embeddings/oleObject195.bin"/><Relationship Id="rId20" Type="http://schemas.openxmlformats.org/officeDocument/2006/relationships/oleObject" Target="../embeddings/oleObject19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89.bin"/><Relationship Id="rId11" Type="http://schemas.openxmlformats.org/officeDocument/2006/relationships/image" Target="../media/image4.wmf"/><Relationship Id="rId5" Type="http://schemas.openxmlformats.org/officeDocument/2006/relationships/image" Target="../media/image6.wmf"/><Relationship Id="rId15" Type="http://schemas.openxmlformats.org/officeDocument/2006/relationships/oleObject" Target="../embeddings/oleObject194.bin"/><Relationship Id="rId10" Type="http://schemas.openxmlformats.org/officeDocument/2006/relationships/oleObject" Target="../embeddings/oleObject191.bin"/><Relationship Id="rId19" Type="http://schemas.openxmlformats.org/officeDocument/2006/relationships/oleObject" Target="../embeddings/oleObject198.bin"/><Relationship Id="rId4" Type="http://schemas.openxmlformats.org/officeDocument/2006/relationships/oleObject" Target="../embeddings/oleObject188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193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3.bin"/><Relationship Id="rId13" Type="http://schemas.openxmlformats.org/officeDocument/2006/relationships/oleObject" Target="../embeddings/oleObject206.bin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image" Target="../media/image6.wmf"/><Relationship Id="rId2" Type="http://schemas.openxmlformats.org/officeDocument/2006/relationships/oleObject" Target="../embeddings/oleObject20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2.bin"/><Relationship Id="rId11" Type="http://schemas.openxmlformats.org/officeDocument/2006/relationships/oleObject" Target="../embeddings/oleObject205.bin"/><Relationship Id="rId5" Type="http://schemas.openxmlformats.org/officeDocument/2006/relationships/image" Target="../media/image3.wmf"/><Relationship Id="rId10" Type="http://schemas.openxmlformats.org/officeDocument/2006/relationships/oleObject" Target="../embeddings/oleObject204.bin"/><Relationship Id="rId4" Type="http://schemas.openxmlformats.org/officeDocument/2006/relationships/oleObject" Target="../embeddings/oleObject201.bin"/><Relationship Id="rId9" Type="http://schemas.openxmlformats.org/officeDocument/2006/relationships/image" Target="../media/image5.wmf"/><Relationship Id="rId14" Type="http://schemas.openxmlformats.org/officeDocument/2006/relationships/image" Target="../media/image11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13" Type="http://schemas.openxmlformats.org/officeDocument/2006/relationships/image" Target="../media/image14.wmf"/><Relationship Id="rId3" Type="http://schemas.openxmlformats.org/officeDocument/2006/relationships/image" Target="../media/image2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212.bin"/><Relationship Id="rId2" Type="http://schemas.openxmlformats.org/officeDocument/2006/relationships/oleObject" Target="../embeddings/oleObject20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09.bin"/><Relationship Id="rId11" Type="http://schemas.openxmlformats.org/officeDocument/2006/relationships/image" Target="../media/image13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211.bin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6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6.bin"/><Relationship Id="rId13" Type="http://schemas.openxmlformats.org/officeDocument/2006/relationships/oleObject" Target="../embeddings/oleObject219.bin"/><Relationship Id="rId3" Type="http://schemas.openxmlformats.org/officeDocument/2006/relationships/image" Target="../media/image5.wmf"/><Relationship Id="rId7" Type="http://schemas.openxmlformats.org/officeDocument/2006/relationships/image" Target="../media/image12.wmf"/><Relationship Id="rId12" Type="http://schemas.openxmlformats.org/officeDocument/2006/relationships/image" Target="../media/image13.wmf"/><Relationship Id="rId2" Type="http://schemas.openxmlformats.org/officeDocument/2006/relationships/oleObject" Target="../embeddings/oleObject2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5.bin"/><Relationship Id="rId11" Type="http://schemas.openxmlformats.org/officeDocument/2006/relationships/oleObject" Target="../embeddings/oleObject218.bin"/><Relationship Id="rId5" Type="http://schemas.openxmlformats.org/officeDocument/2006/relationships/image" Target="../media/image2.wmf"/><Relationship Id="rId15" Type="http://schemas.openxmlformats.org/officeDocument/2006/relationships/oleObject" Target="../embeddings/oleObject220.bin"/><Relationship Id="rId10" Type="http://schemas.openxmlformats.org/officeDocument/2006/relationships/image" Target="../media/image6.wmf"/><Relationship Id="rId4" Type="http://schemas.openxmlformats.org/officeDocument/2006/relationships/oleObject" Target="../embeddings/oleObject214.bin"/><Relationship Id="rId9" Type="http://schemas.openxmlformats.org/officeDocument/2006/relationships/oleObject" Target="../embeddings/oleObject217.bin"/><Relationship Id="rId14" Type="http://schemas.openxmlformats.org/officeDocument/2006/relationships/image" Target="../media/image15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226.bin"/><Relationship Id="rId3" Type="http://schemas.openxmlformats.org/officeDocument/2006/relationships/image" Target="../media/image5.wmf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13.wmf"/><Relationship Id="rId2" Type="http://schemas.openxmlformats.org/officeDocument/2006/relationships/oleObject" Target="../embeddings/oleObject220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225.bin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7.bin"/><Relationship Id="rId10" Type="http://schemas.openxmlformats.org/officeDocument/2006/relationships/image" Target="../media/image6.wmf"/><Relationship Id="rId4" Type="http://schemas.openxmlformats.org/officeDocument/2006/relationships/oleObject" Target="../embeddings/oleObject221.bin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15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1.bin"/><Relationship Id="rId13" Type="http://schemas.openxmlformats.org/officeDocument/2006/relationships/oleObject" Target="../embeddings/oleObject234.bin"/><Relationship Id="rId3" Type="http://schemas.openxmlformats.org/officeDocument/2006/relationships/image" Target="../media/image5.wmf"/><Relationship Id="rId7" Type="http://schemas.openxmlformats.org/officeDocument/2006/relationships/image" Target="../media/image12.wmf"/><Relationship Id="rId12" Type="http://schemas.openxmlformats.org/officeDocument/2006/relationships/image" Target="../media/image13.wmf"/><Relationship Id="rId2" Type="http://schemas.openxmlformats.org/officeDocument/2006/relationships/oleObject" Target="../embeddings/oleObject2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0.bin"/><Relationship Id="rId11" Type="http://schemas.openxmlformats.org/officeDocument/2006/relationships/oleObject" Target="../embeddings/oleObject233.bin"/><Relationship Id="rId5" Type="http://schemas.openxmlformats.org/officeDocument/2006/relationships/image" Target="../media/image2.wmf"/><Relationship Id="rId15" Type="http://schemas.openxmlformats.org/officeDocument/2006/relationships/oleObject" Target="../embeddings/oleObject235.bin"/><Relationship Id="rId10" Type="http://schemas.openxmlformats.org/officeDocument/2006/relationships/image" Target="../media/image6.wmf"/><Relationship Id="rId4" Type="http://schemas.openxmlformats.org/officeDocument/2006/relationships/oleObject" Target="../embeddings/oleObject229.bin"/><Relationship Id="rId9" Type="http://schemas.openxmlformats.org/officeDocument/2006/relationships/oleObject" Target="../embeddings/oleObject232.bin"/><Relationship Id="rId14" Type="http://schemas.openxmlformats.org/officeDocument/2006/relationships/image" Target="../media/image15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3.wmf"/><Relationship Id="rId3" Type="http://schemas.openxmlformats.org/officeDocument/2006/relationships/image" Target="../media/image5.wmf"/><Relationship Id="rId7" Type="http://schemas.openxmlformats.org/officeDocument/2006/relationships/oleObject" Target="../embeddings/oleObject239.bin"/><Relationship Id="rId12" Type="http://schemas.openxmlformats.org/officeDocument/2006/relationships/oleObject" Target="../embeddings/oleObject242.bin"/><Relationship Id="rId2" Type="http://schemas.openxmlformats.org/officeDocument/2006/relationships/oleObject" Target="../embeddings/oleObject236.bin"/><Relationship Id="rId16" Type="http://schemas.openxmlformats.org/officeDocument/2006/relationships/oleObject" Target="../embeddings/oleObject24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wmf"/><Relationship Id="rId11" Type="http://schemas.openxmlformats.org/officeDocument/2006/relationships/image" Target="../media/image6.wmf"/><Relationship Id="rId5" Type="http://schemas.openxmlformats.org/officeDocument/2006/relationships/oleObject" Target="../embeddings/oleObject238.bin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241.bin"/><Relationship Id="rId4" Type="http://schemas.openxmlformats.org/officeDocument/2006/relationships/oleObject" Target="../embeddings/oleObject237.bin"/><Relationship Id="rId9" Type="http://schemas.openxmlformats.org/officeDocument/2006/relationships/oleObject" Target="../embeddings/oleObject240.bin"/><Relationship Id="rId14" Type="http://schemas.openxmlformats.org/officeDocument/2006/relationships/oleObject" Target="../embeddings/oleObject243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3.wmf"/><Relationship Id="rId18" Type="http://schemas.openxmlformats.org/officeDocument/2006/relationships/image" Target="../media/image16.wmf"/><Relationship Id="rId3" Type="http://schemas.openxmlformats.org/officeDocument/2006/relationships/image" Target="../media/image5.wmf"/><Relationship Id="rId7" Type="http://schemas.openxmlformats.org/officeDocument/2006/relationships/oleObject" Target="../embeddings/oleObject247.bin"/><Relationship Id="rId12" Type="http://schemas.openxmlformats.org/officeDocument/2006/relationships/oleObject" Target="../embeddings/oleObject250.bin"/><Relationship Id="rId17" Type="http://schemas.openxmlformats.org/officeDocument/2006/relationships/oleObject" Target="../embeddings/oleObject253.bin"/><Relationship Id="rId2" Type="http://schemas.openxmlformats.org/officeDocument/2006/relationships/oleObject" Target="../embeddings/oleObject245.bin"/><Relationship Id="rId16" Type="http://schemas.openxmlformats.org/officeDocument/2006/relationships/oleObject" Target="../embeddings/oleObject25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wmf"/><Relationship Id="rId11" Type="http://schemas.openxmlformats.org/officeDocument/2006/relationships/image" Target="../media/image6.wmf"/><Relationship Id="rId5" Type="http://schemas.openxmlformats.org/officeDocument/2006/relationships/oleObject" Target="../embeddings/oleObject246.bin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249.bin"/><Relationship Id="rId4" Type="http://schemas.openxmlformats.org/officeDocument/2006/relationships/oleObject" Target="../embeddings/oleObject244.bin"/><Relationship Id="rId9" Type="http://schemas.openxmlformats.org/officeDocument/2006/relationships/oleObject" Target="../embeddings/oleObject248.bin"/><Relationship Id="rId14" Type="http://schemas.openxmlformats.org/officeDocument/2006/relationships/oleObject" Target="../embeddings/oleObject251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7.bin"/><Relationship Id="rId13" Type="http://schemas.openxmlformats.org/officeDocument/2006/relationships/oleObject" Target="../embeddings/oleObject260.bin"/><Relationship Id="rId3" Type="http://schemas.openxmlformats.org/officeDocument/2006/relationships/image" Target="../media/image5.wmf"/><Relationship Id="rId7" Type="http://schemas.openxmlformats.org/officeDocument/2006/relationships/image" Target="../media/image12.wmf"/><Relationship Id="rId12" Type="http://schemas.openxmlformats.org/officeDocument/2006/relationships/image" Target="../media/image13.wmf"/><Relationship Id="rId2" Type="http://schemas.openxmlformats.org/officeDocument/2006/relationships/oleObject" Target="../embeddings/oleObject2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6.bin"/><Relationship Id="rId11" Type="http://schemas.openxmlformats.org/officeDocument/2006/relationships/oleObject" Target="../embeddings/oleObject259.bin"/><Relationship Id="rId5" Type="http://schemas.openxmlformats.org/officeDocument/2006/relationships/image" Target="../media/image2.wmf"/><Relationship Id="rId15" Type="http://schemas.openxmlformats.org/officeDocument/2006/relationships/oleObject" Target="../embeddings/oleObject261.bin"/><Relationship Id="rId10" Type="http://schemas.openxmlformats.org/officeDocument/2006/relationships/image" Target="../media/image6.wmf"/><Relationship Id="rId4" Type="http://schemas.openxmlformats.org/officeDocument/2006/relationships/oleObject" Target="../embeddings/oleObject255.bin"/><Relationship Id="rId9" Type="http://schemas.openxmlformats.org/officeDocument/2006/relationships/oleObject" Target="../embeddings/oleObject258.bin"/><Relationship Id="rId14" Type="http://schemas.openxmlformats.org/officeDocument/2006/relationships/image" Target="../media/image15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267.bin"/><Relationship Id="rId3" Type="http://schemas.openxmlformats.org/officeDocument/2006/relationships/image" Target="../media/image5.wmf"/><Relationship Id="rId7" Type="http://schemas.openxmlformats.org/officeDocument/2006/relationships/oleObject" Target="../embeddings/oleObject264.bin"/><Relationship Id="rId12" Type="http://schemas.openxmlformats.org/officeDocument/2006/relationships/image" Target="../media/image13.wmf"/><Relationship Id="rId2" Type="http://schemas.openxmlformats.org/officeDocument/2006/relationships/oleObject" Target="../embeddings/oleObject26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266.bin"/><Relationship Id="rId5" Type="http://schemas.openxmlformats.org/officeDocument/2006/relationships/oleObject" Target="../embeddings/oleObject263.bin"/><Relationship Id="rId15" Type="http://schemas.openxmlformats.org/officeDocument/2006/relationships/oleObject" Target="../embeddings/oleObject268.bin"/><Relationship Id="rId10" Type="http://schemas.openxmlformats.org/officeDocument/2006/relationships/image" Target="../media/image6.wmf"/><Relationship Id="rId4" Type="http://schemas.openxmlformats.org/officeDocument/2006/relationships/oleObject" Target="../embeddings/oleObject262.bin"/><Relationship Id="rId9" Type="http://schemas.openxmlformats.org/officeDocument/2006/relationships/oleObject" Target="../embeddings/oleObject265.bin"/><Relationship Id="rId14" Type="http://schemas.openxmlformats.org/officeDocument/2006/relationships/image" Target="../media/image15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3.wmf"/><Relationship Id="rId3" Type="http://schemas.openxmlformats.org/officeDocument/2006/relationships/image" Target="../media/image5.wmf"/><Relationship Id="rId7" Type="http://schemas.openxmlformats.org/officeDocument/2006/relationships/oleObject" Target="../embeddings/oleObject271.bin"/><Relationship Id="rId12" Type="http://schemas.openxmlformats.org/officeDocument/2006/relationships/oleObject" Target="../embeddings/oleObject274.bin"/><Relationship Id="rId2" Type="http://schemas.openxmlformats.org/officeDocument/2006/relationships/oleObject" Target="../embeddings/oleObject269.bin"/><Relationship Id="rId16" Type="http://schemas.openxmlformats.org/officeDocument/2006/relationships/oleObject" Target="../embeddings/oleObject27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wmf"/><Relationship Id="rId11" Type="http://schemas.openxmlformats.org/officeDocument/2006/relationships/image" Target="../media/image6.wmf"/><Relationship Id="rId5" Type="http://schemas.openxmlformats.org/officeDocument/2006/relationships/oleObject" Target="../embeddings/oleObject270.bin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273.bin"/><Relationship Id="rId4" Type="http://schemas.openxmlformats.org/officeDocument/2006/relationships/oleObject" Target="../embeddings/oleObject268.bin"/><Relationship Id="rId9" Type="http://schemas.openxmlformats.org/officeDocument/2006/relationships/oleObject" Target="../embeddings/oleObject272.bin"/><Relationship Id="rId14" Type="http://schemas.openxmlformats.org/officeDocument/2006/relationships/oleObject" Target="../embeddings/oleObject275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0.bin"/><Relationship Id="rId13" Type="http://schemas.openxmlformats.org/officeDocument/2006/relationships/oleObject" Target="../embeddings/oleObject283.bin"/><Relationship Id="rId3" Type="http://schemas.openxmlformats.org/officeDocument/2006/relationships/image" Target="../media/image5.wmf"/><Relationship Id="rId7" Type="http://schemas.openxmlformats.org/officeDocument/2006/relationships/image" Target="../media/image12.wmf"/><Relationship Id="rId12" Type="http://schemas.openxmlformats.org/officeDocument/2006/relationships/image" Target="../media/image13.wmf"/><Relationship Id="rId2" Type="http://schemas.openxmlformats.org/officeDocument/2006/relationships/oleObject" Target="../embeddings/oleObject2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9.bin"/><Relationship Id="rId11" Type="http://schemas.openxmlformats.org/officeDocument/2006/relationships/oleObject" Target="../embeddings/oleObject282.bin"/><Relationship Id="rId5" Type="http://schemas.openxmlformats.org/officeDocument/2006/relationships/image" Target="../media/image2.wmf"/><Relationship Id="rId15" Type="http://schemas.openxmlformats.org/officeDocument/2006/relationships/oleObject" Target="../embeddings/oleObject284.bin"/><Relationship Id="rId10" Type="http://schemas.openxmlformats.org/officeDocument/2006/relationships/image" Target="../media/image6.wmf"/><Relationship Id="rId4" Type="http://schemas.openxmlformats.org/officeDocument/2006/relationships/oleObject" Target="../embeddings/oleObject278.bin"/><Relationship Id="rId9" Type="http://schemas.openxmlformats.org/officeDocument/2006/relationships/oleObject" Target="../embeddings/oleObject281.bin"/><Relationship Id="rId14" Type="http://schemas.openxmlformats.org/officeDocument/2006/relationships/image" Target="../media/image15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8.bin"/><Relationship Id="rId13" Type="http://schemas.openxmlformats.org/officeDocument/2006/relationships/oleObject" Target="../embeddings/oleObject291.bin"/><Relationship Id="rId3" Type="http://schemas.openxmlformats.org/officeDocument/2006/relationships/image" Target="../media/image5.wmf"/><Relationship Id="rId7" Type="http://schemas.openxmlformats.org/officeDocument/2006/relationships/image" Target="../media/image12.wmf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293.bin"/><Relationship Id="rId2" Type="http://schemas.openxmlformats.org/officeDocument/2006/relationships/oleObject" Target="../embeddings/oleObject285.bin"/><Relationship Id="rId16" Type="http://schemas.openxmlformats.org/officeDocument/2006/relationships/image" Target="../media/image1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7.bin"/><Relationship Id="rId11" Type="http://schemas.openxmlformats.org/officeDocument/2006/relationships/oleObject" Target="../embeddings/oleObject290.bin"/><Relationship Id="rId5" Type="http://schemas.openxmlformats.org/officeDocument/2006/relationships/image" Target="../media/image2.wmf"/><Relationship Id="rId15" Type="http://schemas.openxmlformats.org/officeDocument/2006/relationships/oleObject" Target="../embeddings/oleObject292.bin"/><Relationship Id="rId10" Type="http://schemas.openxmlformats.org/officeDocument/2006/relationships/image" Target="../media/image6.wmf"/><Relationship Id="rId4" Type="http://schemas.openxmlformats.org/officeDocument/2006/relationships/oleObject" Target="../embeddings/oleObject286.bin"/><Relationship Id="rId9" Type="http://schemas.openxmlformats.org/officeDocument/2006/relationships/oleObject" Target="../embeddings/oleObject289.bin"/><Relationship Id="rId14" Type="http://schemas.openxmlformats.org/officeDocument/2006/relationships/image" Target="../media/image15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7.bin"/><Relationship Id="rId13" Type="http://schemas.openxmlformats.org/officeDocument/2006/relationships/image" Target="../media/image13.wmf"/><Relationship Id="rId3" Type="http://schemas.openxmlformats.org/officeDocument/2006/relationships/image" Target="../media/image11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299.bin"/><Relationship Id="rId2" Type="http://schemas.openxmlformats.org/officeDocument/2006/relationships/oleObject" Target="../embeddings/oleObject294.bin"/><Relationship Id="rId16" Type="http://schemas.openxmlformats.org/officeDocument/2006/relationships/oleObject" Target="../embeddings/oleObject3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6.bin"/><Relationship Id="rId11" Type="http://schemas.openxmlformats.org/officeDocument/2006/relationships/image" Target="../media/image6.wmf"/><Relationship Id="rId5" Type="http://schemas.openxmlformats.org/officeDocument/2006/relationships/image" Target="../media/image2.w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298.bin"/><Relationship Id="rId4" Type="http://schemas.openxmlformats.org/officeDocument/2006/relationships/oleObject" Target="../embeddings/oleObject295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300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5.bin"/><Relationship Id="rId13" Type="http://schemas.openxmlformats.org/officeDocument/2006/relationships/image" Target="../media/image13.wmf"/><Relationship Id="rId3" Type="http://schemas.openxmlformats.org/officeDocument/2006/relationships/image" Target="../media/image17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307.bin"/><Relationship Id="rId2" Type="http://schemas.openxmlformats.org/officeDocument/2006/relationships/oleObject" Target="../embeddings/oleObject302.bin"/><Relationship Id="rId16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4.bin"/><Relationship Id="rId11" Type="http://schemas.openxmlformats.org/officeDocument/2006/relationships/image" Target="../media/image20.wmf"/><Relationship Id="rId5" Type="http://schemas.openxmlformats.org/officeDocument/2006/relationships/image" Target="../media/image18.wmf"/><Relationship Id="rId15" Type="http://schemas.openxmlformats.org/officeDocument/2006/relationships/oleObject" Target="../embeddings/oleObject309.bin"/><Relationship Id="rId10" Type="http://schemas.openxmlformats.org/officeDocument/2006/relationships/oleObject" Target="../embeddings/oleObject306.bin"/><Relationship Id="rId4" Type="http://schemas.openxmlformats.org/officeDocument/2006/relationships/oleObject" Target="../embeddings/oleObject303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308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3.bin"/><Relationship Id="rId13" Type="http://schemas.openxmlformats.org/officeDocument/2006/relationships/image" Target="../media/image19.wmf"/><Relationship Id="rId18" Type="http://schemas.openxmlformats.org/officeDocument/2006/relationships/oleObject" Target="../embeddings/oleObject318.bin"/><Relationship Id="rId3" Type="http://schemas.openxmlformats.org/officeDocument/2006/relationships/image" Target="../media/image21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315.bin"/><Relationship Id="rId17" Type="http://schemas.openxmlformats.org/officeDocument/2006/relationships/image" Target="../media/image13.wmf"/><Relationship Id="rId2" Type="http://schemas.openxmlformats.org/officeDocument/2006/relationships/oleObject" Target="../embeddings/oleObject310.bin"/><Relationship Id="rId16" Type="http://schemas.openxmlformats.org/officeDocument/2006/relationships/oleObject" Target="../embeddings/oleObject317.bin"/><Relationship Id="rId20" Type="http://schemas.openxmlformats.org/officeDocument/2006/relationships/image" Target="../media/image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2.bin"/><Relationship Id="rId11" Type="http://schemas.openxmlformats.org/officeDocument/2006/relationships/image" Target="../media/image3.wmf"/><Relationship Id="rId5" Type="http://schemas.openxmlformats.org/officeDocument/2006/relationships/image" Target="../media/image22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314.bin"/><Relationship Id="rId19" Type="http://schemas.openxmlformats.org/officeDocument/2006/relationships/oleObject" Target="../embeddings/oleObject319.bin"/><Relationship Id="rId4" Type="http://schemas.openxmlformats.org/officeDocument/2006/relationships/oleObject" Target="../embeddings/oleObject311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316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3.bin"/><Relationship Id="rId13" Type="http://schemas.openxmlformats.org/officeDocument/2006/relationships/oleObject" Target="../embeddings/oleObject326.bin"/><Relationship Id="rId18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325.bin"/><Relationship Id="rId17" Type="http://schemas.openxmlformats.org/officeDocument/2006/relationships/oleObject" Target="../embeddings/oleObject328.bin"/><Relationship Id="rId2" Type="http://schemas.openxmlformats.org/officeDocument/2006/relationships/oleObject" Target="../embeddings/oleObject320.bin"/><Relationship Id="rId16" Type="http://schemas.openxmlformats.org/officeDocument/2006/relationships/image" Target="../media/image21.wmf"/><Relationship Id="rId20" Type="http://schemas.openxmlformats.org/officeDocument/2006/relationships/image" Target="../media/image2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2.bin"/><Relationship Id="rId11" Type="http://schemas.openxmlformats.org/officeDocument/2006/relationships/image" Target="../media/image13.wmf"/><Relationship Id="rId5" Type="http://schemas.openxmlformats.org/officeDocument/2006/relationships/image" Target="../media/image3.wmf"/><Relationship Id="rId15" Type="http://schemas.openxmlformats.org/officeDocument/2006/relationships/oleObject" Target="../embeddings/oleObject327.bin"/><Relationship Id="rId10" Type="http://schemas.openxmlformats.org/officeDocument/2006/relationships/oleObject" Target="../embeddings/oleObject324.bin"/><Relationship Id="rId19" Type="http://schemas.openxmlformats.org/officeDocument/2006/relationships/oleObject" Target="../embeddings/oleObject329.bin"/><Relationship Id="rId4" Type="http://schemas.openxmlformats.org/officeDocument/2006/relationships/oleObject" Target="../embeddings/oleObject321.bin"/><Relationship Id="rId9" Type="http://schemas.openxmlformats.org/officeDocument/2006/relationships/image" Target="../media/image20.wmf"/><Relationship Id="rId14" Type="http://schemas.openxmlformats.org/officeDocument/2006/relationships/image" Target="../media/image4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3.bin"/><Relationship Id="rId13" Type="http://schemas.openxmlformats.org/officeDocument/2006/relationships/image" Target="../media/image20.wmf"/><Relationship Id="rId18" Type="http://schemas.openxmlformats.org/officeDocument/2006/relationships/image" Target="../media/image4.wmf"/><Relationship Id="rId3" Type="http://schemas.openxmlformats.org/officeDocument/2006/relationships/image" Target="../media/image21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335.bin"/><Relationship Id="rId17" Type="http://schemas.openxmlformats.org/officeDocument/2006/relationships/oleObject" Target="../embeddings/oleObject338.bin"/><Relationship Id="rId2" Type="http://schemas.openxmlformats.org/officeDocument/2006/relationships/oleObject" Target="../embeddings/oleObject330.bin"/><Relationship Id="rId16" Type="http://schemas.openxmlformats.org/officeDocument/2006/relationships/oleObject" Target="../embeddings/oleObject337.bin"/><Relationship Id="rId20" Type="http://schemas.openxmlformats.org/officeDocument/2006/relationships/image" Target="../media/image2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2.bin"/><Relationship Id="rId11" Type="http://schemas.openxmlformats.org/officeDocument/2006/relationships/image" Target="../media/image19.wmf"/><Relationship Id="rId5" Type="http://schemas.openxmlformats.org/officeDocument/2006/relationships/image" Target="../media/image22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334.bin"/><Relationship Id="rId19" Type="http://schemas.openxmlformats.org/officeDocument/2006/relationships/oleObject" Target="../embeddings/oleObject339.bin"/><Relationship Id="rId4" Type="http://schemas.openxmlformats.org/officeDocument/2006/relationships/oleObject" Target="../embeddings/oleObject331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336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3.bin"/><Relationship Id="rId13" Type="http://schemas.openxmlformats.org/officeDocument/2006/relationships/image" Target="../media/image20.wmf"/><Relationship Id="rId18" Type="http://schemas.openxmlformats.org/officeDocument/2006/relationships/image" Target="../media/image4.wmf"/><Relationship Id="rId3" Type="http://schemas.openxmlformats.org/officeDocument/2006/relationships/image" Target="../media/image21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345.bin"/><Relationship Id="rId17" Type="http://schemas.openxmlformats.org/officeDocument/2006/relationships/oleObject" Target="../embeddings/oleObject348.bin"/><Relationship Id="rId2" Type="http://schemas.openxmlformats.org/officeDocument/2006/relationships/oleObject" Target="../embeddings/oleObject340.bin"/><Relationship Id="rId16" Type="http://schemas.openxmlformats.org/officeDocument/2006/relationships/oleObject" Target="../embeddings/oleObject347.bin"/><Relationship Id="rId20" Type="http://schemas.openxmlformats.org/officeDocument/2006/relationships/image" Target="../media/image2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2.bin"/><Relationship Id="rId11" Type="http://schemas.openxmlformats.org/officeDocument/2006/relationships/image" Target="../media/image19.wmf"/><Relationship Id="rId5" Type="http://schemas.openxmlformats.org/officeDocument/2006/relationships/image" Target="../media/image22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344.bin"/><Relationship Id="rId19" Type="http://schemas.openxmlformats.org/officeDocument/2006/relationships/oleObject" Target="../embeddings/oleObject349.bin"/><Relationship Id="rId4" Type="http://schemas.openxmlformats.org/officeDocument/2006/relationships/oleObject" Target="../embeddings/oleObject341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346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3.bin"/><Relationship Id="rId13" Type="http://schemas.openxmlformats.org/officeDocument/2006/relationships/oleObject" Target="../embeddings/oleObject356.bin"/><Relationship Id="rId18" Type="http://schemas.openxmlformats.org/officeDocument/2006/relationships/image" Target="../media/image25.wmf"/><Relationship Id="rId3" Type="http://schemas.openxmlformats.org/officeDocument/2006/relationships/image" Target="../media/image17.wmf"/><Relationship Id="rId21" Type="http://schemas.openxmlformats.org/officeDocument/2006/relationships/oleObject" Target="../embeddings/oleObject361.bin"/><Relationship Id="rId7" Type="http://schemas.openxmlformats.org/officeDocument/2006/relationships/image" Target="../media/image20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359.bin"/><Relationship Id="rId2" Type="http://schemas.openxmlformats.org/officeDocument/2006/relationships/oleObject" Target="../embeddings/oleObject350.bin"/><Relationship Id="rId16" Type="http://schemas.openxmlformats.org/officeDocument/2006/relationships/oleObject" Target="../embeddings/oleObject358.bin"/><Relationship Id="rId20" Type="http://schemas.openxmlformats.org/officeDocument/2006/relationships/image" Target="../media/image2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2.bin"/><Relationship Id="rId11" Type="http://schemas.openxmlformats.org/officeDocument/2006/relationships/oleObject" Target="../embeddings/oleObject355.bin"/><Relationship Id="rId5" Type="http://schemas.openxmlformats.org/officeDocument/2006/relationships/image" Target="../media/image19.wmf"/><Relationship Id="rId15" Type="http://schemas.openxmlformats.org/officeDocument/2006/relationships/oleObject" Target="../embeddings/oleObject357.bin"/><Relationship Id="rId10" Type="http://schemas.openxmlformats.org/officeDocument/2006/relationships/oleObject" Target="../embeddings/oleObject354.bin"/><Relationship Id="rId19" Type="http://schemas.openxmlformats.org/officeDocument/2006/relationships/oleObject" Target="../embeddings/oleObject360.bin"/><Relationship Id="rId4" Type="http://schemas.openxmlformats.org/officeDocument/2006/relationships/oleObject" Target="../embeddings/oleObject351.bin"/><Relationship Id="rId9" Type="http://schemas.openxmlformats.org/officeDocument/2006/relationships/image" Target="../media/image13.wmf"/><Relationship Id="rId14" Type="http://schemas.openxmlformats.org/officeDocument/2006/relationships/image" Target="../media/image22.wmf"/><Relationship Id="rId22" Type="http://schemas.openxmlformats.org/officeDocument/2006/relationships/image" Target="../media/image12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5.bin"/><Relationship Id="rId13" Type="http://schemas.openxmlformats.org/officeDocument/2006/relationships/oleObject" Target="../embeddings/oleObject368.bin"/><Relationship Id="rId18" Type="http://schemas.openxmlformats.org/officeDocument/2006/relationships/oleObject" Target="../embeddings/oleObject371.bin"/><Relationship Id="rId3" Type="http://schemas.openxmlformats.org/officeDocument/2006/relationships/image" Target="../media/image17.wmf"/><Relationship Id="rId21" Type="http://schemas.openxmlformats.org/officeDocument/2006/relationships/image" Target="../media/image12.wmf"/><Relationship Id="rId7" Type="http://schemas.openxmlformats.org/officeDocument/2006/relationships/image" Target="../media/image20.wmf"/><Relationship Id="rId12" Type="http://schemas.openxmlformats.org/officeDocument/2006/relationships/image" Target="../media/image21.wmf"/><Relationship Id="rId17" Type="http://schemas.openxmlformats.org/officeDocument/2006/relationships/image" Target="../media/image25.wmf"/><Relationship Id="rId2" Type="http://schemas.openxmlformats.org/officeDocument/2006/relationships/oleObject" Target="../embeddings/oleObject362.bin"/><Relationship Id="rId16" Type="http://schemas.openxmlformats.org/officeDocument/2006/relationships/oleObject" Target="../embeddings/oleObject370.bin"/><Relationship Id="rId20" Type="http://schemas.openxmlformats.org/officeDocument/2006/relationships/oleObject" Target="../embeddings/oleObject3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64.bin"/><Relationship Id="rId11" Type="http://schemas.openxmlformats.org/officeDocument/2006/relationships/oleObject" Target="../embeddings/oleObject367.bin"/><Relationship Id="rId5" Type="http://schemas.openxmlformats.org/officeDocument/2006/relationships/image" Target="../media/image19.wmf"/><Relationship Id="rId15" Type="http://schemas.openxmlformats.org/officeDocument/2006/relationships/oleObject" Target="../embeddings/oleObject369.bin"/><Relationship Id="rId10" Type="http://schemas.openxmlformats.org/officeDocument/2006/relationships/oleObject" Target="../embeddings/oleObject366.bin"/><Relationship Id="rId19" Type="http://schemas.openxmlformats.org/officeDocument/2006/relationships/image" Target="../media/image26.wmf"/><Relationship Id="rId4" Type="http://schemas.openxmlformats.org/officeDocument/2006/relationships/oleObject" Target="../embeddings/oleObject363.bin"/><Relationship Id="rId9" Type="http://schemas.openxmlformats.org/officeDocument/2006/relationships/image" Target="../media/image13.wmf"/><Relationship Id="rId14" Type="http://schemas.openxmlformats.org/officeDocument/2006/relationships/image" Target="../media/image22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6.bin"/><Relationship Id="rId13" Type="http://schemas.openxmlformats.org/officeDocument/2006/relationships/oleObject" Target="../embeddings/oleObject379.bin"/><Relationship Id="rId18" Type="http://schemas.openxmlformats.org/officeDocument/2006/relationships/image" Target="../media/image25.wmf"/><Relationship Id="rId3" Type="http://schemas.openxmlformats.org/officeDocument/2006/relationships/image" Target="../media/image17.wmf"/><Relationship Id="rId21" Type="http://schemas.openxmlformats.org/officeDocument/2006/relationships/oleObject" Target="../embeddings/oleObject384.bin"/><Relationship Id="rId7" Type="http://schemas.openxmlformats.org/officeDocument/2006/relationships/image" Target="../media/image20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382.bin"/><Relationship Id="rId2" Type="http://schemas.openxmlformats.org/officeDocument/2006/relationships/oleObject" Target="../embeddings/oleObject373.bin"/><Relationship Id="rId16" Type="http://schemas.openxmlformats.org/officeDocument/2006/relationships/oleObject" Target="../embeddings/oleObject381.bin"/><Relationship Id="rId20" Type="http://schemas.openxmlformats.org/officeDocument/2006/relationships/image" Target="../media/image2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5.bin"/><Relationship Id="rId11" Type="http://schemas.openxmlformats.org/officeDocument/2006/relationships/oleObject" Target="../embeddings/oleObject378.bin"/><Relationship Id="rId5" Type="http://schemas.openxmlformats.org/officeDocument/2006/relationships/image" Target="../media/image19.wmf"/><Relationship Id="rId15" Type="http://schemas.openxmlformats.org/officeDocument/2006/relationships/oleObject" Target="../embeddings/oleObject380.bin"/><Relationship Id="rId10" Type="http://schemas.openxmlformats.org/officeDocument/2006/relationships/oleObject" Target="../embeddings/oleObject377.bin"/><Relationship Id="rId19" Type="http://schemas.openxmlformats.org/officeDocument/2006/relationships/oleObject" Target="../embeddings/oleObject383.bin"/><Relationship Id="rId4" Type="http://schemas.openxmlformats.org/officeDocument/2006/relationships/oleObject" Target="../embeddings/oleObject374.bin"/><Relationship Id="rId9" Type="http://schemas.openxmlformats.org/officeDocument/2006/relationships/image" Target="../media/image13.wmf"/><Relationship Id="rId14" Type="http://schemas.openxmlformats.org/officeDocument/2006/relationships/image" Target="../media/image22.wmf"/><Relationship Id="rId22" Type="http://schemas.openxmlformats.org/officeDocument/2006/relationships/image" Target="../media/image12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8.bin"/><Relationship Id="rId13" Type="http://schemas.openxmlformats.org/officeDocument/2006/relationships/oleObject" Target="../embeddings/oleObject391.bin"/><Relationship Id="rId18" Type="http://schemas.openxmlformats.org/officeDocument/2006/relationships/image" Target="../media/image25.wmf"/><Relationship Id="rId3" Type="http://schemas.openxmlformats.org/officeDocument/2006/relationships/image" Target="../media/image17.wmf"/><Relationship Id="rId21" Type="http://schemas.openxmlformats.org/officeDocument/2006/relationships/oleObject" Target="../embeddings/oleObject396.bin"/><Relationship Id="rId7" Type="http://schemas.openxmlformats.org/officeDocument/2006/relationships/image" Target="../media/image20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394.bin"/><Relationship Id="rId2" Type="http://schemas.openxmlformats.org/officeDocument/2006/relationships/oleObject" Target="../embeddings/oleObject385.bin"/><Relationship Id="rId16" Type="http://schemas.openxmlformats.org/officeDocument/2006/relationships/oleObject" Target="../embeddings/oleObject393.bin"/><Relationship Id="rId20" Type="http://schemas.openxmlformats.org/officeDocument/2006/relationships/image" Target="../media/image2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7.bin"/><Relationship Id="rId11" Type="http://schemas.openxmlformats.org/officeDocument/2006/relationships/oleObject" Target="../embeddings/oleObject390.bin"/><Relationship Id="rId5" Type="http://schemas.openxmlformats.org/officeDocument/2006/relationships/image" Target="../media/image19.wmf"/><Relationship Id="rId15" Type="http://schemas.openxmlformats.org/officeDocument/2006/relationships/oleObject" Target="../embeddings/oleObject392.bin"/><Relationship Id="rId10" Type="http://schemas.openxmlformats.org/officeDocument/2006/relationships/oleObject" Target="../embeddings/oleObject389.bin"/><Relationship Id="rId19" Type="http://schemas.openxmlformats.org/officeDocument/2006/relationships/oleObject" Target="../embeddings/oleObject395.bin"/><Relationship Id="rId4" Type="http://schemas.openxmlformats.org/officeDocument/2006/relationships/oleObject" Target="../embeddings/oleObject386.bin"/><Relationship Id="rId9" Type="http://schemas.openxmlformats.org/officeDocument/2006/relationships/image" Target="../media/image13.wmf"/><Relationship Id="rId14" Type="http://schemas.openxmlformats.org/officeDocument/2006/relationships/image" Target="../media/image22.wmf"/><Relationship Id="rId22" Type="http://schemas.openxmlformats.org/officeDocument/2006/relationships/image" Target="../media/image12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0.bin"/><Relationship Id="rId13" Type="http://schemas.openxmlformats.org/officeDocument/2006/relationships/oleObject" Target="../embeddings/oleObject403.bin"/><Relationship Id="rId18" Type="http://schemas.openxmlformats.org/officeDocument/2006/relationships/image" Target="../media/image25.wmf"/><Relationship Id="rId3" Type="http://schemas.openxmlformats.org/officeDocument/2006/relationships/image" Target="../media/image17.wmf"/><Relationship Id="rId21" Type="http://schemas.openxmlformats.org/officeDocument/2006/relationships/oleObject" Target="../embeddings/oleObject408.bin"/><Relationship Id="rId7" Type="http://schemas.openxmlformats.org/officeDocument/2006/relationships/image" Target="../media/image20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406.bin"/><Relationship Id="rId2" Type="http://schemas.openxmlformats.org/officeDocument/2006/relationships/oleObject" Target="../embeddings/oleObject397.bin"/><Relationship Id="rId16" Type="http://schemas.openxmlformats.org/officeDocument/2006/relationships/oleObject" Target="../embeddings/oleObject405.bin"/><Relationship Id="rId20" Type="http://schemas.openxmlformats.org/officeDocument/2006/relationships/image" Target="../media/image2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9.bin"/><Relationship Id="rId11" Type="http://schemas.openxmlformats.org/officeDocument/2006/relationships/oleObject" Target="../embeddings/oleObject402.bin"/><Relationship Id="rId5" Type="http://schemas.openxmlformats.org/officeDocument/2006/relationships/image" Target="../media/image19.wmf"/><Relationship Id="rId15" Type="http://schemas.openxmlformats.org/officeDocument/2006/relationships/oleObject" Target="../embeddings/oleObject404.bin"/><Relationship Id="rId10" Type="http://schemas.openxmlformats.org/officeDocument/2006/relationships/oleObject" Target="../embeddings/oleObject401.bin"/><Relationship Id="rId19" Type="http://schemas.openxmlformats.org/officeDocument/2006/relationships/oleObject" Target="../embeddings/oleObject407.bin"/><Relationship Id="rId4" Type="http://schemas.openxmlformats.org/officeDocument/2006/relationships/oleObject" Target="../embeddings/oleObject398.bin"/><Relationship Id="rId9" Type="http://schemas.openxmlformats.org/officeDocument/2006/relationships/image" Target="../media/image13.wmf"/><Relationship Id="rId14" Type="http://schemas.openxmlformats.org/officeDocument/2006/relationships/image" Target="../media/image22.wmf"/><Relationship Id="rId22" Type="http://schemas.openxmlformats.org/officeDocument/2006/relationships/image" Target="../media/image12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2.bin"/><Relationship Id="rId13" Type="http://schemas.openxmlformats.org/officeDocument/2006/relationships/oleObject" Target="../embeddings/oleObject415.bin"/><Relationship Id="rId18" Type="http://schemas.openxmlformats.org/officeDocument/2006/relationships/image" Target="../media/image25.wmf"/><Relationship Id="rId3" Type="http://schemas.openxmlformats.org/officeDocument/2006/relationships/image" Target="../media/image17.wmf"/><Relationship Id="rId21" Type="http://schemas.openxmlformats.org/officeDocument/2006/relationships/oleObject" Target="../embeddings/oleObject420.bin"/><Relationship Id="rId7" Type="http://schemas.openxmlformats.org/officeDocument/2006/relationships/image" Target="../media/image20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418.bin"/><Relationship Id="rId2" Type="http://schemas.openxmlformats.org/officeDocument/2006/relationships/oleObject" Target="../embeddings/oleObject409.bin"/><Relationship Id="rId16" Type="http://schemas.openxmlformats.org/officeDocument/2006/relationships/oleObject" Target="../embeddings/oleObject417.bin"/><Relationship Id="rId20" Type="http://schemas.openxmlformats.org/officeDocument/2006/relationships/image" Target="../media/image2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1.bin"/><Relationship Id="rId11" Type="http://schemas.openxmlformats.org/officeDocument/2006/relationships/oleObject" Target="../embeddings/oleObject414.bin"/><Relationship Id="rId5" Type="http://schemas.openxmlformats.org/officeDocument/2006/relationships/image" Target="../media/image19.wmf"/><Relationship Id="rId15" Type="http://schemas.openxmlformats.org/officeDocument/2006/relationships/oleObject" Target="../embeddings/oleObject416.bin"/><Relationship Id="rId10" Type="http://schemas.openxmlformats.org/officeDocument/2006/relationships/oleObject" Target="../embeddings/oleObject413.bin"/><Relationship Id="rId19" Type="http://schemas.openxmlformats.org/officeDocument/2006/relationships/oleObject" Target="../embeddings/oleObject419.bin"/><Relationship Id="rId4" Type="http://schemas.openxmlformats.org/officeDocument/2006/relationships/oleObject" Target="../embeddings/oleObject410.bin"/><Relationship Id="rId9" Type="http://schemas.openxmlformats.org/officeDocument/2006/relationships/image" Target="../media/image13.wmf"/><Relationship Id="rId14" Type="http://schemas.openxmlformats.org/officeDocument/2006/relationships/image" Target="../media/image22.wmf"/><Relationship Id="rId22" Type="http://schemas.openxmlformats.org/officeDocument/2006/relationships/image" Target="../media/image12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4.bin"/><Relationship Id="rId13" Type="http://schemas.openxmlformats.org/officeDocument/2006/relationships/oleObject" Target="../embeddings/oleObject427.bin"/><Relationship Id="rId18" Type="http://schemas.openxmlformats.org/officeDocument/2006/relationships/image" Target="../media/image25.wmf"/><Relationship Id="rId3" Type="http://schemas.openxmlformats.org/officeDocument/2006/relationships/image" Target="../media/image17.wmf"/><Relationship Id="rId21" Type="http://schemas.openxmlformats.org/officeDocument/2006/relationships/oleObject" Target="../embeddings/oleObject432.bin"/><Relationship Id="rId7" Type="http://schemas.openxmlformats.org/officeDocument/2006/relationships/image" Target="../media/image20.wmf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430.bin"/><Relationship Id="rId2" Type="http://schemas.openxmlformats.org/officeDocument/2006/relationships/oleObject" Target="../embeddings/oleObject421.bin"/><Relationship Id="rId16" Type="http://schemas.openxmlformats.org/officeDocument/2006/relationships/oleObject" Target="../embeddings/oleObject429.bin"/><Relationship Id="rId20" Type="http://schemas.openxmlformats.org/officeDocument/2006/relationships/image" Target="../media/image2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3.bin"/><Relationship Id="rId11" Type="http://schemas.openxmlformats.org/officeDocument/2006/relationships/oleObject" Target="../embeddings/oleObject426.bin"/><Relationship Id="rId5" Type="http://schemas.openxmlformats.org/officeDocument/2006/relationships/image" Target="../media/image19.wmf"/><Relationship Id="rId15" Type="http://schemas.openxmlformats.org/officeDocument/2006/relationships/oleObject" Target="../embeddings/oleObject428.bin"/><Relationship Id="rId10" Type="http://schemas.openxmlformats.org/officeDocument/2006/relationships/oleObject" Target="../embeddings/oleObject425.bin"/><Relationship Id="rId19" Type="http://schemas.openxmlformats.org/officeDocument/2006/relationships/oleObject" Target="../embeddings/oleObject431.bin"/><Relationship Id="rId4" Type="http://schemas.openxmlformats.org/officeDocument/2006/relationships/oleObject" Target="../embeddings/oleObject422.bin"/><Relationship Id="rId9" Type="http://schemas.openxmlformats.org/officeDocument/2006/relationships/image" Target="../media/image13.wmf"/><Relationship Id="rId14" Type="http://schemas.openxmlformats.org/officeDocument/2006/relationships/image" Target="../media/image22.wmf"/><Relationship Id="rId22" Type="http://schemas.openxmlformats.org/officeDocument/2006/relationships/image" Target="../media/image12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438.bin"/><Relationship Id="rId18" Type="http://schemas.openxmlformats.org/officeDocument/2006/relationships/oleObject" Target="../embeddings/oleObject441.bin"/><Relationship Id="rId3" Type="http://schemas.openxmlformats.org/officeDocument/2006/relationships/image" Target="../media/image21.wmf"/><Relationship Id="rId21" Type="http://schemas.openxmlformats.org/officeDocument/2006/relationships/image" Target="../media/image12.wmf"/><Relationship Id="rId7" Type="http://schemas.openxmlformats.org/officeDocument/2006/relationships/oleObject" Target="../embeddings/oleObject435.bin"/><Relationship Id="rId12" Type="http://schemas.openxmlformats.org/officeDocument/2006/relationships/image" Target="../media/image20.wmf"/><Relationship Id="rId17" Type="http://schemas.openxmlformats.org/officeDocument/2006/relationships/image" Target="../media/image25.wmf"/><Relationship Id="rId2" Type="http://schemas.openxmlformats.org/officeDocument/2006/relationships/oleObject" Target="../embeddings/oleObject428.bin"/><Relationship Id="rId16" Type="http://schemas.openxmlformats.org/officeDocument/2006/relationships/oleObject" Target="../embeddings/oleObject440.bin"/><Relationship Id="rId20" Type="http://schemas.openxmlformats.org/officeDocument/2006/relationships/oleObject" Target="../embeddings/oleObject4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4.bin"/><Relationship Id="rId11" Type="http://schemas.openxmlformats.org/officeDocument/2006/relationships/oleObject" Target="../embeddings/oleObject437.bin"/><Relationship Id="rId5" Type="http://schemas.openxmlformats.org/officeDocument/2006/relationships/image" Target="../media/image22.wmf"/><Relationship Id="rId15" Type="http://schemas.openxmlformats.org/officeDocument/2006/relationships/oleObject" Target="../embeddings/oleObject439.bin"/><Relationship Id="rId10" Type="http://schemas.openxmlformats.org/officeDocument/2006/relationships/image" Target="../media/image19.wmf"/><Relationship Id="rId19" Type="http://schemas.openxmlformats.org/officeDocument/2006/relationships/image" Target="../media/image26.wmf"/><Relationship Id="rId4" Type="http://schemas.openxmlformats.org/officeDocument/2006/relationships/oleObject" Target="../embeddings/oleObject433.bin"/><Relationship Id="rId9" Type="http://schemas.openxmlformats.org/officeDocument/2006/relationships/oleObject" Target="../embeddings/oleObject436.bin"/><Relationship Id="rId14" Type="http://schemas.openxmlformats.org/officeDocument/2006/relationships/image" Target="../media/image13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6.bin"/><Relationship Id="rId13" Type="http://schemas.openxmlformats.org/officeDocument/2006/relationships/image" Target="../media/image20.wmf"/><Relationship Id="rId18" Type="http://schemas.openxmlformats.org/officeDocument/2006/relationships/image" Target="../media/image4.wmf"/><Relationship Id="rId3" Type="http://schemas.openxmlformats.org/officeDocument/2006/relationships/image" Target="../media/image27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448.bin"/><Relationship Id="rId17" Type="http://schemas.openxmlformats.org/officeDocument/2006/relationships/oleObject" Target="../embeddings/oleObject451.bin"/><Relationship Id="rId2" Type="http://schemas.openxmlformats.org/officeDocument/2006/relationships/oleObject" Target="../embeddings/oleObject443.bin"/><Relationship Id="rId16" Type="http://schemas.openxmlformats.org/officeDocument/2006/relationships/oleObject" Target="../embeddings/oleObject4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5.bin"/><Relationship Id="rId11" Type="http://schemas.openxmlformats.org/officeDocument/2006/relationships/image" Target="../media/image19.wmf"/><Relationship Id="rId5" Type="http://schemas.openxmlformats.org/officeDocument/2006/relationships/image" Target="../media/image17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447.bin"/><Relationship Id="rId4" Type="http://schemas.openxmlformats.org/officeDocument/2006/relationships/oleObject" Target="../embeddings/oleObject444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449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5.bin"/><Relationship Id="rId13" Type="http://schemas.openxmlformats.org/officeDocument/2006/relationships/image" Target="../media/image32.wmf"/><Relationship Id="rId3" Type="http://schemas.openxmlformats.org/officeDocument/2006/relationships/image" Target="../media/image28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457.bin"/><Relationship Id="rId2" Type="http://schemas.openxmlformats.org/officeDocument/2006/relationships/oleObject" Target="../embeddings/oleObject45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4.bin"/><Relationship Id="rId11" Type="http://schemas.openxmlformats.org/officeDocument/2006/relationships/image" Target="../media/image31.wmf"/><Relationship Id="rId5" Type="http://schemas.openxmlformats.org/officeDocument/2006/relationships/image" Target="../media/image25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456.bin"/><Relationship Id="rId4" Type="http://schemas.openxmlformats.org/officeDocument/2006/relationships/oleObject" Target="../embeddings/oleObject453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458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2.bin"/><Relationship Id="rId13" Type="http://schemas.openxmlformats.org/officeDocument/2006/relationships/image" Target="../media/image31.wmf"/><Relationship Id="rId3" Type="http://schemas.openxmlformats.org/officeDocument/2006/relationships/image" Target="../media/image33.wmf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464.bin"/><Relationship Id="rId17" Type="http://schemas.openxmlformats.org/officeDocument/2006/relationships/image" Target="../media/image13.wmf"/><Relationship Id="rId2" Type="http://schemas.openxmlformats.org/officeDocument/2006/relationships/oleObject" Target="../embeddings/oleObject459.bin"/><Relationship Id="rId16" Type="http://schemas.openxmlformats.org/officeDocument/2006/relationships/oleObject" Target="../embeddings/oleObject46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1.bin"/><Relationship Id="rId11" Type="http://schemas.openxmlformats.org/officeDocument/2006/relationships/image" Target="../media/image30.wmf"/><Relationship Id="rId5" Type="http://schemas.openxmlformats.org/officeDocument/2006/relationships/image" Target="../media/image28.wmf"/><Relationship Id="rId15" Type="http://schemas.openxmlformats.org/officeDocument/2006/relationships/image" Target="../media/image32.wmf"/><Relationship Id="rId10" Type="http://schemas.openxmlformats.org/officeDocument/2006/relationships/oleObject" Target="../embeddings/oleObject463.bin"/><Relationship Id="rId4" Type="http://schemas.openxmlformats.org/officeDocument/2006/relationships/oleObject" Target="../embeddings/oleObject460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465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0.bin"/><Relationship Id="rId13" Type="http://schemas.openxmlformats.org/officeDocument/2006/relationships/image" Target="../media/image13.wmf"/><Relationship Id="rId3" Type="http://schemas.openxmlformats.org/officeDocument/2006/relationships/image" Target="../media/image28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466.bin"/><Relationship Id="rId2" Type="http://schemas.openxmlformats.org/officeDocument/2006/relationships/oleObject" Target="../embeddings/oleObject4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9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471.bin"/><Relationship Id="rId4" Type="http://schemas.openxmlformats.org/officeDocument/2006/relationships/oleObject" Target="../embeddings/oleObject468.bin"/><Relationship Id="rId9" Type="http://schemas.openxmlformats.org/officeDocument/2006/relationships/image" Target="../media/image36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5.bin"/><Relationship Id="rId13" Type="http://schemas.openxmlformats.org/officeDocument/2006/relationships/oleObject" Target="../embeddings/oleObject479.bin"/><Relationship Id="rId18" Type="http://schemas.openxmlformats.org/officeDocument/2006/relationships/image" Target="../media/image35.wmf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478.bin"/><Relationship Id="rId17" Type="http://schemas.openxmlformats.org/officeDocument/2006/relationships/oleObject" Target="../embeddings/oleObject481.bin"/><Relationship Id="rId2" Type="http://schemas.openxmlformats.org/officeDocument/2006/relationships/oleObject" Target="../embeddings/oleObject472.bin"/><Relationship Id="rId16" Type="http://schemas.openxmlformats.org/officeDocument/2006/relationships/image" Target="../media/image34.wmf"/><Relationship Id="rId20" Type="http://schemas.openxmlformats.org/officeDocument/2006/relationships/image" Target="../media/image4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74.bin"/><Relationship Id="rId11" Type="http://schemas.openxmlformats.org/officeDocument/2006/relationships/oleObject" Target="../embeddings/oleObject477.bin"/><Relationship Id="rId5" Type="http://schemas.openxmlformats.org/officeDocument/2006/relationships/image" Target="../media/image39.wmf"/><Relationship Id="rId15" Type="http://schemas.openxmlformats.org/officeDocument/2006/relationships/oleObject" Target="../embeddings/oleObject480.bin"/><Relationship Id="rId10" Type="http://schemas.openxmlformats.org/officeDocument/2006/relationships/oleObject" Target="../embeddings/oleObject476.bin"/><Relationship Id="rId19" Type="http://schemas.openxmlformats.org/officeDocument/2006/relationships/oleObject" Target="../embeddings/oleObject482.bin"/><Relationship Id="rId4" Type="http://schemas.openxmlformats.org/officeDocument/2006/relationships/oleObject" Target="../embeddings/oleObject473.bin"/><Relationship Id="rId9" Type="http://schemas.openxmlformats.org/officeDocument/2006/relationships/image" Target="../media/image41.wmf"/><Relationship Id="rId14" Type="http://schemas.openxmlformats.org/officeDocument/2006/relationships/image" Target="../media/image42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6.bin"/><Relationship Id="rId13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488.bin"/><Relationship Id="rId17" Type="http://schemas.openxmlformats.org/officeDocument/2006/relationships/image" Target="../media/image51.wmf"/><Relationship Id="rId2" Type="http://schemas.openxmlformats.org/officeDocument/2006/relationships/oleObject" Target="../embeddings/oleObject483.bin"/><Relationship Id="rId16" Type="http://schemas.openxmlformats.org/officeDocument/2006/relationships/oleObject" Target="../embeddings/oleObject4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85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487.bin"/><Relationship Id="rId4" Type="http://schemas.openxmlformats.org/officeDocument/2006/relationships/oleObject" Target="../embeddings/oleObject484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489.bin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4.bin"/><Relationship Id="rId13" Type="http://schemas.openxmlformats.org/officeDocument/2006/relationships/image" Target="../media/image28.wmf"/><Relationship Id="rId18" Type="http://schemas.openxmlformats.org/officeDocument/2006/relationships/oleObject" Target="../embeddings/oleObject499.bin"/><Relationship Id="rId3" Type="http://schemas.openxmlformats.org/officeDocument/2006/relationships/image" Target="../media/image52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496.bin"/><Relationship Id="rId17" Type="http://schemas.openxmlformats.org/officeDocument/2006/relationships/image" Target="../media/image54.wmf"/><Relationship Id="rId2" Type="http://schemas.openxmlformats.org/officeDocument/2006/relationships/oleObject" Target="../embeddings/oleObject491.bin"/><Relationship Id="rId16" Type="http://schemas.openxmlformats.org/officeDocument/2006/relationships/oleObject" Target="../embeddings/oleObject4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3.bin"/><Relationship Id="rId11" Type="http://schemas.openxmlformats.org/officeDocument/2006/relationships/image" Target="../media/image13.wmf"/><Relationship Id="rId5" Type="http://schemas.openxmlformats.org/officeDocument/2006/relationships/image" Target="../media/image30.wmf"/><Relationship Id="rId15" Type="http://schemas.openxmlformats.org/officeDocument/2006/relationships/image" Target="../media/image53.wmf"/><Relationship Id="rId10" Type="http://schemas.openxmlformats.org/officeDocument/2006/relationships/oleObject" Target="../embeddings/oleObject495.bin"/><Relationship Id="rId19" Type="http://schemas.openxmlformats.org/officeDocument/2006/relationships/image" Target="../media/image55.wmf"/><Relationship Id="rId4" Type="http://schemas.openxmlformats.org/officeDocument/2006/relationships/oleObject" Target="../embeddings/oleObject492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497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3.bin"/><Relationship Id="rId13" Type="http://schemas.openxmlformats.org/officeDocument/2006/relationships/image" Target="../media/image56.wmf"/><Relationship Id="rId3" Type="http://schemas.openxmlformats.org/officeDocument/2006/relationships/image" Target="../media/image28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505.bin"/><Relationship Id="rId17" Type="http://schemas.openxmlformats.org/officeDocument/2006/relationships/image" Target="../media/image54.wmf"/><Relationship Id="rId2" Type="http://schemas.openxmlformats.org/officeDocument/2006/relationships/oleObject" Target="../embeddings/oleObject500.bin"/><Relationship Id="rId16" Type="http://schemas.openxmlformats.org/officeDocument/2006/relationships/oleObject" Target="../embeddings/oleObject50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02.bin"/><Relationship Id="rId11" Type="http://schemas.openxmlformats.org/officeDocument/2006/relationships/image" Target="../media/image13.wmf"/><Relationship Id="rId5" Type="http://schemas.openxmlformats.org/officeDocument/2006/relationships/image" Target="../media/image30.wmf"/><Relationship Id="rId15" Type="http://schemas.openxmlformats.org/officeDocument/2006/relationships/image" Target="../media/image53.wmf"/><Relationship Id="rId10" Type="http://schemas.openxmlformats.org/officeDocument/2006/relationships/oleObject" Target="../embeddings/oleObject504.bin"/><Relationship Id="rId4" Type="http://schemas.openxmlformats.org/officeDocument/2006/relationships/oleObject" Target="../embeddings/oleObject501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506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1.bin"/><Relationship Id="rId13" Type="http://schemas.openxmlformats.org/officeDocument/2006/relationships/image" Target="../media/image53.wmf"/><Relationship Id="rId3" Type="http://schemas.openxmlformats.org/officeDocument/2006/relationships/image" Target="../media/image28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513.bin"/><Relationship Id="rId17" Type="http://schemas.openxmlformats.org/officeDocument/2006/relationships/image" Target="../media/image57.wmf"/><Relationship Id="rId2" Type="http://schemas.openxmlformats.org/officeDocument/2006/relationships/oleObject" Target="../embeddings/oleObject508.bin"/><Relationship Id="rId16" Type="http://schemas.openxmlformats.org/officeDocument/2006/relationships/oleObject" Target="../embeddings/oleObject5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10.bin"/><Relationship Id="rId11" Type="http://schemas.openxmlformats.org/officeDocument/2006/relationships/image" Target="../media/image13.wmf"/><Relationship Id="rId5" Type="http://schemas.openxmlformats.org/officeDocument/2006/relationships/image" Target="../media/image30.wmf"/><Relationship Id="rId15" Type="http://schemas.openxmlformats.org/officeDocument/2006/relationships/image" Target="../media/image54.wmf"/><Relationship Id="rId10" Type="http://schemas.openxmlformats.org/officeDocument/2006/relationships/oleObject" Target="../embeddings/oleObject512.bin"/><Relationship Id="rId4" Type="http://schemas.openxmlformats.org/officeDocument/2006/relationships/oleObject" Target="../embeddings/oleObject509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514.bin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9.bin"/><Relationship Id="rId13" Type="http://schemas.openxmlformats.org/officeDocument/2006/relationships/image" Target="../media/image53.wmf"/><Relationship Id="rId3" Type="http://schemas.openxmlformats.org/officeDocument/2006/relationships/image" Target="../media/image28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521.bin"/><Relationship Id="rId17" Type="http://schemas.openxmlformats.org/officeDocument/2006/relationships/image" Target="../media/image58.wmf"/><Relationship Id="rId2" Type="http://schemas.openxmlformats.org/officeDocument/2006/relationships/oleObject" Target="../embeddings/oleObject516.bin"/><Relationship Id="rId16" Type="http://schemas.openxmlformats.org/officeDocument/2006/relationships/oleObject" Target="../embeddings/oleObject5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18.bin"/><Relationship Id="rId11" Type="http://schemas.openxmlformats.org/officeDocument/2006/relationships/image" Target="../media/image13.wmf"/><Relationship Id="rId5" Type="http://schemas.openxmlformats.org/officeDocument/2006/relationships/image" Target="../media/image30.wmf"/><Relationship Id="rId15" Type="http://schemas.openxmlformats.org/officeDocument/2006/relationships/image" Target="../media/image54.wmf"/><Relationship Id="rId10" Type="http://schemas.openxmlformats.org/officeDocument/2006/relationships/oleObject" Target="../embeddings/oleObject520.bin"/><Relationship Id="rId4" Type="http://schemas.openxmlformats.org/officeDocument/2006/relationships/oleObject" Target="../embeddings/oleObject517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522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7.bin"/><Relationship Id="rId13" Type="http://schemas.openxmlformats.org/officeDocument/2006/relationships/image" Target="../media/image63.wmf"/><Relationship Id="rId18" Type="http://schemas.openxmlformats.org/officeDocument/2006/relationships/oleObject" Target="../embeddings/oleObject532.bin"/><Relationship Id="rId3" Type="http://schemas.openxmlformats.org/officeDocument/2006/relationships/image" Target="../media/image59.wmf"/><Relationship Id="rId21" Type="http://schemas.openxmlformats.org/officeDocument/2006/relationships/image" Target="../media/image64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529.bin"/><Relationship Id="rId17" Type="http://schemas.openxmlformats.org/officeDocument/2006/relationships/image" Target="../media/image40.wmf"/><Relationship Id="rId2" Type="http://schemas.openxmlformats.org/officeDocument/2006/relationships/oleObject" Target="../embeddings/oleObject524.bin"/><Relationship Id="rId16" Type="http://schemas.openxmlformats.org/officeDocument/2006/relationships/oleObject" Target="../embeddings/oleObject531.bin"/><Relationship Id="rId20" Type="http://schemas.openxmlformats.org/officeDocument/2006/relationships/oleObject" Target="../embeddings/oleObject5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6.bin"/><Relationship Id="rId11" Type="http://schemas.openxmlformats.org/officeDocument/2006/relationships/image" Target="../media/image62.wmf"/><Relationship Id="rId24" Type="http://schemas.openxmlformats.org/officeDocument/2006/relationships/image" Target="../media/image65.wmf"/><Relationship Id="rId5" Type="http://schemas.openxmlformats.org/officeDocument/2006/relationships/image" Target="../media/image38.wmf"/><Relationship Id="rId15" Type="http://schemas.openxmlformats.org/officeDocument/2006/relationships/image" Target="../media/image39.wmf"/><Relationship Id="rId23" Type="http://schemas.openxmlformats.org/officeDocument/2006/relationships/oleObject" Target="../embeddings/oleObject535.bin"/><Relationship Id="rId10" Type="http://schemas.openxmlformats.org/officeDocument/2006/relationships/oleObject" Target="../embeddings/oleObject528.bin"/><Relationship Id="rId19" Type="http://schemas.openxmlformats.org/officeDocument/2006/relationships/image" Target="../media/image41.wmf"/><Relationship Id="rId4" Type="http://schemas.openxmlformats.org/officeDocument/2006/relationships/oleObject" Target="../embeddings/oleObject525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530.bin"/><Relationship Id="rId22" Type="http://schemas.openxmlformats.org/officeDocument/2006/relationships/oleObject" Target="../embeddings/oleObject534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8.bin"/><Relationship Id="rId13" Type="http://schemas.openxmlformats.org/officeDocument/2006/relationships/image" Target="../media/image63.wmf"/><Relationship Id="rId18" Type="http://schemas.openxmlformats.org/officeDocument/2006/relationships/oleObject" Target="../embeddings/oleObject543.bin"/><Relationship Id="rId3" Type="http://schemas.openxmlformats.org/officeDocument/2006/relationships/image" Target="../media/image66.wmf"/><Relationship Id="rId21" Type="http://schemas.openxmlformats.org/officeDocument/2006/relationships/oleObject" Target="../embeddings/oleObject545.bin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540.bin"/><Relationship Id="rId17" Type="http://schemas.openxmlformats.org/officeDocument/2006/relationships/image" Target="../media/image40.wmf"/><Relationship Id="rId2" Type="http://schemas.openxmlformats.org/officeDocument/2006/relationships/oleObject" Target="../embeddings/oleObject536.bin"/><Relationship Id="rId16" Type="http://schemas.openxmlformats.org/officeDocument/2006/relationships/oleObject" Target="../embeddings/oleObject542.bin"/><Relationship Id="rId20" Type="http://schemas.openxmlformats.org/officeDocument/2006/relationships/oleObject" Target="../embeddings/oleObject5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4.bin"/><Relationship Id="rId11" Type="http://schemas.openxmlformats.org/officeDocument/2006/relationships/image" Target="../media/image62.wmf"/><Relationship Id="rId24" Type="http://schemas.openxmlformats.org/officeDocument/2006/relationships/oleObject" Target="../embeddings/oleObject547.bin"/><Relationship Id="rId5" Type="http://schemas.openxmlformats.org/officeDocument/2006/relationships/image" Target="../media/image38.wmf"/><Relationship Id="rId15" Type="http://schemas.openxmlformats.org/officeDocument/2006/relationships/image" Target="../media/image39.wmf"/><Relationship Id="rId23" Type="http://schemas.openxmlformats.org/officeDocument/2006/relationships/image" Target="../media/image64.wmf"/><Relationship Id="rId10" Type="http://schemas.openxmlformats.org/officeDocument/2006/relationships/oleObject" Target="../embeddings/oleObject539.bin"/><Relationship Id="rId19" Type="http://schemas.openxmlformats.org/officeDocument/2006/relationships/image" Target="../media/image41.wmf"/><Relationship Id="rId4" Type="http://schemas.openxmlformats.org/officeDocument/2006/relationships/oleObject" Target="../embeddings/oleObject537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541.bin"/><Relationship Id="rId22" Type="http://schemas.openxmlformats.org/officeDocument/2006/relationships/oleObject" Target="../embeddings/oleObject546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1.bin"/><Relationship Id="rId13" Type="http://schemas.openxmlformats.org/officeDocument/2006/relationships/image" Target="../media/image63.wmf"/><Relationship Id="rId18" Type="http://schemas.openxmlformats.org/officeDocument/2006/relationships/oleObject" Target="../embeddings/oleObject556.bin"/><Relationship Id="rId3" Type="http://schemas.openxmlformats.org/officeDocument/2006/relationships/image" Target="../media/image67.wmf"/><Relationship Id="rId21" Type="http://schemas.openxmlformats.org/officeDocument/2006/relationships/image" Target="../media/image64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553.bin"/><Relationship Id="rId17" Type="http://schemas.openxmlformats.org/officeDocument/2006/relationships/image" Target="../media/image40.wmf"/><Relationship Id="rId2" Type="http://schemas.openxmlformats.org/officeDocument/2006/relationships/oleObject" Target="../embeddings/oleObject548.bin"/><Relationship Id="rId16" Type="http://schemas.openxmlformats.org/officeDocument/2006/relationships/oleObject" Target="../embeddings/oleObject555.bin"/><Relationship Id="rId20" Type="http://schemas.openxmlformats.org/officeDocument/2006/relationships/oleObject" Target="../embeddings/oleObject5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0.bin"/><Relationship Id="rId11" Type="http://schemas.openxmlformats.org/officeDocument/2006/relationships/image" Target="../media/image62.wmf"/><Relationship Id="rId5" Type="http://schemas.openxmlformats.org/officeDocument/2006/relationships/image" Target="../media/image38.wmf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552.bin"/><Relationship Id="rId19" Type="http://schemas.openxmlformats.org/officeDocument/2006/relationships/image" Target="../media/image41.wmf"/><Relationship Id="rId4" Type="http://schemas.openxmlformats.org/officeDocument/2006/relationships/oleObject" Target="../embeddings/oleObject549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554.bin"/><Relationship Id="rId22" Type="http://schemas.openxmlformats.org/officeDocument/2006/relationships/oleObject" Target="../embeddings/oleObject558.bin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2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567.bin"/><Relationship Id="rId26" Type="http://schemas.openxmlformats.org/officeDocument/2006/relationships/oleObject" Target="../embeddings/oleObject572.bin"/><Relationship Id="rId3" Type="http://schemas.openxmlformats.org/officeDocument/2006/relationships/image" Target="../media/image38.wmf"/><Relationship Id="rId21" Type="http://schemas.openxmlformats.org/officeDocument/2006/relationships/oleObject" Target="../embeddings/oleObject569.bin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564.bin"/><Relationship Id="rId17" Type="http://schemas.openxmlformats.org/officeDocument/2006/relationships/image" Target="../media/image41.wmf"/><Relationship Id="rId25" Type="http://schemas.openxmlformats.org/officeDocument/2006/relationships/image" Target="../media/image69.wmf"/><Relationship Id="rId2" Type="http://schemas.openxmlformats.org/officeDocument/2006/relationships/oleObject" Target="../embeddings/oleObject559.bin"/><Relationship Id="rId16" Type="http://schemas.openxmlformats.org/officeDocument/2006/relationships/oleObject" Target="../embeddings/oleObject566.bin"/><Relationship Id="rId20" Type="http://schemas.openxmlformats.org/officeDocument/2006/relationships/image" Target="../media/image64.wmf"/><Relationship Id="rId29" Type="http://schemas.openxmlformats.org/officeDocument/2006/relationships/oleObject" Target="../embeddings/oleObject57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61.bin"/><Relationship Id="rId11" Type="http://schemas.openxmlformats.org/officeDocument/2006/relationships/image" Target="../media/image63.wmf"/><Relationship Id="rId24" Type="http://schemas.openxmlformats.org/officeDocument/2006/relationships/oleObject" Target="../embeddings/oleObject571.bin"/><Relationship Id="rId32" Type="http://schemas.openxmlformats.org/officeDocument/2006/relationships/image" Target="../media/image72.wmf"/><Relationship Id="rId5" Type="http://schemas.openxmlformats.org/officeDocument/2006/relationships/image" Target="../media/image60.wmf"/><Relationship Id="rId15" Type="http://schemas.openxmlformats.org/officeDocument/2006/relationships/image" Target="../media/image40.wmf"/><Relationship Id="rId23" Type="http://schemas.openxmlformats.org/officeDocument/2006/relationships/image" Target="../media/image68.wmf"/><Relationship Id="rId28" Type="http://schemas.openxmlformats.org/officeDocument/2006/relationships/image" Target="../media/image70.wmf"/><Relationship Id="rId10" Type="http://schemas.openxmlformats.org/officeDocument/2006/relationships/oleObject" Target="../embeddings/oleObject563.bin"/><Relationship Id="rId19" Type="http://schemas.openxmlformats.org/officeDocument/2006/relationships/oleObject" Target="../embeddings/oleObject568.bin"/><Relationship Id="rId31" Type="http://schemas.openxmlformats.org/officeDocument/2006/relationships/oleObject" Target="../embeddings/oleObject575.bin"/><Relationship Id="rId4" Type="http://schemas.openxmlformats.org/officeDocument/2006/relationships/oleObject" Target="../embeddings/oleObject560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565.bin"/><Relationship Id="rId22" Type="http://schemas.openxmlformats.org/officeDocument/2006/relationships/oleObject" Target="../embeddings/oleObject570.bin"/><Relationship Id="rId27" Type="http://schemas.openxmlformats.org/officeDocument/2006/relationships/oleObject" Target="../embeddings/oleObject573.bin"/><Relationship Id="rId30" Type="http://schemas.openxmlformats.org/officeDocument/2006/relationships/image" Target="../media/image71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9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584.bin"/><Relationship Id="rId26" Type="http://schemas.openxmlformats.org/officeDocument/2006/relationships/oleObject" Target="../embeddings/oleObject589.bin"/><Relationship Id="rId3" Type="http://schemas.openxmlformats.org/officeDocument/2006/relationships/image" Target="../media/image38.wmf"/><Relationship Id="rId21" Type="http://schemas.openxmlformats.org/officeDocument/2006/relationships/oleObject" Target="../embeddings/oleObject586.bin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581.bin"/><Relationship Id="rId17" Type="http://schemas.openxmlformats.org/officeDocument/2006/relationships/image" Target="../media/image41.wmf"/><Relationship Id="rId25" Type="http://schemas.openxmlformats.org/officeDocument/2006/relationships/image" Target="../media/image73.wmf"/><Relationship Id="rId2" Type="http://schemas.openxmlformats.org/officeDocument/2006/relationships/oleObject" Target="../embeddings/oleObject576.bin"/><Relationship Id="rId16" Type="http://schemas.openxmlformats.org/officeDocument/2006/relationships/oleObject" Target="../embeddings/oleObject583.bin"/><Relationship Id="rId20" Type="http://schemas.openxmlformats.org/officeDocument/2006/relationships/image" Target="../media/image64.wmf"/><Relationship Id="rId29" Type="http://schemas.openxmlformats.org/officeDocument/2006/relationships/oleObject" Target="../embeddings/oleObject5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78.bin"/><Relationship Id="rId11" Type="http://schemas.openxmlformats.org/officeDocument/2006/relationships/image" Target="../media/image63.wmf"/><Relationship Id="rId24" Type="http://schemas.openxmlformats.org/officeDocument/2006/relationships/oleObject" Target="../embeddings/oleObject588.bin"/><Relationship Id="rId5" Type="http://schemas.openxmlformats.org/officeDocument/2006/relationships/image" Target="../media/image60.wmf"/><Relationship Id="rId15" Type="http://schemas.openxmlformats.org/officeDocument/2006/relationships/image" Target="../media/image40.wmf"/><Relationship Id="rId23" Type="http://schemas.openxmlformats.org/officeDocument/2006/relationships/image" Target="../media/image68.wmf"/><Relationship Id="rId28" Type="http://schemas.openxmlformats.org/officeDocument/2006/relationships/image" Target="../media/image74.wmf"/><Relationship Id="rId10" Type="http://schemas.openxmlformats.org/officeDocument/2006/relationships/oleObject" Target="../embeddings/oleObject580.bin"/><Relationship Id="rId19" Type="http://schemas.openxmlformats.org/officeDocument/2006/relationships/oleObject" Target="../embeddings/oleObject585.bin"/><Relationship Id="rId4" Type="http://schemas.openxmlformats.org/officeDocument/2006/relationships/oleObject" Target="../embeddings/oleObject577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582.bin"/><Relationship Id="rId22" Type="http://schemas.openxmlformats.org/officeDocument/2006/relationships/oleObject" Target="../embeddings/oleObject587.bin"/><Relationship Id="rId27" Type="http://schemas.openxmlformats.org/officeDocument/2006/relationships/oleObject" Target="../embeddings/oleObject590.bin"/><Relationship Id="rId30" Type="http://schemas.openxmlformats.org/officeDocument/2006/relationships/image" Target="../media/image72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5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600.bin"/><Relationship Id="rId26" Type="http://schemas.openxmlformats.org/officeDocument/2006/relationships/image" Target="../media/image75.wmf"/><Relationship Id="rId3" Type="http://schemas.openxmlformats.org/officeDocument/2006/relationships/image" Target="../media/image38.wmf"/><Relationship Id="rId21" Type="http://schemas.openxmlformats.org/officeDocument/2006/relationships/oleObject" Target="../embeddings/oleObject602.bin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597.bin"/><Relationship Id="rId17" Type="http://schemas.openxmlformats.org/officeDocument/2006/relationships/image" Target="../media/image41.wmf"/><Relationship Id="rId25" Type="http://schemas.openxmlformats.org/officeDocument/2006/relationships/oleObject" Target="../embeddings/oleObject604.bin"/><Relationship Id="rId2" Type="http://schemas.openxmlformats.org/officeDocument/2006/relationships/oleObject" Target="../embeddings/oleObject592.bin"/><Relationship Id="rId16" Type="http://schemas.openxmlformats.org/officeDocument/2006/relationships/oleObject" Target="../embeddings/oleObject599.bin"/><Relationship Id="rId20" Type="http://schemas.openxmlformats.org/officeDocument/2006/relationships/oleObject" Target="../embeddings/oleObject60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94.bin"/><Relationship Id="rId11" Type="http://schemas.openxmlformats.org/officeDocument/2006/relationships/image" Target="../media/image63.wmf"/><Relationship Id="rId24" Type="http://schemas.openxmlformats.org/officeDocument/2006/relationships/image" Target="../media/image72.wmf"/><Relationship Id="rId5" Type="http://schemas.openxmlformats.org/officeDocument/2006/relationships/image" Target="../media/image60.wmf"/><Relationship Id="rId15" Type="http://schemas.openxmlformats.org/officeDocument/2006/relationships/image" Target="../media/image40.wmf"/><Relationship Id="rId23" Type="http://schemas.openxmlformats.org/officeDocument/2006/relationships/oleObject" Target="../embeddings/oleObject603.bin"/><Relationship Id="rId28" Type="http://schemas.openxmlformats.org/officeDocument/2006/relationships/image" Target="../media/image76.wmf"/><Relationship Id="rId10" Type="http://schemas.openxmlformats.org/officeDocument/2006/relationships/oleObject" Target="../embeddings/oleObject596.bin"/><Relationship Id="rId19" Type="http://schemas.openxmlformats.org/officeDocument/2006/relationships/image" Target="../media/image64.wmf"/><Relationship Id="rId4" Type="http://schemas.openxmlformats.org/officeDocument/2006/relationships/oleObject" Target="../embeddings/oleObject593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598.bin"/><Relationship Id="rId22" Type="http://schemas.openxmlformats.org/officeDocument/2006/relationships/image" Target="../media/image68.wmf"/><Relationship Id="rId27" Type="http://schemas.openxmlformats.org/officeDocument/2006/relationships/oleObject" Target="../embeddings/oleObject605.bin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9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614.bin"/><Relationship Id="rId26" Type="http://schemas.openxmlformats.org/officeDocument/2006/relationships/image" Target="../media/image77.wmf"/><Relationship Id="rId3" Type="http://schemas.openxmlformats.org/officeDocument/2006/relationships/image" Target="../media/image38.wmf"/><Relationship Id="rId21" Type="http://schemas.openxmlformats.org/officeDocument/2006/relationships/oleObject" Target="../embeddings/oleObject616.bin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611.bin"/><Relationship Id="rId17" Type="http://schemas.openxmlformats.org/officeDocument/2006/relationships/image" Target="../media/image41.wmf"/><Relationship Id="rId25" Type="http://schemas.openxmlformats.org/officeDocument/2006/relationships/oleObject" Target="../embeddings/oleObject618.bin"/><Relationship Id="rId2" Type="http://schemas.openxmlformats.org/officeDocument/2006/relationships/oleObject" Target="../embeddings/oleObject606.bin"/><Relationship Id="rId16" Type="http://schemas.openxmlformats.org/officeDocument/2006/relationships/oleObject" Target="../embeddings/oleObject613.bin"/><Relationship Id="rId20" Type="http://schemas.openxmlformats.org/officeDocument/2006/relationships/oleObject" Target="../embeddings/oleObject6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08.bin"/><Relationship Id="rId11" Type="http://schemas.openxmlformats.org/officeDocument/2006/relationships/image" Target="../media/image63.wmf"/><Relationship Id="rId24" Type="http://schemas.openxmlformats.org/officeDocument/2006/relationships/image" Target="../media/image72.wmf"/><Relationship Id="rId5" Type="http://schemas.openxmlformats.org/officeDocument/2006/relationships/image" Target="../media/image60.wmf"/><Relationship Id="rId15" Type="http://schemas.openxmlformats.org/officeDocument/2006/relationships/image" Target="../media/image40.wmf"/><Relationship Id="rId23" Type="http://schemas.openxmlformats.org/officeDocument/2006/relationships/oleObject" Target="../embeddings/oleObject617.bin"/><Relationship Id="rId28" Type="http://schemas.openxmlformats.org/officeDocument/2006/relationships/image" Target="../media/image78.wmf"/><Relationship Id="rId10" Type="http://schemas.openxmlformats.org/officeDocument/2006/relationships/oleObject" Target="../embeddings/oleObject610.bin"/><Relationship Id="rId19" Type="http://schemas.openxmlformats.org/officeDocument/2006/relationships/image" Target="../media/image64.wmf"/><Relationship Id="rId4" Type="http://schemas.openxmlformats.org/officeDocument/2006/relationships/oleObject" Target="../embeddings/oleObject607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612.bin"/><Relationship Id="rId22" Type="http://schemas.openxmlformats.org/officeDocument/2006/relationships/image" Target="../media/image68.wmf"/><Relationship Id="rId27" Type="http://schemas.openxmlformats.org/officeDocument/2006/relationships/oleObject" Target="../embeddings/oleObject619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3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628.bin"/><Relationship Id="rId3" Type="http://schemas.openxmlformats.org/officeDocument/2006/relationships/image" Target="../media/image38.wmf"/><Relationship Id="rId21" Type="http://schemas.openxmlformats.org/officeDocument/2006/relationships/oleObject" Target="../embeddings/oleObject630.bin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625.bin"/><Relationship Id="rId17" Type="http://schemas.openxmlformats.org/officeDocument/2006/relationships/image" Target="../media/image41.wmf"/><Relationship Id="rId25" Type="http://schemas.openxmlformats.org/officeDocument/2006/relationships/image" Target="../media/image79.wmf"/><Relationship Id="rId2" Type="http://schemas.openxmlformats.org/officeDocument/2006/relationships/oleObject" Target="../embeddings/oleObject620.bin"/><Relationship Id="rId16" Type="http://schemas.openxmlformats.org/officeDocument/2006/relationships/oleObject" Target="../embeddings/oleObject627.bin"/><Relationship Id="rId20" Type="http://schemas.openxmlformats.org/officeDocument/2006/relationships/image" Target="../media/image6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2.bin"/><Relationship Id="rId11" Type="http://schemas.openxmlformats.org/officeDocument/2006/relationships/image" Target="../media/image63.wmf"/><Relationship Id="rId24" Type="http://schemas.openxmlformats.org/officeDocument/2006/relationships/oleObject" Target="../embeddings/oleObject632.bin"/><Relationship Id="rId5" Type="http://schemas.openxmlformats.org/officeDocument/2006/relationships/image" Target="../media/image60.wmf"/><Relationship Id="rId15" Type="http://schemas.openxmlformats.org/officeDocument/2006/relationships/image" Target="../media/image40.wmf"/><Relationship Id="rId23" Type="http://schemas.openxmlformats.org/officeDocument/2006/relationships/image" Target="../media/image68.wmf"/><Relationship Id="rId10" Type="http://schemas.openxmlformats.org/officeDocument/2006/relationships/oleObject" Target="../embeddings/oleObject624.bin"/><Relationship Id="rId19" Type="http://schemas.openxmlformats.org/officeDocument/2006/relationships/oleObject" Target="../embeddings/oleObject629.bin"/><Relationship Id="rId4" Type="http://schemas.openxmlformats.org/officeDocument/2006/relationships/oleObject" Target="../embeddings/oleObject621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626.bin"/><Relationship Id="rId22" Type="http://schemas.openxmlformats.org/officeDocument/2006/relationships/oleObject" Target="../embeddings/oleObject631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6.bin"/><Relationship Id="rId3" Type="http://schemas.openxmlformats.org/officeDocument/2006/relationships/image" Target="../media/image80.wmf"/><Relationship Id="rId7" Type="http://schemas.openxmlformats.org/officeDocument/2006/relationships/image" Target="../media/image82.wmf"/><Relationship Id="rId2" Type="http://schemas.openxmlformats.org/officeDocument/2006/relationships/oleObject" Target="../embeddings/oleObject6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35.bin"/><Relationship Id="rId5" Type="http://schemas.openxmlformats.org/officeDocument/2006/relationships/image" Target="../media/image81.wmf"/><Relationship Id="rId4" Type="http://schemas.openxmlformats.org/officeDocument/2006/relationships/oleObject" Target="../embeddings/oleObject634.bin"/><Relationship Id="rId9" Type="http://schemas.openxmlformats.org/officeDocument/2006/relationships/image" Target="../media/image83.wmf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0.bin"/><Relationship Id="rId13" Type="http://schemas.openxmlformats.org/officeDocument/2006/relationships/oleObject" Target="../embeddings/oleObject643.bin"/><Relationship Id="rId18" Type="http://schemas.openxmlformats.org/officeDocument/2006/relationships/image" Target="../media/image90.wmf"/><Relationship Id="rId3" Type="http://schemas.openxmlformats.org/officeDocument/2006/relationships/image" Target="../media/image38.wmf"/><Relationship Id="rId7" Type="http://schemas.openxmlformats.org/officeDocument/2006/relationships/image" Target="../media/image85.wmf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645.bin"/><Relationship Id="rId2" Type="http://schemas.openxmlformats.org/officeDocument/2006/relationships/oleObject" Target="../embeddings/oleObject637.bin"/><Relationship Id="rId16" Type="http://schemas.openxmlformats.org/officeDocument/2006/relationships/image" Target="../media/image8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39.bin"/><Relationship Id="rId11" Type="http://schemas.openxmlformats.org/officeDocument/2006/relationships/oleObject" Target="../embeddings/oleObject642.bin"/><Relationship Id="rId5" Type="http://schemas.openxmlformats.org/officeDocument/2006/relationships/image" Target="../media/image84.wmf"/><Relationship Id="rId15" Type="http://schemas.openxmlformats.org/officeDocument/2006/relationships/oleObject" Target="../embeddings/oleObject644.bin"/><Relationship Id="rId10" Type="http://schemas.openxmlformats.org/officeDocument/2006/relationships/image" Target="../media/image86.wmf"/><Relationship Id="rId4" Type="http://schemas.openxmlformats.org/officeDocument/2006/relationships/oleObject" Target="../embeddings/oleObject638.bin"/><Relationship Id="rId9" Type="http://schemas.openxmlformats.org/officeDocument/2006/relationships/oleObject" Target="../embeddings/oleObject641.bin"/><Relationship Id="rId14" Type="http://schemas.openxmlformats.org/officeDocument/2006/relationships/image" Target="../media/image88.wmf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oleObject" Target="../embeddings/oleObject646.bin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B18A021-7845-E218-30C7-8328AEFE0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145" y="1605065"/>
            <a:ext cx="10927572" cy="263947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Non-Deterministic Finite Automata (NFA)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24693244-8064-CBC4-79A3-34C08CF421BD}"/>
              </a:ext>
            </a:extLst>
          </p:cNvPr>
          <p:cNvSpPr txBox="1"/>
          <p:nvPr/>
        </p:nvSpPr>
        <p:spPr>
          <a:xfrm>
            <a:off x="4860086" y="6312309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Rowaida</a:t>
            </a:r>
            <a:r>
              <a:rPr lang="en-US" sz="2400" b="1" dirty="0"/>
              <a:t> AL-Amri 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A0842748-48A6-7631-2E2C-5CCBEF0E0E48}"/>
              </a:ext>
            </a:extLst>
          </p:cNvPr>
          <p:cNvSpPr txBox="1"/>
          <p:nvPr/>
        </p:nvSpPr>
        <p:spPr>
          <a:xfrm>
            <a:off x="2878282" y="4724424"/>
            <a:ext cx="6213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4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9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11B90E8-E301-4685-9144-A8771068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an NFA?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064D5EB-7B62-467B-B89A-76754F89E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315452"/>
            <a:ext cx="11514353" cy="513347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What is an NFA? </a:t>
            </a:r>
            <a:r>
              <a:rPr lang="ar-SA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type of finite automaton that, when reading a certain symbol, can: </a:t>
            </a:r>
          </a:p>
          <a:p>
            <a:pPr marL="449263" indent="-90488" algn="just">
              <a:lnSpc>
                <a:spcPct val="150000"/>
              </a:lnSpc>
            </a:pPr>
            <a:r>
              <a:rPr lang="ar-SA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to one state.</a:t>
            </a:r>
          </a:p>
          <a:p>
            <a:pPr marL="449263" indent="-90488" algn="just">
              <a:lnSpc>
                <a:spcPct val="150000"/>
              </a:lnSpc>
            </a:pPr>
            <a:r>
              <a:rPr lang="ar-SA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move to several states.</a:t>
            </a:r>
          </a:p>
          <a:p>
            <a:pPr marL="449263" indent="-90488" algn="just">
              <a:lnSpc>
                <a:spcPct val="150000"/>
              </a:lnSpc>
            </a:pPr>
            <a:r>
              <a:rPr lang="ar-SA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not move to any state.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called Non-Deterministic because the transition is not necessarily uniquely determined.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form:   M=(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Q,Σ,δ,q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the transition function in an NFA is:</a:t>
            </a:r>
            <a:r>
              <a:rPr lang="ar-SA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Power Set of the set of states Q.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is, the result of the transition can be a set of states rather than just one state.</a:t>
            </a:r>
            <a:endParaRPr lang="ar-SA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20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74AF-7FF0-7CA8-2962-5AA44930A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48EE24B-CB6F-801C-9D01-1A49A4F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a NFA work?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7AACA4E-7C05-1F7C-1B58-FA17F2C48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764632"/>
            <a:ext cx="11514353" cy="454573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reading an Input string, an NFA can theoretically follow several paths at the same time.</a:t>
            </a:r>
            <a:endParaRPr lang="en-US" sz="2800" dirty="0">
              <a:solidFill>
                <a:schemeClr val="tx1"/>
              </a:solidFill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string is accepted if there is at least one path that reaches an accepting state after consuming the entire string.</a:t>
            </a:r>
            <a:r>
              <a:rPr lang="ar-YE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ar-SA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855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5264D-5C62-4376-37F3-32DFC3227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C61ED59-7F2C-2D9A-075D-94CA2CBC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we use NFA?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3C11AF4-6C02-E5AC-BAAB-78CE4E62E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64632"/>
            <a:ext cx="12192000" cy="45457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we use NFA?</a:t>
            </a:r>
          </a:p>
          <a:p>
            <a:pPr marL="352425" indent="-90488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Ease of design:  For some languages, designing an NFA is much simpler than designing a DFA.</a:t>
            </a:r>
          </a:p>
          <a:p>
            <a:pPr marL="352425" indent="-90488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Suitable for Regular Expression: NFA is naturally used to convert a Regular Expression into an Automaton.</a:t>
            </a:r>
          </a:p>
          <a:p>
            <a:pPr marL="352425" indent="-90488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Building complex machines: Several NFAs can be combined easily.</a:t>
            </a:r>
          </a:p>
          <a:p>
            <a:pPr marL="352425" indent="-90488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Theoretical foundation: NFA is important for understanding:</a:t>
            </a:r>
          </a:p>
          <a:p>
            <a:pPr marL="352425" indent="-90488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Languages , Regular Expressions , DFA , ε-NFA and Automata Equivalence</a:t>
            </a:r>
            <a:endParaRPr lang="ar-SA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7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C7322C6-557A-3C74-8D49-1AF77ABE5A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9125" y="609600"/>
            <a:ext cx="8451850" cy="1143000"/>
          </a:xfrm>
        </p:spPr>
        <p:txBody>
          <a:bodyPr/>
          <a:lstStyle/>
          <a:p>
            <a:r>
              <a:rPr lang="en-US" altLang="en-US"/>
              <a:t>Nondeterministic finite accepters</a:t>
            </a: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73A20374-738C-55C4-6327-481948D37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133601"/>
            <a:ext cx="80010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en-US" sz="3200"/>
              <a:t>Actually, </a:t>
            </a:r>
            <a:r>
              <a:rPr lang="en-US" altLang="en-US" sz="3200" i="1"/>
              <a:t>any</a:t>
            </a:r>
            <a:r>
              <a:rPr lang="en-US" altLang="en-US" sz="3200"/>
              <a:t> nondeterministic FA can be turned into a deterministic FA.  That is why this class of automata is called Deterministic Finite Accepters.</a:t>
            </a:r>
          </a:p>
        </p:txBody>
      </p:sp>
    </p:spTree>
    <p:extLst>
      <p:ext uri="{BB962C8B-B14F-4D97-AF65-F5344CB8AC3E}">
        <p14:creationId xmlns:p14="http://schemas.microsoft.com/office/powerpoint/2010/main" val="354424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>
            <a:extLst>
              <a:ext uri="{FF2B5EF4-FFF2-40B4-BE49-F238E27FC236}">
                <a16:creationId xmlns:a16="http://schemas.microsoft.com/office/drawing/2014/main" id="{25B01EAE-A25B-08F0-5BA9-0A1097019F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9125" y="609600"/>
            <a:ext cx="8451850" cy="1143000"/>
          </a:xfrm>
        </p:spPr>
        <p:txBody>
          <a:bodyPr/>
          <a:lstStyle/>
          <a:p>
            <a:r>
              <a:rPr lang="en-US" altLang="en-US"/>
              <a:t>Deterministic finite accepters</a:t>
            </a:r>
          </a:p>
        </p:txBody>
      </p:sp>
      <p:sp>
        <p:nvSpPr>
          <p:cNvPr id="10243" name="Text Box 1027">
            <a:extLst>
              <a:ext uri="{FF2B5EF4-FFF2-40B4-BE49-F238E27FC236}">
                <a16:creationId xmlns:a16="http://schemas.microsoft.com/office/drawing/2014/main" id="{43299CB6-F829-28AE-C57D-65DFE9226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203450"/>
            <a:ext cx="5735638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 dirty="0">
                <a:sym typeface="Symbol" panose="05050102010706020507" pitchFamily="18" charset="2"/>
              </a:rPr>
              <a:t>L = {</a:t>
            </a:r>
            <a:r>
              <a:rPr lang="en-US" altLang="en-US" sz="2800" dirty="0" err="1">
                <a:sym typeface="Symbol" panose="05050102010706020507" pitchFamily="18" charset="2"/>
              </a:rPr>
              <a:t>a</a:t>
            </a:r>
            <a:r>
              <a:rPr lang="en-US" altLang="en-US" sz="2800" baseline="30000" dirty="0" err="1">
                <a:sym typeface="Symbol" panose="05050102010706020507" pitchFamily="18" charset="2"/>
              </a:rPr>
              <a:t>m</a:t>
            </a:r>
            <a:r>
              <a:rPr lang="en-US" altLang="en-US" sz="2800" dirty="0" err="1">
                <a:sym typeface="Symbol" panose="05050102010706020507" pitchFamily="18" charset="2"/>
              </a:rPr>
              <a:t>b</a:t>
            </a:r>
            <a:r>
              <a:rPr lang="en-US" altLang="en-US" sz="2800" baseline="30000" dirty="0" err="1">
                <a:sym typeface="Symbol" panose="05050102010706020507" pitchFamily="18" charset="2"/>
              </a:rPr>
              <a:t>n</a:t>
            </a:r>
            <a:r>
              <a:rPr lang="en-US" altLang="en-US" sz="2800" baseline="30000" dirty="0"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: m, n  0}</a:t>
            </a:r>
          </a:p>
          <a:p>
            <a:endParaRPr lang="en-US" altLang="en-US" sz="2800" dirty="0">
              <a:sym typeface="Symbol" panose="05050102010706020507" pitchFamily="18" charset="2"/>
            </a:endParaRPr>
          </a:p>
          <a:p>
            <a:r>
              <a:rPr lang="en-US" altLang="en-US" sz="2800" dirty="0">
                <a:sym typeface="Symbol" panose="05050102010706020507" pitchFamily="18" charset="2"/>
              </a:rPr>
              <a:t>Give a DFA that accepts  this language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64669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905AD95-D106-0479-FAAD-4C5004671D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8451850" cy="990600"/>
          </a:xfrm>
        </p:spPr>
        <p:txBody>
          <a:bodyPr/>
          <a:lstStyle/>
          <a:p>
            <a:r>
              <a:rPr lang="en-US" altLang="en-US">
                <a:solidFill>
                  <a:schemeClr val="tx1"/>
                </a:solidFill>
                <a:sym typeface="Symbol" panose="05050102010706020507" pitchFamily="18" charset="2"/>
              </a:rPr>
              <a:t>L = {a</a:t>
            </a:r>
            <a:r>
              <a:rPr lang="en-US" altLang="en-US" baseline="30000">
                <a:solidFill>
                  <a:schemeClr val="tx1"/>
                </a:solidFill>
                <a:sym typeface="Symbol" panose="05050102010706020507" pitchFamily="18" charset="2"/>
              </a:rPr>
              <a:t>m</a:t>
            </a:r>
            <a:r>
              <a:rPr lang="en-US" altLang="en-US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en-US" baseline="30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>
                <a:solidFill>
                  <a:schemeClr val="tx1"/>
                </a:solidFill>
                <a:sym typeface="Symbol" panose="05050102010706020507" pitchFamily="18" charset="2"/>
              </a:rPr>
              <a:t> : m, n  0}</a:t>
            </a: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499D969D-6254-3C51-EEA7-CB54EB6F3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371600"/>
            <a:ext cx="853440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>
                <a:sym typeface="Symbol" panose="05050102010706020507" pitchFamily="18" charset="2"/>
              </a:rPr>
              <a:t>What do we know about this language’s automaton?</a:t>
            </a:r>
          </a:p>
          <a:p>
            <a:pPr>
              <a:buFontTx/>
              <a:buChar char="•"/>
            </a:pPr>
            <a:r>
              <a:rPr lang="en-US" altLang="en-US" sz="2800">
                <a:sym typeface="Symbol" panose="05050102010706020507" pitchFamily="18" charset="2"/>
              </a:rPr>
              <a:t> Will it accept the empty string?  If so, how do we represent that?</a:t>
            </a:r>
          </a:p>
          <a:p>
            <a:pPr>
              <a:buFontTx/>
              <a:buChar char="•"/>
            </a:pPr>
            <a:r>
              <a:rPr lang="en-US" altLang="en-US" sz="2800">
                <a:sym typeface="Symbol" panose="05050102010706020507" pitchFamily="18" charset="2"/>
              </a:rPr>
              <a:t> Will it accept strings that begin with an </a:t>
            </a:r>
            <a:r>
              <a:rPr lang="en-US" altLang="en-US" sz="2800" i="1">
                <a:sym typeface="Symbol" panose="05050102010706020507" pitchFamily="18" charset="2"/>
              </a:rPr>
              <a:t>a</a:t>
            </a:r>
            <a:r>
              <a:rPr lang="en-US" altLang="en-US" sz="2800">
                <a:sym typeface="Symbol" panose="05050102010706020507" pitchFamily="18" charset="2"/>
              </a:rPr>
              <a:t>?</a:t>
            </a:r>
          </a:p>
          <a:p>
            <a:pPr>
              <a:buFontTx/>
              <a:buChar char="•"/>
            </a:pPr>
            <a:r>
              <a:rPr lang="en-US" altLang="en-US" sz="2800">
                <a:sym typeface="Symbol" panose="05050102010706020507" pitchFamily="18" charset="2"/>
              </a:rPr>
              <a:t> Having begun with an </a:t>
            </a:r>
            <a:r>
              <a:rPr lang="en-US" altLang="en-US" sz="2800" i="1">
                <a:sym typeface="Symbol" panose="05050102010706020507" pitchFamily="18" charset="2"/>
              </a:rPr>
              <a:t>a</a:t>
            </a:r>
            <a:r>
              <a:rPr lang="en-US" altLang="en-US" sz="2800">
                <a:sym typeface="Symbol" panose="05050102010706020507" pitchFamily="18" charset="2"/>
              </a:rPr>
              <a:t>, seeing indefinitely many more </a:t>
            </a:r>
            <a:r>
              <a:rPr lang="en-US" altLang="en-US" sz="2800" i="1">
                <a:sym typeface="Symbol" panose="05050102010706020507" pitchFamily="18" charset="2"/>
              </a:rPr>
              <a:t>a</a:t>
            </a:r>
            <a:r>
              <a:rPr lang="en-US" altLang="en-US" sz="2800">
                <a:sym typeface="Symbol" panose="05050102010706020507" pitchFamily="18" charset="2"/>
              </a:rPr>
              <a:t>’s are OK ; the automaton can loop here.</a:t>
            </a:r>
          </a:p>
          <a:p>
            <a:pPr>
              <a:buFontTx/>
              <a:buChar char="•"/>
            </a:pPr>
            <a:r>
              <a:rPr lang="en-US" altLang="en-US" sz="2800">
                <a:sym typeface="Symbol" panose="05050102010706020507" pitchFamily="18" charset="2"/>
              </a:rPr>
              <a:t> Will it accept strings that begin with a </a:t>
            </a:r>
            <a:r>
              <a:rPr lang="en-US" altLang="en-US" sz="2800" i="1">
                <a:sym typeface="Symbol" panose="05050102010706020507" pitchFamily="18" charset="2"/>
              </a:rPr>
              <a:t>b</a:t>
            </a:r>
            <a:r>
              <a:rPr lang="en-US" altLang="en-US" sz="2800">
                <a:sym typeface="Symbol" panose="05050102010706020507" pitchFamily="18" charset="2"/>
              </a:rPr>
              <a:t>?</a:t>
            </a:r>
          </a:p>
          <a:p>
            <a:pPr>
              <a:buFontTx/>
              <a:buChar char="•"/>
            </a:pPr>
            <a:r>
              <a:rPr lang="en-US" altLang="en-US" sz="2800">
                <a:sym typeface="Symbol" panose="05050102010706020507" pitchFamily="18" charset="2"/>
              </a:rPr>
              <a:t> Once it sees a </a:t>
            </a:r>
            <a:r>
              <a:rPr lang="en-US" altLang="en-US" sz="2800" i="1">
                <a:sym typeface="Symbol" panose="05050102010706020507" pitchFamily="18" charset="2"/>
              </a:rPr>
              <a:t>b</a:t>
            </a:r>
            <a:r>
              <a:rPr lang="en-US" altLang="en-US" sz="2800">
                <a:sym typeface="Symbol" panose="05050102010706020507" pitchFamily="18" charset="2"/>
              </a:rPr>
              <a:t>, the automaton now has to be on guard.</a:t>
            </a:r>
          </a:p>
          <a:p>
            <a:pPr>
              <a:buFontTx/>
              <a:buChar char="•"/>
            </a:pPr>
            <a:r>
              <a:rPr lang="en-US" altLang="en-US" sz="2800">
                <a:sym typeface="Symbol" panose="05050102010706020507" pitchFamily="18" charset="2"/>
              </a:rPr>
              <a:t> As long as it continues to see </a:t>
            </a:r>
            <a:r>
              <a:rPr lang="en-US" altLang="en-US" sz="2800" i="1">
                <a:sym typeface="Symbol" panose="05050102010706020507" pitchFamily="18" charset="2"/>
              </a:rPr>
              <a:t>b</a:t>
            </a:r>
            <a:r>
              <a:rPr lang="en-US" altLang="en-US" sz="2800">
                <a:sym typeface="Symbol" panose="05050102010706020507" pitchFamily="18" charset="2"/>
              </a:rPr>
              <a:t>’s , it’s OK; loop.</a:t>
            </a:r>
          </a:p>
          <a:p>
            <a:pPr>
              <a:buFontTx/>
              <a:buChar char="•"/>
            </a:pPr>
            <a:r>
              <a:rPr lang="en-US" altLang="en-US" sz="2800">
                <a:sym typeface="Symbol" panose="05050102010706020507" pitchFamily="18" charset="2"/>
              </a:rPr>
              <a:t> If the string ends here, accept.</a:t>
            </a:r>
          </a:p>
          <a:p>
            <a:pPr>
              <a:buFontTx/>
              <a:buChar char="•"/>
            </a:pPr>
            <a:r>
              <a:rPr lang="en-US" altLang="en-US" sz="2800">
                <a:sym typeface="Symbol" panose="05050102010706020507" pitchFamily="18" charset="2"/>
              </a:rPr>
              <a:t> If it sees an </a:t>
            </a:r>
            <a:r>
              <a:rPr lang="en-US" altLang="en-US" sz="2800" i="1">
                <a:sym typeface="Symbol" panose="05050102010706020507" pitchFamily="18" charset="2"/>
              </a:rPr>
              <a:t>a </a:t>
            </a:r>
            <a:r>
              <a:rPr lang="en-US" altLang="en-US" sz="2800">
                <a:sym typeface="Symbol" panose="05050102010706020507" pitchFamily="18" charset="2"/>
              </a:rPr>
              <a:t>after seeing a</a:t>
            </a:r>
            <a:r>
              <a:rPr lang="en-US" altLang="en-US" sz="2800" i="1">
                <a:sym typeface="Symbol" panose="05050102010706020507" pitchFamily="18" charset="2"/>
              </a:rPr>
              <a:t> b</a:t>
            </a:r>
            <a:r>
              <a:rPr lang="en-US" altLang="en-US" sz="2800">
                <a:sym typeface="Symbol" panose="05050102010706020507" pitchFamily="18" charset="2"/>
              </a:rPr>
              <a:t>, reject.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339051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E4B9815-FA83-868B-5975-599228D781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8451850" cy="1143000"/>
          </a:xfrm>
        </p:spPr>
        <p:txBody>
          <a:bodyPr/>
          <a:lstStyle/>
          <a:p>
            <a:r>
              <a:rPr lang="en-US" altLang="en-US">
                <a:solidFill>
                  <a:schemeClr val="tx1"/>
                </a:solidFill>
                <a:sym typeface="Symbol" panose="05050102010706020507" pitchFamily="18" charset="2"/>
              </a:rPr>
              <a:t>L = {a</a:t>
            </a:r>
            <a:r>
              <a:rPr lang="en-US" altLang="en-US" baseline="30000">
                <a:solidFill>
                  <a:schemeClr val="tx1"/>
                </a:solidFill>
                <a:sym typeface="Symbol" panose="05050102010706020507" pitchFamily="18" charset="2"/>
              </a:rPr>
              <a:t>m</a:t>
            </a:r>
            <a:r>
              <a:rPr lang="en-US" altLang="en-US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en-US" baseline="30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>
                <a:solidFill>
                  <a:schemeClr val="tx1"/>
                </a:solidFill>
                <a:sym typeface="Symbol" panose="05050102010706020507" pitchFamily="18" charset="2"/>
              </a:rPr>
              <a:t> : m, n  0}</a:t>
            </a:r>
          </a:p>
        </p:txBody>
      </p:sp>
      <p:sp>
        <p:nvSpPr>
          <p:cNvPr id="12291" name="Oval 4">
            <a:extLst>
              <a:ext uri="{FF2B5EF4-FFF2-40B4-BE49-F238E27FC236}">
                <a16:creationId xmlns:a16="http://schemas.microsoft.com/office/drawing/2014/main" id="{75343272-9C9D-0649-BAB8-8A6D9A016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057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2292" name="Oval 5">
            <a:extLst>
              <a:ext uri="{FF2B5EF4-FFF2-40B4-BE49-F238E27FC236}">
                <a16:creationId xmlns:a16="http://schemas.microsoft.com/office/drawing/2014/main" id="{14E0CE88-4E9A-E965-EE35-BD023547C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81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2293" name="Oval 7">
            <a:extLst>
              <a:ext uri="{FF2B5EF4-FFF2-40B4-BE49-F238E27FC236}">
                <a16:creationId xmlns:a16="http://schemas.microsoft.com/office/drawing/2014/main" id="{14E29C39-9C24-CD88-E47A-9D1D6DBA2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057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2294" name="Line 9">
            <a:extLst>
              <a:ext uri="{FF2B5EF4-FFF2-40B4-BE49-F238E27FC236}">
                <a16:creationId xmlns:a16="http://schemas.microsoft.com/office/drawing/2014/main" id="{F918F81D-C6A1-248E-6420-F202DE672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362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5" name="Oval 10">
            <a:extLst>
              <a:ext uri="{FF2B5EF4-FFF2-40B4-BE49-F238E27FC236}">
                <a16:creationId xmlns:a16="http://schemas.microsoft.com/office/drawing/2014/main" id="{734737FE-B6F8-FC59-9656-A68E2C674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057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2296" name="Text Box 11">
            <a:extLst>
              <a:ext uri="{FF2B5EF4-FFF2-40B4-BE49-F238E27FC236}">
                <a16:creationId xmlns:a16="http://schemas.microsoft.com/office/drawing/2014/main" id="{4B7D0605-7CA5-0B60-06F0-59AB80C40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133601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0</a:t>
            </a:r>
            <a:endParaRPr lang="en-US" altLang="en-US"/>
          </a:p>
        </p:txBody>
      </p:sp>
      <p:sp>
        <p:nvSpPr>
          <p:cNvPr id="12297" name="Freeform 12">
            <a:extLst>
              <a:ext uri="{FF2B5EF4-FFF2-40B4-BE49-F238E27FC236}">
                <a16:creationId xmlns:a16="http://schemas.microsoft.com/office/drawing/2014/main" id="{A25D9429-D209-6A3A-71C1-6B395930D6E7}"/>
              </a:ext>
            </a:extLst>
          </p:cNvPr>
          <p:cNvSpPr>
            <a:spLocks/>
          </p:cNvSpPr>
          <p:nvPr/>
        </p:nvSpPr>
        <p:spPr bwMode="auto">
          <a:xfrm>
            <a:off x="4267200" y="2514600"/>
            <a:ext cx="850900" cy="685800"/>
          </a:xfrm>
          <a:custGeom>
            <a:avLst/>
            <a:gdLst>
              <a:gd name="T0" fmla="*/ 2147483647 w 536"/>
              <a:gd name="T1" fmla="*/ 0 h 432"/>
              <a:gd name="T2" fmla="*/ 2147483647 w 536"/>
              <a:gd name="T3" fmla="*/ 2147483647 h 432"/>
              <a:gd name="T4" fmla="*/ 2147483647 w 536"/>
              <a:gd name="T5" fmla="*/ 2147483647 h 432"/>
              <a:gd name="T6" fmla="*/ 2147483647 w 536"/>
              <a:gd name="T7" fmla="*/ 2147483647 h 432"/>
              <a:gd name="T8" fmla="*/ 2147483647 w 536"/>
              <a:gd name="T9" fmla="*/ 2147483647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6"/>
              <a:gd name="T16" fmla="*/ 0 h 432"/>
              <a:gd name="T17" fmla="*/ 536 w 536"/>
              <a:gd name="T18" fmla="*/ 432 h 4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6" h="432">
                <a:moveTo>
                  <a:pt x="120" y="0"/>
                </a:moveTo>
                <a:cubicBezTo>
                  <a:pt x="60" y="108"/>
                  <a:pt x="0" y="216"/>
                  <a:pt x="24" y="288"/>
                </a:cubicBezTo>
                <a:cubicBezTo>
                  <a:pt x="48" y="360"/>
                  <a:pt x="184" y="432"/>
                  <a:pt x="264" y="432"/>
                </a:cubicBezTo>
                <a:cubicBezTo>
                  <a:pt x="344" y="432"/>
                  <a:pt x="472" y="352"/>
                  <a:pt x="504" y="288"/>
                </a:cubicBezTo>
                <a:cubicBezTo>
                  <a:pt x="536" y="224"/>
                  <a:pt x="496" y="136"/>
                  <a:pt x="45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8" name="Line 13">
            <a:extLst>
              <a:ext uri="{FF2B5EF4-FFF2-40B4-BE49-F238E27FC236}">
                <a16:creationId xmlns:a16="http://schemas.microsoft.com/office/drawing/2014/main" id="{8D287184-0994-2E10-2995-16D205A03DF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5146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9" name="Text Box 14">
            <a:extLst>
              <a:ext uri="{FF2B5EF4-FFF2-40B4-BE49-F238E27FC236}">
                <a16:creationId xmlns:a16="http://schemas.microsoft.com/office/drawing/2014/main" id="{75D00F96-28E4-D95B-0B98-8724D0856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981201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cs typeface="Times New Roman" panose="02020603050405020304" pitchFamily="18" charset="0"/>
              </a:rPr>
              <a:t>a</a:t>
            </a:r>
            <a:endParaRPr lang="el-GR" altLang="en-US">
              <a:cs typeface="Times New Roman" panose="02020603050405020304" pitchFamily="18" charset="0"/>
            </a:endParaRPr>
          </a:p>
        </p:txBody>
      </p:sp>
      <p:sp>
        <p:nvSpPr>
          <p:cNvPr id="12300" name="Text Box 15">
            <a:extLst>
              <a:ext uri="{FF2B5EF4-FFF2-40B4-BE49-F238E27FC236}">
                <a16:creationId xmlns:a16="http://schemas.microsoft.com/office/drawing/2014/main" id="{36608E12-CB37-6AA9-17EB-AC8763927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200401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a</a:t>
            </a:r>
          </a:p>
        </p:txBody>
      </p:sp>
      <p:sp>
        <p:nvSpPr>
          <p:cNvPr id="12301" name="Text Box 17">
            <a:extLst>
              <a:ext uri="{FF2B5EF4-FFF2-40B4-BE49-F238E27FC236}">
                <a16:creationId xmlns:a16="http://schemas.microsoft.com/office/drawing/2014/main" id="{94F5CF66-B627-C38D-E6F2-41EA5287A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133601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1</a:t>
            </a:r>
            <a:endParaRPr lang="en-US" altLang="en-US"/>
          </a:p>
        </p:txBody>
      </p:sp>
      <p:sp>
        <p:nvSpPr>
          <p:cNvPr id="12302" name="Line 18">
            <a:extLst>
              <a:ext uri="{FF2B5EF4-FFF2-40B4-BE49-F238E27FC236}">
                <a16:creationId xmlns:a16="http://schemas.microsoft.com/office/drawing/2014/main" id="{EB8AB077-FB3F-0BC9-0E4A-4C1EFDE53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667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3" name="Oval 20">
            <a:extLst>
              <a:ext uri="{FF2B5EF4-FFF2-40B4-BE49-F238E27FC236}">
                <a16:creationId xmlns:a16="http://schemas.microsoft.com/office/drawing/2014/main" id="{9382CE8A-B2D6-2B6D-4119-51603B81C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2304" name="Line 21">
            <a:extLst>
              <a:ext uri="{FF2B5EF4-FFF2-40B4-BE49-F238E27FC236}">
                <a16:creationId xmlns:a16="http://schemas.microsoft.com/office/drawing/2014/main" id="{3C1DD046-C876-14D1-6252-FCFBC0E11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362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5" name="Oval 22">
            <a:extLst>
              <a:ext uri="{FF2B5EF4-FFF2-40B4-BE49-F238E27FC236}">
                <a16:creationId xmlns:a16="http://schemas.microsoft.com/office/drawing/2014/main" id="{71699E84-2E47-C1B3-FE01-7A14843CB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057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2306" name="Text Box 23">
            <a:extLst>
              <a:ext uri="{FF2B5EF4-FFF2-40B4-BE49-F238E27FC236}">
                <a16:creationId xmlns:a16="http://schemas.microsoft.com/office/drawing/2014/main" id="{EFDC6A22-8F73-C1B1-DB45-576B0FA61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133601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2</a:t>
            </a:r>
            <a:endParaRPr lang="en-US" altLang="en-US"/>
          </a:p>
        </p:txBody>
      </p:sp>
      <p:sp>
        <p:nvSpPr>
          <p:cNvPr id="12307" name="Text Box 24">
            <a:extLst>
              <a:ext uri="{FF2B5EF4-FFF2-40B4-BE49-F238E27FC236}">
                <a16:creationId xmlns:a16="http://schemas.microsoft.com/office/drawing/2014/main" id="{CA36452E-C67A-4F44-E4E8-091594B1A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981201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b</a:t>
            </a:r>
          </a:p>
        </p:txBody>
      </p:sp>
      <p:sp>
        <p:nvSpPr>
          <p:cNvPr id="12308" name="Freeform 25">
            <a:extLst>
              <a:ext uri="{FF2B5EF4-FFF2-40B4-BE49-F238E27FC236}">
                <a16:creationId xmlns:a16="http://schemas.microsoft.com/office/drawing/2014/main" id="{8FC3A4E8-248C-20C4-BFA0-086C335325DA}"/>
              </a:ext>
            </a:extLst>
          </p:cNvPr>
          <p:cNvSpPr>
            <a:spLocks/>
          </p:cNvSpPr>
          <p:nvPr/>
        </p:nvSpPr>
        <p:spPr bwMode="auto">
          <a:xfrm>
            <a:off x="5715000" y="2590800"/>
            <a:ext cx="850900" cy="685800"/>
          </a:xfrm>
          <a:custGeom>
            <a:avLst/>
            <a:gdLst>
              <a:gd name="T0" fmla="*/ 2147483647 w 536"/>
              <a:gd name="T1" fmla="*/ 0 h 432"/>
              <a:gd name="T2" fmla="*/ 2147483647 w 536"/>
              <a:gd name="T3" fmla="*/ 2147483647 h 432"/>
              <a:gd name="T4" fmla="*/ 2147483647 w 536"/>
              <a:gd name="T5" fmla="*/ 2147483647 h 432"/>
              <a:gd name="T6" fmla="*/ 2147483647 w 536"/>
              <a:gd name="T7" fmla="*/ 2147483647 h 432"/>
              <a:gd name="T8" fmla="*/ 2147483647 w 536"/>
              <a:gd name="T9" fmla="*/ 2147483647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6"/>
              <a:gd name="T16" fmla="*/ 0 h 432"/>
              <a:gd name="T17" fmla="*/ 536 w 536"/>
              <a:gd name="T18" fmla="*/ 432 h 4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6" h="432">
                <a:moveTo>
                  <a:pt x="120" y="0"/>
                </a:moveTo>
                <a:cubicBezTo>
                  <a:pt x="60" y="108"/>
                  <a:pt x="0" y="216"/>
                  <a:pt x="24" y="288"/>
                </a:cubicBezTo>
                <a:cubicBezTo>
                  <a:pt x="48" y="360"/>
                  <a:pt x="184" y="432"/>
                  <a:pt x="264" y="432"/>
                </a:cubicBezTo>
                <a:cubicBezTo>
                  <a:pt x="344" y="432"/>
                  <a:pt x="472" y="352"/>
                  <a:pt x="504" y="288"/>
                </a:cubicBezTo>
                <a:cubicBezTo>
                  <a:pt x="536" y="224"/>
                  <a:pt x="496" y="136"/>
                  <a:pt x="45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9" name="Line 26">
            <a:extLst>
              <a:ext uri="{FF2B5EF4-FFF2-40B4-BE49-F238E27FC236}">
                <a16:creationId xmlns:a16="http://schemas.microsoft.com/office/drawing/2014/main" id="{CC41F5F8-9A43-8132-DE44-85C4F5B0A1D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00800" y="25908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0" name="Text Box 27">
            <a:extLst>
              <a:ext uri="{FF2B5EF4-FFF2-40B4-BE49-F238E27FC236}">
                <a16:creationId xmlns:a16="http://schemas.microsoft.com/office/drawing/2014/main" id="{37EAA809-7814-58C6-FD46-E5562A252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200401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b</a:t>
            </a:r>
          </a:p>
        </p:txBody>
      </p:sp>
      <p:sp>
        <p:nvSpPr>
          <p:cNvPr id="12311" name="Line 29">
            <a:extLst>
              <a:ext uri="{FF2B5EF4-FFF2-40B4-BE49-F238E27FC236}">
                <a16:creationId xmlns:a16="http://schemas.microsoft.com/office/drawing/2014/main" id="{383F6677-AF81-D93D-0682-CAA61258FF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362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2" name="Text Box 30">
            <a:extLst>
              <a:ext uri="{FF2B5EF4-FFF2-40B4-BE49-F238E27FC236}">
                <a16:creationId xmlns:a16="http://schemas.microsoft.com/office/drawing/2014/main" id="{4716D83A-E060-9509-498D-17C7AFBBE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981201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a</a:t>
            </a:r>
          </a:p>
        </p:txBody>
      </p:sp>
      <p:sp>
        <p:nvSpPr>
          <p:cNvPr id="12313" name="Text Box 31">
            <a:extLst>
              <a:ext uri="{FF2B5EF4-FFF2-40B4-BE49-F238E27FC236}">
                <a16:creationId xmlns:a16="http://schemas.microsoft.com/office/drawing/2014/main" id="{C5CD8F60-87BC-22A3-931E-75C25E15E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819401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b</a:t>
            </a:r>
          </a:p>
        </p:txBody>
      </p:sp>
      <p:sp>
        <p:nvSpPr>
          <p:cNvPr id="12314" name="Text Box 32">
            <a:extLst>
              <a:ext uri="{FF2B5EF4-FFF2-40B4-BE49-F238E27FC236}">
                <a16:creationId xmlns:a16="http://schemas.microsoft.com/office/drawing/2014/main" id="{979EEBDC-5B21-425D-00A9-36475144D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343400"/>
            <a:ext cx="82296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Does this automaton correspond to (represent, accept) the above language?</a:t>
            </a:r>
          </a:p>
          <a:p>
            <a:pPr>
              <a:spcBef>
                <a:spcPct val="50000"/>
              </a:spcBef>
            </a:pPr>
            <a:r>
              <a:rPr lang="en-US" altLang="en-US" sz="2400"/>
              <a:t>(</a:t>
            </a:r>
            <a:r>
              <a:rPr lang="en-US" altLang="en-US" sz="2400">
                <a:solidFill>
                  <a:srgbClr val="FF0000"/>
                </a:solidFill>
              </a:rPr>
              <a:t>Be careful!</a:t>
            </a:r>
            <a:r>
              <a:rPr lang="en-US" altLang="en-US" sz="2400"/>
              <a:t>)</a:t>
            </a:r>
          </a:p>
        </p:txBody>
      </p:sp>
      <p:sp>
        <p:nvSpPr>
          <p:cNvPr id="12315" name="Oval 33">
            <a:extLst>
              <a:ext uri="{FF2B5EF4-FFF2-40B4-BE49-F238E27FC236}">
                <a16:creationId xmlns:a16="http://schemas.microsoft.com/office/drawing/2014/main" id="{7ADC3F8C-FB03-6005-E9C5-AE71989B0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981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2316" name="Text Box 34">
            <a:extLst>
              <a:ext uri="{FF2B5EF4-FFF2-40B4-BE49-F238E27FC236}">
                <a16:creationId xmlns:a16="http://schemas.microsoft.com/office/drawing/2014/main" id="{67F32527-91B4-DB9D-D09B-9E186853F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133601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3</a:t>
            </a:r>
          </a:p>
        </p:txBody>
      </p:sp>
      <p:sp>
        <p:nvSpPr>
          <p:cNvPr id="12317" name="Text Box 35">
            <a:extLst>
              <a:ext uri="{FF2B5EF4-FFF2-40B4-BE49-F238E27FC236}">
                <a16:creationId xmlns:a16="http://schemas.microsoft.com/office/drawing/2014/main" id="{C4AD4E24-9785-FA00-4FBF-92D906BD4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657601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4</a:t>
            </a:r>
            <a:endParaRPr lang="en-US" altLang="en-US"/>
          </a:p>
        </p:txBody>
      </p:sp>
      <p:sp>
        <p:nvSpPr>
          <p:cNvPr id="12318" name="Line 36">
            <a:extLst>
              <a:ext uri="{FF2B5EF4-FFF2-40B4-BE49-F238E27FC236}">
                <a16:creationId xmlns:a16="http://schemas.microsoft.com/office/drawing/2014/main" id="{154927D7-35B6-25C2-FB3C-5709D8B039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362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91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432C95F-EC1A-B658-9A17-DA161E98F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8451850" cy="1143000"/>
          </a:xfrm>
        </p:spPr>
        <p:txBody>
          <a:bodyPr/>
          <a:lstStyle/>
          <a:p>
            <a:r>
              <a:rPr lang="en-US" altLang="en-US">
                <a:solidFill>
                  <a:schemeClr val="tx1"/>
                </a:solidFill>
                <a:sym typeface="Symbol" panose="05050102010706020507" pitchFamily="18" charset="2"/>
              </a:rPr>
              <a:t>L = {a</a:t>
            </a:r>
            <a:r>
              <a:rPr lang="en-US" altLang="en-US" baseline="30000">
                <a:solidFill>
                  <a:schemeClr val="tx1"/>
                </a:solidFill>
                <a:sym typeface="Symbol" panose="05050102010706020507" pitchFamily="18" charset="2"/>
              </a:rPr>
              <a:t>m</a:t>
            </a:r>
            <a:r>
              <a:rPr lang="en-US" altLang="en-US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en-US" baseline="30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>
                <a:solidFill>
                  <a:schemeClr val="tx1"/>
                </a:solidFill>
                <a:sym typeface="Symbol" panose="05050102010706020507" pitchFamily="18" charset="2"/>
              </a:rPr>
              <a:t> : m, n  0}</a:t>
            </a:r>
          </a:p>
        </p:txBody>
      </p:sp>
      <p:sp>
        <p:nvSpPr>
          <p:cNvPr id="13315" name="Oval 3">
            <a:extLst>
              <a:ext uri="{FF2B5EF4-FFF2-40B4-BE49-F238E27FC236}">
                <a16:creationId xmlns:a16="http://schemas.microsoft.com/office/drawing/2014/main" id="{974EA429-F671-5D3E-CDAF-A34C692F6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057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3316" name="Oval 4">
            <a:extLst>
              <a:ext uri="{FF2B5EF4-FFF2-40B4-BE49-F238E27FC236}">
                <a16:creationId xmlns:a16="http://schemas.microsoft.com/office/drawing/2014/main" id="{D667175B-24D6-0462-6846-E9B08E1F5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81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3317" name="Oval 5">
            <a:extLst>
              <a:ext uri="{FF2B5EF4-FFF2-40B4-BE49-F238E27FC236}">
                <a16:creationId xmlns:a16="http://schemas.microsoft.com/office/drawing/2014/main" id="{A35B6101-AC12-916B-BB68-236A2D536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057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3318" name="Line 6">
            <a:extLst>
              <a:ext uri="{FF2B5EF4-FFF2-40B4-BE49-F238E27FC236}">
                <a16:creationId xmlns:a16="http://schemas.microsoft.com/office/drawing/2014/main" id="{EA74515D-954B-3272-AF54-F796DC71FA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362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9" name="Text Box 8">
            <a:extLst>
              <a:ext uri="{FF2B5EF4-FFF2-40B4-BE49-F238E27FC236}">
                <a16:creationId xmlns:a16="http://schemas.microsoft.com/office/drawing/2014/main" id="{6D748202-06AE-137B-0412-9D517E214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133601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0</a:t>
            </a:r>
            <a:endParaRPr lang="en-US" altLang="en-US"/>
          </a:p>
        </p:txBody>
      </p:sp>
      <p:sp>
        <p:nvSpPr>
          <p:cNvPr id="13320" name="Freeform 9">
            <a:extLst>
              <a:ext uri="{FF2B5EF4-FFF2-40B4-BE49-F238E27FC236}">
                <a16:creationId xmlns:a16="http://schemas.microsoft.com/office/drawing/2014/main" id="{D9EA6215-CC3A-92D6-C2BD-8FD1EA434BCB}"/>
              </a:ext>
            </a:extLst>
          </p:cNvPr>
          <p:cNvSpPr>
            <a:spLocks/>
          </p:cNvSpPr>
          <p:nvPr/>
        </p:nvSpPr>
        <p:spPr bwMode="auto">
          <a:xfrm rot="10442080">
            <a:off x="2743200" y="1371600"/>
            <a:ext cx="850900" cy="685800"/>
          </a:xfrm>
          <a:custGeom>
            <a:avLst/>
            <a:gdLst>
              <a:gd name="T0" fmla="*/ 2147483647 w 536"/>
              <a:gd name="T1" fmla="*/ 0 h 432"/>
              <a:gd name="T2" fmla="*/ 2147483647 w 536"/>
              <a:gd name="T3" fmla="*/ 2147483647 h 432"/>
              <a:gd name="T4" fmla="*/ 2147483647 w 536"/>
              <a:gd name="T5" fmla="*/ 2147483647 h 432"/>
              <a:gd name="T6" fmla="*/ 2147483647 w 536"/>
              <a:gd name="T7" fmla="*/ 2147483647 h 432"/>
              <a:gd name="T8" fmla="*/ 2147483647 w 536"/>
              <a:gd name="T9" fmla="*/ 2147483647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6"/>
              <a:gd name="T16" fmla="*/ 0 h 432"/>
              <a:gd name="T17" fmla="*/ 536 w 536"/>
              <a:gd name="T18" fmla="*/ 432 h 4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6" h="432">
                <a:moveTo>
                  <a:pt x="120" y="0"/>
                </a:moveTo>
                <a:cubicBezTo>
                  <a:pt x="60" y="108"/>
                  <a:pt x="0" y="216"/>
                  <a:pt x="24" y="288"/>
                </a:cubicBezTo>
                <a:cubicBezTo>
                  <a:pt x="48" y="360"/>
                  <a:pt x="184" y="432"/>
                  <a:pt x="264" y="432"/>
                </a:cubicBezTo>
                <a:cubicBezTo>
                  <a:pt x="344" y="432"/>
                  <a:pt x="472" y="352"/>
                  <a:pt x="504" y="288"/>
                </a:cubicBezTo>
                <a:cubicBezTo>
                  <a:pt x="536" y="224"/>
                  <a:pt x="496" y="136"/>
                  <a:pt x="45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1" name="Text Box 11">
            <a:extLst>
              <a:ext uri="{FF2B5EF4-FFF2-40B4-BE49-F238E27FC236}">
                <a16:creationId xmlns:a16="http://schemas.microsoft.com/office/drawing/2014/main" id="{120B78C5-6499-99B0-68B1-F98A20E85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143001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cs typeface="Times New Roman" panose="02020603050405020304" pitchFamily="18" charset="0"/>
              </a:rPr>
              <a:t>a</a:t>
            </a:r>
            <a:endParaRPr lang="el-GR" altLang="en-US">
              <a:cs typeface="Times New Roman" panose="02020603050405020304" pitchFamily="18" charset="0"/>
            </a:endParaRPr>
          </a:p>
        </p:txBody>
      </p:sp>
      <p:sp>
        <p:nvSpPr>
          <p:cNvPr id="13322" name="Oval 17">
            <a:extLst>
              <a:ext uri="{FF2B5EF4-FFF2-40B4-BE49-F238E27FC236}">
                <a16:creationId xmlns:a16="http://schemas.microsoft.com/office/drawing/2014/main" id="{42299E5F-62A5-5AB7-0342-C45C3C00A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057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3323" name="Text Box 18">
            <a:extLst>
              <a:ext uri="{FF2B5EF4-FFF2-40B4-BE49-F238E27FC236}">
                <a16:creationId xmlns:a16="http://schemas.microsoft.com/office/drawing/2014/main" id="{CE0E2C15-B2DC-68D6-EC7F-48DED5FB7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133601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1</a:t>
            </a:r>
          </a:p>
        </p:txBody>
      </p:sp>
      <p:sp>
        <p:nvSpPr>
          <p:cNvPr id="13324" name="Freeform 20">
            <a:extLst>
              <a:ext uri="{FF2B5EF4-FFF2-40B4-BE49-F238E27FC236}">
                <a16:creationId xmlns:a16="http://schemas.microsoft.com/office/drawing/2014/main" id="{E419CBF0-2F01-1916-E85A-657B3E577D49}"/>
              </a:ext>
            </a:extLst>
          </p:cNvPr>
          <p:cNvSpPr>
            <a:spLocks/>
          </p:cNvSpPr>
          <p:nvPr/>
        </p:nvSpPr>
        <p:spPr bwMode="auto">
          <a:xfrm>
            <a:off x="4419600" y="2590800"/>
            <a:ext cx="850900" cy="685800"/>
          </a:xfrm>
          <a:custGeom>
            <a:avLst/>
            <a:gdLst>
              <a:gd name="T0" fmla="*/ 2147483647 w 536"/>
              <a:gd name="T1" fmla="*/ 0 h 432"/>
              <a:gd name="T2" fmla="*/ 2147483647 w 536"/>
              <a:gd name="T3" fmla="*/ 2147483647 h 432"/>
              <a:gd name="T4" fmla="*/ 2147483647 w 536"/>
              <a:gd name="T5" fmla="*/ 2147483647 h 432"/>
              <a:gd name="T6" fmla="*/ 2147483647 w 536"/>
              <a:gd name="T7" fmla="*/ 2147483647 h 432"/>
              <a:gd name="T8" fmla="*/ 2147483647 w 536"/>
              <a:gd name="T9" fmla="*/ 2147483647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6"/>
              <a:gd name="T16" fmla="*/ 0 h 432"/>
              <a:gd name="T17" fmla="*/ 536 w 536"/>
              <a:gd name="T18" fmla="*/ 432 h 4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6" h="432">
                <a:moveTo>
                  <a:pt x="120" y="0"/>
                </a:moveTo>
                <a:cubicBezTo>
                  <a:pt x="60" y="108"/>
                  <a:pt x="0" y="216"/>
                  <a:pt x="24" y="288"/>
                </a:cubicBezTo>
                <a:cubicBezTo>
                  <a:pt x="48" y="360"/>
                  <a:pt x="184" y="432"/>
                  <a:pt x="264" y="432"/>
                </a:cubicBezTo>
                <a:cubicBezTo>
                  <a:pt x="344" y="432"/>
                  <a:pt x="472" y="352"/>
                  <a:pt x="504" y="288"/>
                </a:cubicBezTo>
                <a:cubicBezTo>
                  <a:pt x="536" y="224"/>
                  <a:pt x="496" y="136"/>
                  <a:pt x="45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Line 21">
            <a:extLst>
              <a:ext uri="{FF2B5EF4-FFF2-40B4-BE49-F238E27FC236}">
                <a16:creationId xmlns:a16="http://schemas.microsoft.com/office/drawing/2014/main" id="{3A1CEB9A-E7C8-565A-EF1D-1FE338D9E81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25908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6" name="Text Box 22">
            <a:extLst>
              <a:ext uri="{FF2B5EF4-FFF2-40B4-BE49-F238E27FC236}">
                <a16:creationId xmlns:a16="http://schemas.microsoft.com/office/drawing/2014/main" id="{B076604E-3A91-40C7-F1BD-E7A803AAA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200401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b</a:t>
            </a:r>
          </a:p>
        </p:txBody>
      </p:sp>
      <p:sp>
        <p:nvSpPr>
          <p:cNvPr id="13327" name="Line 23">
            <a:extLst>
              <a:ext uri="{FF2B5EF4-FFF2-40B4-BE49-F238E27FC236}">
                <a16:creationId xmlns:a16="http://schemas.microsoft.com/office/drawing/2014/main" id="{7AE421DB-FE0B-2375-DC41-096236522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3622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8" name="Text Box 24">
            <a:extLst>
              <a:ext uri="{FF2B5EF4-FFF2-40B4-BE49-F238E27FC236}">
                <a16:creationId xmlns:a16="http://schemas.microsoft.com/office/drawing/2014/main" id="{DD01CB6D-FAFB-5DFF-BE65-31727CCB7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981201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a</a:t>
            </a:r>
          </a:p>
        </p:txBody>
      </p:sp>
      <p:sp>
        <p:nvSpPr>
          <p:cNvPr id="13329" name="Text Box 25">
            <a:extLst>
              <a:ext uri="{FF2B5EF4-FFF2-40B4-BE49-F238E27FC236}">
                <a16:creationId xmlns:a16="http://schemas.microsoft.com/office/drawing/2014/main" id="{BC25A7BD-7579-EB4A-F809-B9B825E34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981201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b</a:t>
            </a:r>
          </a:p>
        </p:txBody>
      </p:sp>
      <p:sp>
        <p:nvSpPr>
          <p:cNvPr id="13330" name="Text Box 26">
            <a:extLst>
              <a:ext uri="{FF2B5EF4-FFF2-40B4-BE49-F238E27FC236}">
                <a16:creationId xmlns:a16="http://schemas.microsoft.com/office/drawing/2014/main" id="{B111B6B2-E286-EF6E-0C9F-61B0C4CA7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343401"/>
            <a:ext cx="82296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Does this automaton correspond to (represent, accept) the above language?  Is it deterministic?</a:t>
            </a:r>
          </a:p>
          <a:p>
            <a:pPr>
              <a:spcBef>
                <a:spcPct val="50000"/>
              </a:spcBef>
            </a:pPr>
            <a:endParaRPr lang="en-US" altLang="en-US" sz="2400"/>
          </a:p>
        </p:txBody>
      </p:sp>
      <p:sp>
        <p:nvSpPr>
          <p:cNvPr id="13331" name="Oval 27">
            <a:extLst>
              <a:ext uri="{FF2B5EF4-FFF2-40B4-BE49-F238E27FC236}">
                <a16:creationId xmlns:a16="http://schemas.microsoft.com/office/drawing/2014/main" id="{45C6D9B0-DF8A-4F37-1385-7E22AF2BB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981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3332" name="Text Box 28">
            <a:extLst>
              <a:ext uri="{FF2B5EF4-FFF2-40B4-BE49-F238E27FC236}">
                <a16:creationId xmlns:a16="http://schemas.microsoft.com/office/drawing/2014/main" id="{6F5F1614-1CFA-749E-6DF4-8BA7E7D63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133601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2</a:t>
            </a:r>
          </a:p>
        </p:txBody>
      </p:sp>
      <p:sp>
        <p:nvSpPr>
          <p:cNvPr id="13333" name="Line 29">
            <a:extLst>
              <a:ext uri="{FF2B5EF4-FFF2-40B4-BE49-F238E27FC236}">
                <a16:creationId xmlns:a16="http://schemas.microsoft.com/office/drawing/2014/main" id="{AA904BBF-5CDA-FD78-E18D-C1C1006633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20574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4" name="Freeform 31">
            <a:extLst>
              <a:ext uri="{FF2B5EF4-FFF2-40B4-BE49-F238E27FC236}">
                <a16:creationId xmlns:a16="http://schemas.microsoft.com/office/drawing/2014/main" id="{41AB5D2F-BBC5-3AD3-2357-58245A8229BD}"/>
              </a:ext>
            </a:extLst>
          </p:cNvPr>
          <p:cNvSpPr>
            <a:spLocks/>
          </p:cNvSpPr>
          <p:nvPr/>
        </p:nvSpPr>
        <p:spPr bwMode="auto">
          <a:xfrm>
            <a:off x="6400800" y="2514600"/>
            <a:ext cx="850900" cy="685800"/>
          </a:xfrm>
          <a:custGeom>
            <a:avLst/>
            <a:gdLst>
              <a:gd name="T0" fmla="*/ 2147483647 w 536"/>
              <a:gd name="T1" fmla="*/ 0 h 432"/>
              <a:gd name="T2" fmla="*/ 2147483647 w 536"/>
              <a:gd name="T3" fmla="*/ 2147483647 h 432"/>
              <a:gd name="T4" fmla="*/ 2147483647 w 536"/>
              <a:gd name="T5" fmla="*/ 2147483647 h 432"/>
              <a:gd name="T6" fmla="*/ 2147483647 w 536"/>
              <a:gd name="T7" fmla="*/ 2147483647 h 432"/>
              <a:gd name="T8" fmla="*/ 2147483647 w 536"/>
              <a:gd name="T9" fmla="*/ 2147483647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6"/>
              <a:gd name="T16" fmla="*/ 0 h 432"/>
              <a:gd name="T17" fmla="*/ 536 w 536"/>
              <a:gd name="T18" fmla="*/ 432 h 4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6" h="432">
                <a:moveTo>
                  <a:pt x="120" y="0"/>
                </a:moveTo>
                <a:cubicBezTo>
                  <a:pt x="60" y="108"/>
                  <a:pt x="0" y="216"/>
                  <a:pt x="24" y="288"/>
                </a:cubicBezTo>
                <a:cubicBezTo>
                  <a:pt x="48" y="360"/>
                  <a:pt x="184" y="432"/>
                  <a:pt x="264" y="432"/>
                </a:cubicBezTo>
                <a:cubicBezTo>
                  <a:pt x="344" y="432"/>
                  <a:pt x="472" y="352"/>
                  <a:pt x="504" y="288"/>
                </a:cubicBezTo>
                <a:cubicBezTo>
                  <a:pt x="536" y="224"/>
                  <a:pt x="496" y="136"/>
                  <a:pt x="45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5" name="Line 33">
            <a:extLst>
              <a:ext uri="{FF2B5EF4-FFF2-40B4-BE49-F238E27FC236}">
                <a16:creationId xmlns:a16="http://schemas.microsoft.com/office/drawing/2014/main" id="{E18C0D83-3747-45C7-FC9A-DAFF8120D04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10400" y="2514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6" name="Text Box 34">
            <a:extLst>
              <a:ext uri="{FF2B5EF4-FFF2-40B4-BE49-F238E27FC236}">
                <a16:creationId xmlns:a16="http://schemas.microsoft.com/office/drawing/2014/main" id="{49D9F1E1-2001-B4DD-DF35-DBA65D4A7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200401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a,b</a:t>
            </a:r>
          </a:p>
        </p:txBody>
      </p:sp>
      <p:sp>
        <p:nvSpPr>
          <p:cNvPr id="13337" name="Line 35">
            <a:extLst>
              <a:ext uri="{FF2B5EF4-FFF2-40B4-BE49-F238E27FC236}">
                <a16:creationId xmlns:a16="http://schemas.microsoft.com/office/drawing/2014/main" id="{1044AD39-6230-09DC-DF82-C29B58A54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362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19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Oval 2">
            <a:extLst>
              <a:ext uri="{FF2B5EF4-FFF2-40B4-BE49-F238E27FC236}">
                <a16:creationId xmlns:a16="http://schemas.microsoft.com/office/drawing/2014/main" id="{290A698C-6CBD-B750-60B0-1B7412FD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148" name="Oval 3">
            <a:extLst>
              <a:ext uri="{FF2B5EF4-FFF2-40B4-BE49-F238E27FC236}">
                <a16:creationId xmlns:a16="http://schemas.microsoft.com/office/drawing/2014/main" id="{1D987183-5082-3898-5E99-C71756F28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149" name="Oval 4">
            <a:extLst>
              <a:ext uri="{FF2B5EF4-FFF2-40B4-BE49-F238E27FC236}">
                <a16:creationId xmlns:a16="http://schemas.microsoft.com/office/drawing/2014/main" id="{C94FA09D-9E7E-284B-8429-AE241BE7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150" name="Line 5">
            <a:extLst>
              <a:ext uri="{FF2B5EF4-FFF2-40B4-BE49-F238E27FC236}">
                <a16:creationId xmlns:a16="http://schemas.microsoft.com/office/drawing/2014/main" id="{6F177021-2928-C24C-1439-86791B247D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1" name="Line 6">
            <a:extLst>
              <a:ext uri="{FF2B5EF4-FFF2-40B4-BE49-F238E27FC236}">
                <a16:creationId xmlns:a16="http://schemas.microsoft.com/office/drawing/2014/main" id="{AFBE7447-9440-77AE-6CF9-37E3D7EDA8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2" name="Line 7">
            <a:extLst>
              <a:ext uri="{FF2B5EF4-FFF2-40B4-BE49-F238E27FC236}">
                <a16:creationId xmlns:a16="http://schemas.microsoft.com/office/drawing/2014/main" id="{85DEC62C-54D2-7917-9763-B22A2742F8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3" name="Oval 8">
            <a:extLst>
              <a:ext uri="{FF2B5EF4-FFF2-40B4-BE49-F238E27FC236}">
                <a16:creationId xmlns:a16="http://schemas.microsoft.com/office/drawing/2014/main" id="{8AA60D4F-3890-A743-2040-FDB9D59FF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154" name="Line 9">
            <a:extLst>
              <a:ext uri="{FF2B5EF4-FFF2-40B4-BE49-F238E27FC236}">
                <a16:creationId xmlns:a16="http://schemas.microsoft.com/office/drawing/2014/main" id="{26FC6ACF-AE54-6F9A-22E4-557BA4222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6155" name="Object 10">
            <a:extLst>
              <a:ext uri="{FF2B5EF4-FFF2-40B4-BE49-F238E27FC236}">
                <a16:creationId xmlns:a16="http://schemas.microsoft.com/office/drawing/2014/main" id="{7C61866F-1879-1582-06E8-5FDB81988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224" imgH="571252" progId="Equation.3">
                  <p:embed/>
                </p:oleObj>
              </mc:Choice>
              <mc:Fallback>
                <p:oleObj name="Equation" r:id="rId2" imgW="406224" imgH="571252" progId="Equation.3">
                  <p:embed/>
                  <p:pic>
                    <p:nvPicPr>
                      <p:cNvPr id="6155" name="Object 10">
                        <a:extLst>
                          <a:ext uri="{FF2B5EF4-FFF2-40B4-BE49-F238E27FC236}">
                            <a16:creationId xmlns:a16="http://schemas.microsoft.com/office/drawing/2014/main" id="{7C61866F-1879-1582-06E8-5FDB819883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Oval 11">
            <a:extLst>
              <a:ext uri="{FF2B5EF4-FFF2-40B4-BE49-F238E27FC236}">
                <a16:creationId xmlns:a16="http://schemas.microsoft.com/office/drawing/2014/main" id="{D0C8E12B-3CB8-91CE-CF46-F260B0076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157" name="Object 12">
            <a:extLst>
              <a:ext uri="{FF2B5EF4-FFF2-40B4-BE49-F238E27FC236}">
                <a16:creationId xmlns:a16="http://schemas.microsoft.com/office/drawing/2014/main" id="{DD9C9A7B-7CA4-55A1-0F68-D72EFD7F7A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71252" progId="Equation.3">
                  <p:embed/>
                </p:oleObj>
              </mc:Choice>
              <mc:Fallback>
                <p:oleObj name="Equation" r:id="rId4" imgW="482391" imgH="571252" progId="Equation.3">
                  <p:embed/>
                  <p:pic>
                    <p:nvPicPr>
                      <p:cNvPr id="6157" name="Object 12">
                        <a:extLst>
                          <a:ext uri="{FF2B5EF4-FFF2-40B4-BE49-F238E27FC236}">
                            <a16:creationId xmlns:a16="http://schemas.microsoft.com/office/drawing/2014/main" id="{DD9C9A7B-7CA4-55A1-0F68-D72EFD7F7A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8" name="Object 13">
            <a:extLst>
              <a:ext uri="{FF2B5EF4-FFF2-40B4-BE49-F238E27FC236}">
                <a16:creationId xmlns:a16="http://schemas.microsoft.com/office/drawing/2014/main" id="{3B4EE17D-F30F-E879-02BB-B3B398AC5B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583947" progId="Equation.3">
                  <p:embed/>
                </p:oleObj>
              </mc:Choice>
              <mc:Fallback>
                <p:oleObj name="Equation" r:id="rId6" imgW="457002" imgH="583947" progId="Equation.3">
                  <p:embed/>
                  <p:pic>
                    <p:nvPicPr>
                      <p:cNvPr id="6158" name="Object 13">
                        <a:extLst>
                          <a:ext uri="{FF2B5EF4-FFF2-40B4-BE49-F238E27FC236}">
                            <a16:creationId xmlns:a16="http://schemas.microsoft.com/office/drawing/2014/main" id="{3B4EE17D-F30F-E879-02BB-B3B398AC5B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9" name="Object 14">
            <a:extLst>
              <a:ext uri="{FF2B5EF4-FFF2-40B4-BE49-F238E27FC236}">
                <a16:creationId xmlns:a16="http://schemas.microsoft.com/office/drawing/2014/main" id="{A4122761-C1F4-D3CF-1741-CD22D37474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6159" name="Object 14">
                        <a:extLst>
                          <a:ext uri="{FF2B5EF4-FFF2-40B4-BE49-F238E27FC236}">
                            <a16:creationId xmlns:a16="http://schemas.microsoft.com/office/drawing/2014/main" id="{A4122761-C1F4-D3CF-1741-CD22D37474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0" name="Object 15">
            <a:extLst>
              <a:ext uri="{FF2B5EF4-FFF2-40B4-BE49-F238E27FC236}">
                <a16:creationId xmlns:a16="http://schemas.microsoft.com/office/drawing/2014/main" id="{69401087-B219-0193-E5C1-A66B6E0831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6160" name="Object 15">
                        <a:extLst>
                          <a:ext uri="{FF2B5EF4-FFF2-40B4-BE49-F238E27FC236}">
                            <a16:creationId xmlns:a16="http://schemas.microsoft.com/office/drawing/2014/main" id="{69401087-B219-0193-E5C1-A66B6E0831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1" name="Object 16">
            <a:extLst>
              <a:ext uri="{FF2B5EF4-FFF2-40B4-BE49-F238E27FC236}">
                <a16:creationId xmlns:a16="http://schemas.microsoft.com/office/drawing/2014/main" id="{CFC0C041-DE44-8F87-1098-37A432D1E1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6161" name="Object 16">
                        <a:extLst>
                          <a:ext uri="{FF2B5EF4-FFF2-40B4-BE49-F238E27FC236}">
                            <a16:creationId xmlns:a16="http://schemas.microsoft.com/office/drawing/2014/main" id="{CFC0C041-DE44-8F87-1098-37A432D1E1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2" name="Object 17">
            <a:extLst>
              <a:ext uri="{FF2B5EF4-FFF2-40B4-BE49-F238E27FC236}">
                <a16:creationId xmlns:a16="http://schemas.microsoft.com/office/drawing/2014/main" id="{6E816DC9-7A1D-1058-163A-3CACABABED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2391" imgH="583947" progId="Equation.3">
                  <p:embed/>
                </p:oleObj>
              </mc:Choice>
              <mc:Fallback>
                <p:oleObj name="Equation" r:id="rId10" imgW="482391" imgH="583947" progId="Equation.3">
                  <p:embed/>
                  <p:pic>
                    <p:nvPicPr>
                      <p:cNvPr id="6162" name="Object 17">
                        <a:extLst>
                          <a:ext uri="{FF2B5EF4-FFF2-40B4-BE49-F238E27FC236}">
                            <a16:creationId xmlns:a16="http://schemas.microsoft.com/office/drawing/2014/main" id="{6E816DC9-7A1D-1058-163A-3CACABABED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3" name="Object 18">
            <a:extLst>
              <a:ext uri="{FF2B5EF4-FFF2-40B4-BE49-F238E27FC236}">
                <a16:creationId xmlns:a16="http://schemas.microsoft.com/office/drawing/2014/main" id="{77CE9567-AFEB-E654-3BAE-748CB25A18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1219200"/>
          <a:ext cx="660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0113" imgH="533169" progId="Equation.3">
                  <p:embed/>
                </p:oleObj>
              </mc:Choice>
              <mc:Fallback>
                <p:oleObj name="Equation" r:id="rId12" imgW="660113" imgH="533169" progId="Equation.3">
                  <p:embed/>
                  <p:pic>
                    <p:nvPicPr>
                      <p:cNvPr id="6163" name="Object 18">
                        <a:extLst>
                          <a:ext uri="{FF2B5EF4-FFF2-40B4-BE49-F238E27FC236}">
                            <a16:creationId xmlns:a16="http://schemas.microsoft.com/office/drawing/2014/main" id="{77CE9567-AFEB-E654-3BAE-748CB25A18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219200"/>
                        <a:ext cx="660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4" name="Text Box 19">
            <a:extLst>
              <a:ext uri="{FF2B5EF4-FFF2-40B4-BE49-F238E27FC236}">
                <a16:creationId xmlns:a16="http://schemas.microsoft.com/office/drawing/2014/main" id="{756F074C-BF2C-6D51-16AA-5FDA03459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6" y="1168400"/>
            <a:ext cx="2238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Alphabet =</a:t>
            </a:r>
          </a:p>
        </p:txBody>
      </p:sp>
      <p:sp>
        <p:nvSpPr>
          <p:cNvPr id="6165" name="Rectangle 21">
            <a:extLst>
              <a:ext uri="{FF2B5EF4-FFF2-40B4-BE49-F238E27FC236}">
                <a16:creationId xmlns:a16="http://schemas.microsoft.com/office/drawing/2014/main" id="{8CAB01D4-A4EE-FD77-5D50-A4553457E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8839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ar-SA" sz="3600">
                <a:solidFill>
                  <a:schemeClr val="tx2"/>
                </a:solidFill>
              </a:rPr>
              <a:t>Nondeterministic Finite Accepter (NFA)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Oval 13">
            <a:extLst>
              <a:ext uri="{FF2B5EF4-FFF2-40B4-BE49-F238E27FC236}">
                <a16:creationId xmlns:a16="http://schemas.microsoft.com/office/drawing/2014/main" id="{9E6F3101-B017-2B39-AE1F-3C0A3DF2F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172" name="Oval 15">
            <a:extLst>
              <a:ext uri="{FF2B5EF4-FFF2-40B4-BE49-F238E27FC236}">
                <a16:creationId xmlns:a16="http://schemas.microsoft.com/office/drawing/2014/main" id="{6CF5ADDA-33C9-BF05-2043-CA99CBB11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173" name="Oval 16">
            <a:extLst>
              <a:ext uri="{FF2B5EF4-FFF2-40B4-BE49-F238E27FC236}">
                <a16:creationId xmlns:a16="http://schemas.microsoft.com/office/drawing/2014/main" id="{D680A83C-1BDC-BB07-004B-6CEFF35D9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174" name="Line 17">
            <a:extLst>
              <a:ext uri="{FF2B5EF4-FFF2-40B4-BE49-F238E27FC236}">
                <a16:creationId xmlns:a16="http://schemas.microsoft.com/office/drawing/2014/main" id="{6A110D01-666A-BD67-7B5A-8CC5F4F775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5" name="Line 18">
            <a:extLst>
              <a:ext uri="{FF2B5EF4-FFF2-40B4-BE49-F238E27FC236}">
                <a16:creationId xmlns:a16="http://schemas.microsoft.com/office/drawing/2014/main" id="{8DE655BF-B4AA-6699-EBC7-4C9D364DAA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6" name="Line 19">
            <a:extLst>
              <a:ext uri="{FF2B5EF4-FFF2-40B4-BE49-F238E27FC236}">
                <a16:creationId xmlns:a16="http://schemas.microsoft.com/office/drawing/2014/main" id="{F7A83105-FCFB-B426-2B7E-1FB4F3084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7" name="Oval 21">
            <a:extLst>
              <a:ext uri="{FF2B5EF4-FFF2-40B4-BE49-F238E27FC236}">
                <a16:creationId xmlns:a16="http://schemas.microsoft.com/office/drawing/2014/main" id="{922073BC-64EC-DCF3-BF50-296EFD98F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178" name="Line 22">
            <a:extLst>
              <a:ext uri="{FF2B5EF4-FFF2-40B4-BE49-F238E27FC236}">
                <a16:creationId xmlns:a16="http://schemas.microsoft.com/office/drawing/2014/main" id="{123B1DB1-1BA9-A780-635D-CE409C28F2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179" name="Object 24">
            <a:extLst>
              <a:ext uri="{FF2B5EF4-FFF2-40B4-BE49-F238E27FC236}">
                <a16:creationId xmlns:a16="http://schemas.microsoft.com/office/drawing/2014/main" id="{27003017-27B3-0F15-F53E-905DBEF3BD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224" imgH="571252" progId="Equation.3">
                  <p:embed/>
                </p:oleObj>
              </mc:Choice>
              <mc:Fallback>
                <p:oleObj name="Equation" r:id="rId2" imgW="406224" imgH="571252" progId="Equation.3">
                  <p:embed/>
                  <p:pic>
                    <p:nvPicPr>
                      <p:cNvPr id="7179" name="Object 24">
                        <a:extLst>
                          <a:ext uri="{FF2B5EF4-FFF2-40B4-BE49-F238E27FC236}">
                            <a16:creationId xmlns:a16="http://schemas.microsoft.com/office/drawing/2014/main" id="{27003017-27B3-0F15-F53E-905DBEF3BD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Oval 25">
            <a:extLst>
              <a:ext uri="{FF2B5EF4-FFF2-40B4-BE49-F238E27FC236}">
                <a16:creationId xmlns:a16="http://schemas.microsoft.com/office/drawing/2014/main" id="{166393F6-300B-6015-CBBE-51F6C6B80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7181" name="Object 26">
            <a:extLst>
              <a:ext uri="{FF2B5EF4-FFF2-40B4-BE49-F238E27FC236}">
                <a16:creationId xmlns:a16="http://schemas.microsoft.com/office/drawing/2014/main" id="{5374A993-BA59-90AA-8C47-2D64CD1853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71252" progId="Equation.3">
                  <p:embed/>
                </p:oleObj>
              </mc:Choice>
              <mc:Fallback>
                <p:oleObj name="Equation" r:id="rId4" imgW="482391" imgH="571252" progId="Equation.3">
                  <p:embed/>
                  <p:pic>
                    <p:nvPicPr>
                      <p:cNvPr id="7181" name="Object 26">
                        <a:extLst>
                          <a:ext uri="{FF2B5EF4-FFF2-40B4-BE49-F238E27FC236}">
                            <a16:creationId xmlns:a16="http://schemas.microsoft.com/office/drawing/2014/main" id="{5374A993-BA59-90AA-8C47-2D64CD1853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Object 27">
            <a:extLst>
              <a:ext uri="{FF2B5EF4-FFF2-40B4-BE49-F238E27FC236}">
                <a16:creationId xmlns:a16="http://schemas.microsoft.com/office/drawing/2014/main" id="{47406E90-08AD-2259-1331-D672BF856B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583947" progId="Equation.3">
                  <p:embed/>
                </p:oleObj>
              </mc:Choice>
              <mc:Fallback>
                <p:oleObj name="Equation" r:id="rId6" imgW="457002" imgH="583947" progId="Equation.3">
                  <p:embed/>
                  <p:pic>
                    <p:nvPicPr>
                      <p:cNvPr id="7182" name="Object 27">
                        <a:extLst>
                          <a:ext uri="{FF2B5EF4-FFF2-40B4-BE49-F238E27FC236}">
                            <a16:creationId xmlns:a16="http://schemas.microsoft.com/office/drawing/2014/main" id="{47406E90-08AD-2259-1331-D672BF856B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28">
            <a:extLst>
              <a:ext uri="{FF2B5EF4-FFF2-40B4-BE49-F238E27FC236}">
                <a16:creationId xmlns:a16="http://schemas.microsoft.com/office/drawing/2014/main" id="{522DE197-2A52-7EBC-A454-8A7420350B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7183" name="Object 28">
                        <a:extLst>
                          <a:ext uri="{FF2B5EF4-FFF2-40B4-BE49-F238E27FC236}">
                            <a16:creationId xmlns:a16="http://schemas.microsoft.com/office/drawing/2014/main" id="{522DE197-2A52-7EBC-A454-8A7420350B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4" name="Object 29">
            <a:extLst>
              <a:ext uri="{FF2B5EF4-FFF2-40B4-BE49-F238E27FC236}">
                <a16:creationId xmlns:a16="http://schemas.microsoft.com/office/drawing/2014/main" id="{2A3F54D9-0C3C-17B4-1FA3-C2CED3C33A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7184" name="Object 29">
                        <a:extLst>
                          <a:ext uri="{FF2B5EF4-FFF2-40B4-BE49-F238E27FC236}">
                            <a16:creationId xmlns:a16="http://schemas.microsoft.com/office/drawing/2014/main" id="{2A3F54D9-0C3C-17B4-1FA3-C2CED3C33A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5" name="Object 30">
            <a:extLst>
              <a:ext uri="{FF2B5EF4-FFF2-40B4-BE49-F238E27FC236}">
                <a16:creationId xmlns:a16="http://schemas.microsoft.com/office/drawing/2014/main" id="{CADE617E-B3B1-BF45-261E-2E28ACDFB5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7185" name="Object 30">
                        <a:extLst>
                          <a:ext uri="{FF2B5EF4-FFF2-40B4-BE49-F238E27FC236}">
                            <a16:creationId xmlns:a16="http://schemas.microsoft.com/office/drawing/2014/main" id="{CADE617E-B3B1-BF45-261E-2E28ACDFB5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33">
            <a:extLst>
              <a:ext uri="{FF2B5EF4-FFF2-40B4-BE49-F238E27FC236}">
                <a16:creationId xmlns:a16="http://schemas.microsoft.com/office/drawing/2014/main" id="{5EE8464B-D821-7989-2973-548435DBE9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2391" imgH="583947" progId="Equation.3">
                  <p:embed/>
                </p:oleObj>
              </mc:Choice>
              <mc:Fallback>
                <p:oleObj name="Equation" r:id="rId10" imgW="482391" imgH="583947" progId="Equation.3">
                  <p:embed/>
                  <p:pic>
                    <p:nvPicPr>
                      <p:cNvPr id="7186" name="Object 33">
                        <a:extLst>
                          <a:ext uri="{FF2B5EF4-FFF2-40B4-BE49-F238E27FC236}">
                            <a16:creationId xmlns:a16="http://schemas.microsoft.com/office/drawing/2014/main" id="{5EE8464B-D821-7989-2973-548435DBE9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7" name="Text Box 34">
            <a:extLst>
              <a:ext uri="{FF2B5EF4-FFF2-40B4-BE49-F238E27FC236}">
                <a16:creationId xmlns:a16="http://schemas.microsoft.com/office/drawing/2014/main" id="{91B960C7-0205-FE09-1406-97879EBE3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667000"/>
            <a:ext cx="2478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Two choices</a:t>
            </a:r>
          </a:p>
        </p:txBody>
      </p:sp>
      <p:graphicFrame>
        <p:nvGraphicFramePr>
          <p:cNvPr id="7188" name="Object 39">
            <a:extLst>
              <a:ext uri="{FF2B5EF4-FFF2-40B4-BE49-F238E27FC236}">
                <a16:creationId xmlns:a16="http://schemas.microsoft.com/office/drawing/2014/main" id="{2FBF9DDA-5734-FB47-A221-CB1B9FC844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1219200"/>
          <a:ext cx="660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0113" imgH="533169" progId="Equation.3">
                  <p:embed/>
                </p:oleObj>
              </mc:Choice>
              <mc:Fallback>
                <p:oleObj name="Equation" r:id="rId12" imgW="660113" imgH="533169" progId="Equation.3">
                  <p:embed/>
                  <p:pic>
                    <p:nvPicPr>
                      <p:cNvPr id="7188" name="Object 39">
                        <a:extLst>
                          <a:ext uri="{FF2B5EF4-FFF2-40B4-BE49-F238E27FC236}">
                            <a16:creationId xmlns:a16="http://schemas.microsoft.com/office/drawing/2014/main" id="{2FBF9DDA-5734-FB47-A221-CB1B9FC844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219200"/>
                        <a:ext cx="660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9" name="Text Box 40">
            <a:extLst>
              <a:ext uri="{FF2B5EF4-FFF2-40B4-BE49-F238E27FC236}">
                <a16:creationId xmlns:a16="http://schemas.microsoft.com/office/drawing/2014/main" id="{BB4ABAAC-A624-DED4-1F7C-40074A932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6" y="1168400"/>
            <a:ext cx="2238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Alphabet =</a:t>
            </a:r>
          </a:p>
        </p:txBody>
      </p:sp>
      <p:sp>
        <p:nvSpPr>
          <p:cNvPr id="7190" name="Rectangle 42">
            <a:extLst>
              <a:ext uri="{FF2B5EF4-FFF2-40B4-BE49-F238E27FC236}">
                <a16:creationId xmlns:a16="http://schemas.microsoft.com/office/drawing/2014/main" id="{CA4DF250-C66D-0268-4BA9-FAE788E7F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8839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ar-SA" sz="3600">
                <a:solidFill>
                  <a:schemeClr val="tx2"/>
                </a:solidFill>
              </a:rPr>
              <a:t>Nondeterministic Finite Accepter (NFA)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40">
            <a:extLst>
              <a:ext uri="{FF2B5EF4-FFF2-40B4-BE49-F238E27FC236}">
                <a16:creationId xmlns:a16="http://schemas.microsoft.com/office/drawing/2014/main" id="{4E239B26-4368-D35E-FC4E-ADEEA709B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029200"/>
            <a:ext cx="2698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No transition</a:t>
            </a:r>
          </a:p>
        </p:txBody>
      </p:sp>
      <p:sp>
        <p:nvSpPr>
          <p:cNvPr id="8196" name="Oval 41">
            <a:extLst>
              <a:ext uri="{FF2B5EF4-FFF2-40B4-BE49-F238E27FC236}">
                <a16:creationId xmlns:a16="http://schemas.microsoft.com/office/drawing/2014/main" id="{A85B54C7-2F7C-1026-EF8A-C6F1ABF60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197" name="Oval 42">
            <a:extLst>
              <a:ext uri="{FF2B5EF4-FFF2-40B4-BE49-F238E27FC236}">
                <a16:creationId xmlns:a16="http://schemas.microsoft.com/office/drawing/2014/main" id="{13C45F4E-7383-A837-96D7-7FBB1AA2B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198" name="Oval 43">
            <a:extLst>
              <a:ext uri="{FF2B5EF4-FFF2-40B4-BE49-F238E27FC236}">
                <a16:creationId xmlns:a16="http://schemas.microsoft.com/office/drawing/2014/main" id="{FD56BE85-2322-8D5F-B3CE-945E1D3B7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199" name="Line 44">
            <a:extLst>
              <a:ext uri="{FF2B5EF4-FFF2-40B4-BE49-F238E27FC236}">
                <a16:creationId xmlns:a16="http://schemas.microsoft.com/office/drawing/2014/main" id="{A751D37B-55F9-CB63-3D0C-3A6DA4A8E7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0" name="Line 45">
            <a:extLst>
              <a:ext uri="{FF2B5EF4-FFF2-40B4-BE49-F238E27FC236}">
                <a16:creationId xmlns:a16="http://schemas.microsoft.com/office/drawing/2014/main" id="{472F3223-706D-AE17-F942-EB4911FDB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1" name="Line 46">
            <a:extLst>
              <a:ext uri="{FF2B5EF4-FFF2-40B4-BE49-F238E27FC236}">
                <a16:creationId xmlns:a16="http://schemas.microsoft.com/office/drawing/2014/main" id="{F498DA92-83A1-63E8-D70A-C8A8BED31F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2" name="Oval 47">
            <a:extLst>
              <a:ext uri="{FF2B5EF4-FFF2-40B4-BE49-F238E27FC236}">
                <a16:creationId xmlns:a16="http://schemas.microsoft.com/office/drawing/2014/main" id="{5A334001-8A4E-A6CE-ECF1-F58B4B269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203" name="Line 48">
            <a:extLst>
              <a:ext uri="{FF2B5EF4-FFF2-40B4-BE49-F238E27FC236}">
                <a16:creationId xmlns:a16="http://schemas.microsoft.com/office/drawing/2014/main" id="{374C570B-DDCF-1B45-161C-30AEDE8DD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204" name="Object 49">
            <a:extLst>
              <a:ext uri="{FF2B5EF4-FFF2-40B4-BE49-F238E27FC236}">
                <a16:creationId xmlns:a16="http://schemas.microsoft.com/office/drawing/2014/main" id="{74711817-0AA3-2127-E6D9-549E3A160F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224" imgH="571252" progId="Equation.3">
                  <p:embed/>
                </p:oleObj>
              </mc:Choice>
              <mc:Fallback>
                <p:oleObj name="Equation" r:id="rId2" imgW="406224" imgH="571252" progId="Equation.3">
                  <p:embed/>
                  <p:pic>
                    <p:nvPicPr>
                      <p:cNvPr id="8204" name="Object 49">
                        <a:extLst>
                          <a:ext uri="{FF2B5EF4-FFF2-40B4-BE49-F238E27FC236}">
                            <a16:creationId xmlns:a16="http://schemas.microsoft.com/office/drawing/2014/main" id="{74711817-0AA3-2127-E6D9-549E3A160F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Oval 50">
            <a:extLst>
              <a:ext uri="{FF2B5EF4-FFF2-40B4-BE49-F238E27FC236}">
                <a16:creationId xmlns:a16="http://schemas.microsoft.com/office/drawing/2014/main" id="{6CDC3149-118D-1981-9405-D59FD3BCE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8206" name="Object 51">
            <a:extLst>
              <a:ext uri="{FF2B5EF4-FFF2-40B4-BE49-F238E27FC236}">
                <a16:creationId xmlns:a16="http://schemas.microsoft.com/office/drawing/2014/main" id="{2E9A5C96-B356-AA36-5373-35D7C8AFFD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71252" progId="Equation.3">
                  <p:embed/>
                </p:oleObj>
              </mc:Choice>
              <mc:Fallback>
                <p:oleObj name="Equation" r:id="rId4" imgW="482391" imgH="571252" progId="Equation.3">
                  <p:embed/>
                  <p:pic>
                    <p:nvPicPr>
                      <p:cNvPr id="8206" name="Object 51">
                        <a:extLst>
                          <a:ext uri="{FF2B5EF4-FFF2-40B4-BE49-F238E27FC236}">
                            <a16:creationId xmlns:a16="http://schemas.microsoft.com/office/drawing/2014/main" id="{2E9A5C96-B356-AA36-5373-35D7C8AFFD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52">
            <a:extLst>
              <a:ext uri="{FF2B5EF4-FFF2-40B4-BE49-F238E27FC236}">
                <a16:creationId xmlns:a16="http://schemas.microsoft.com/office/drawing/2014/main" id="{AA336386-0948-9691-895C-86C4761DB6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583947" progId="Equation.3">
                  <p:embed/>
                </p:oleObj>
              </mc:Choice>
              <mc:Fallback>
                <p:oleObj name="Equation" r:id="rId6" imgW="457002" imgH="583947" progId="Equation.3">
                  <p:embed/>
                  <p:pic>
                    <p:nvPicPr>
                      <p:cNvPr id="8207" name="Object 52">
                        <a:extLst>
                          <a:ext uri="{FF2B5EF4-FFF2-40B4-BE49-F238E27FC236}">
                            <a16:creationId xmlns:a16="http://schemas.microsoft.com/office/drawing/2014/main" id="{AA336386-0948-9691-895C-86C4761DB6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8" name="Object 53">
            <a:extLst>
              <a:ext uri="{FF2B5EF4-FFF2-40B4-BE49-F238E27FC236}">
                <a16:creationId xmlns:a16="http://schemas.microsoft.com/office/drawing/2014/main" id="{0EE409A9-A689-0DE7-A7C9-E5107C6D0A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8208" name="Object 53">
                        <a:extLst>
                          <a:ext uri="{FF2B5EF4-FFF2-40B4-BE49-F238E27FC236}">
                            <a16:creationId xmlns:a16="http://schemas.microsoft.com/office/drawing/2014/main" id="{0EE409A9-A689-0DE7-A7C9-E5107C6D0A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9" name="Object 54">
            <a:extLst>
              <a:ext uri="{FF2B5EF4-FFF2-40B4-BE49-F238E27FC236}">
                <a16:creationId xmlns:a16="http://schemas.microsoft.com/office/drawing/2014/main" id="{2B2B4900-6DAB-4516-EDC7-0C87E98EC9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8209" name="Object 54">
                        <a:extLst>
                          <a:ext uri="{FF2B5EF4-FFF2-40B4-BE49-F238E27FC236}">
                            <a16:creationId xmlns:a16="http://schemas.microsoft.com/office/drawing/2014/main" id="{2B2B4900-6DAB-4516-EDC7-0C87E98EC9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0" name="Object 55">
            <a:extLst>
              <a:ext uri="{FF2B5EF4-FFF2-40B4-BE49-F238E27FC236}">
                <a16:creationId xmlns:a16="http://schemas.microsoft.com/office/drawing/2014/main" id="{A978939C-5479-5641-9B8D-3FCCA12343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8210" name="Object 55">
                        <a:extLst>
                          <a:ext uri="{FF2B5EF4-FFF2-40B4-BE49-F238E27FC236}">
                            <a16:creationId xmlns:a16="http://schemas.microsoft.com/office/drawing/2014/main" id="{A978939C-5479-5641-9B8D-3FCCA12343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1" name="Object 56">
            <a:extLst>
              <a:ext uri="{FF2B5EF4-FFF2-40B4-BE49-F238E27FC236}">
                <a16:creationId xmlns:a16="http://schemas.microsoft.com/office/drawing/2014/main" id="{031AE756-6E6A-85FD-6216-0593C53233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82391" imgH="583947" progId="Equation.3">
                  <p:embed/>
                </p:oleObj>
              </mc:Choice>
              <mc:Fallback>
                <p:oleObj name="Equation" r:id="rId11" imgW="482391" imgH="583947" progId="Equation.3">
                  <p:embed/>
                  <p:pic>
                    <p:nvPicPr>
                      <p:cNvPr id="8211" name="Object 56">
                        <a:extLst>
                          <a:ext uri="{FF2B5EF4-FFF2-40B4-BE49-F238E27FC236}">
                            <a16:creationId xmlns:a16="http://schemas.microsoft.com/office/drawing/2014/main" id="{031AE756-6E6A-85FD-6216-0593C53233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2" name="Text Box 57">
            <a:extLst>
              <a:ext uri="{FF2B5EF4-FFF2-40B4-BE49-F238E27FC236}">
                <a16:creationId xmlns:a16="http://schemas.microsoft.com/office/drawing/2014/main" id="{4EB12A80-A374-42EA-9650-340685B7F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667000"/>
            <a:ext cx="2478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Two choices</a:t>
            </a:r>
          </a:p>
        </p:txBody>
      </p:sp>
      <p:sp>
        <p:nvSpPr>
          <p:cNvPr id="8213" name="Text Box 60">
            <a:extLst>
              <a:ext uri="{FF2B5EF4-FFF2-40B4-BE49-F238E27FC236}">
                <a16:creationId xmlns:a16="http://schemas.microsoft.com/office/drawing/2014/main" id="{DDCA9179-6EB3-FC41-FFBF-B012941A7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895600"/>
            <a:ext cx="2698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No transition</a:t>
            </a:r>
          </a:p>
        </p:txBody>
      </p:sp>
      <p:graphicFrame>
        <p:nvGraphicFramePr>
          <p:cNvPr id="8214" name="Object 61">
            <a:extLst>
              <a:ext uri="{FF2B5EF4-FFF2-40B4-BE49-F238E27FC236}">
                <a16:creationId xmlns:a16="http://schemas.microsoft.com/office/drawing/2014/main" id="{55A785B3-8C20-04C1-93A8-25D45A0619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1219200"/>
          <a:ext cx="660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60113" imgH="533169" progId="Equation.3">
                  <p:embed/>
                </p:oleObj>
              </mc:Choice>
              <mc:Fallback>
                <p:oleObj name="Equation" r:id="rId13" imgW="660113" imgH="533169" progId="Equation.3">
                  <p:embed/>
                  <p:pic>
                    <p:nvPicPr>
                      <p:cNvPr id="8214" name="Object 61">
                        <a:extLst>
                          <a:ext uri="{FF2B5EF4-FFF2-40B4-BE49-F238E27FC236}">
                            <a16:creationId xmlns:a16="http://schemas.microsoft.com/office/drawing/2014/main" id="{55A785B3-8C20-04C1-93A8-25D45A0619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219200"/>
                        <a:ext cx="660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5" name="Text Box 62">
            <a:extLst>
              <a:ext uri="{FF2B5EF4-FFF2-40B4-BE49-F238E27FC236}">
                <a16:creationId xmlns:a16="http://schemas.microsoft.com/office/drawing/2014/main" id="{61115633-239D-7216-5E8E-0BAD82936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6" y="1168400"/>
            <a:ext cx="2238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Alphabet =</a:t>
            </a:r>
          </a:p>
        </p:txBody>
      </p:sp>
      <p:sp>
        <p:nvSpPr>
          <p:cNvPr id="8216" name="Rectangle 64">
            <a:extLst>
              <a:ext uri="{FF2B5EF4-FFF2-40B4-BE49-F238E27FC236}">
                <a16:creationId xmlns:a16="http://schemas.microsoft.com/office/drawing/2014/main" id="{25C4166E-3FEC-BBC6-8E0D-2B7646B84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8839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ar-SA" sz="3600">
                <a:solidFill>
                  <a:schemeClr val="tx2"/>
                </a:solidFill>
              </a:rPr>
              <a:t>Nondeterministic Finite Accepter (NFA)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00514EB5-FF39-5A57-E434-EBFE132F1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9220" name="Line 3">
            <a:extLst>
              <a:ext uri="{FF2B5EF4-FFF2-40B4-BE49-F238E27FC236}">
                <a16:creationId xmlns:a16="http://schemas.microsoft.com/office/drawing/2014/main" id="{1353BC8F-908A-A4EE-FEE1-6873222CC1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Line 4">
            <a:extLst>
              <a:ext uri="{FF2B5EF4-FFF2-40B4-BE49-F238E27FC236}">
                <a16:creationId xmlns:a16="http://schemas.microsoft.com/office/drawing/2014/main" id="{35775E36-E19E-FED9-D961-B0EDFC2E1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22" name="Object 7">
            <a:extLst>
              <a:ext uri="{FF2B5EF4-FFF2-40B4-BE49-F238E27FC236}">
                <a16:creationId xmlns:a16="http://schemas.microsoft.com/office/drawing/2014/main" id="{0A6A34F8-8505-0989-4FA1-403C90606C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9222" name="Object 7">
                        <a:extLst>
                          <a:ext uri="{FF2B5EF4-FFF2-40B4-BE49-F238E27FC236}">
                            <a16:creationId xmlns:a16="http://schemas.microsoft.com/office/drawing/2014/main" id="{0A6A34F8-8505-0989-4FA1-403C90606C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Line 8">
            <a:extLst>
              <a:ext uri="{FF2B5EF4-FFF2-40B4-BE49-F238E27FC236}">
                <a16:creationId xmlns:a16="http://schemas.microsoft.com/office/drawing/2014/main" id="{E3CE0969-178A-60A2-4EF5-DCF323C667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Oval 9">
            <a:extLst>
              <a:ext uri="{FF2B5EF4-FFF2-40B4-BE49-F238E27FC236}">
                <a16:creationId xmlns:a16="http://schemas.microsoft.com/office/drawing/2014/main" id="{BCE5E328-3E15-2A00-4BAF-B41432FDA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9225" name="Oval 10">
            <a:extLst>
              <a:ext uri="{FF2B5EF4-FFF2-40B4-BE49-F238E27FC236}">
                <a16:creationId xmlns:a16="http://schemas.microsoft.com/office/drawing/2014/main" id="{ADC2EC68-16BB-E4AA-D3C7-1A8231371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9226" name="Oval 11">
            <a:extLst>
              <a:ext uri="{FF2B5EF4-FFF2-40B4-BE49-F238E27FC236}">
                <a16:creationId xmlns:a16="http://schemas.microsoft.com/office/drawing/2014/main" id="{1C208113-9504-E7BD-2CC6-B02088686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9227" name="Line 12">
            <a:extLst>
              <a:ext uri="{FF2B5EF4-FFF2-40B4-BE49-F238E27FC236}">
                <a16:creationId xmlns:a16="http://schemas.microsoft.com/office/drawing/2014/main" id="{472B18E0-5CB7-176A-1277-4D2AFE4065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8" name="Line 13">
            <a:extLst>
              <a:ext uri="{FF2B5EF4-FFF2-40B4-BE49-F238E27FC236}">
                <a16:creationId xmlns:a16="http://schemas.microsoft.com/office/drawing/2014/main" id="{428121F1-6302-59FF-4CD3-6618D64D1E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9" name="Line 14">
            <a:extLst>
              <a:ext uri="{FF2B5EF4-FFF2-40B4-BE49-F238E27FC236}">
                <a16:creationId xmlns:a16="http://schemas.microsoft.com/office/drawing/2014/main" id="{CE5E4FC0-D6B3-4342-6E90-ED70555A22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230" name="Object 15">
            <a:extLst>
              <a:ext uri="{FF2B5EF4-FFF2-40B4-BE49-F238E27FC236}">
                <a16:creationId xmlns:a16="http://schemas.microsoft.com/office/drawing/2014/main" id="{46E76F32-5E0D-706E-DDBD-196AC855E0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9230" name="Object 15">
                        <a:extLst>
                          <a:ext uri="{FF2B5EF4-FFF2-40B4-BE49-F238E27FC236}">
                            <a16:creationId xmlns:a16="http://schemas.microsoft.com/office/drawing/2014/main" id="{46E76F32-5E0D-706E-DDBD-196AC855E0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1" name="Oval 16">
            <a:extLst>
              <a:ext uri="{FF2B5EF4-FFF2-40B4-BE49-F238E27FC236}">
                <a16:creationId xmlns:a16="http://schemas.microsoft.com/office/drawing/2014/main" id="{71626FD7-979A-1209-1191-573C6FFC0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9232" name="Line 17">
            <a:extLst>
              <a:ext uri="{FF2B5EF4-FFF2-40B4-BE49-F238E27FC236}">
                <a16:creationId xmlns:a16="http://schemas.microsoft.com/office/drawing/2014/main" id="{80436E47-9276-12E6-71A3-A07AF8AA5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233" name="Object 18">
            <a:extLst>
              <a:ext uri="{FF2B5EF4-FFF2-40B4-BE49-F238E27FC236}">
                <a16:creationId xmlns:a16="http://schemas.microsoft.com/office/drawing/2014/main" id="{52D87CE0-3CB6-A5CF-8262-8E08E6EE7B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9233" name="Object 18">
                        <a:extLst>
                          <a:ext uri="{FF2B5EF4-FFF2-40B4-BE49-F238E27FC236}">
                            <a16:creationId xmlns:a16="http://schemas.microsoft.com/office/drawing/2014/main" id="{52D87CE0-3CB6-A5CF-8262-8E08E6EE7B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4" name="Object 19">
            <a:extLst>
              <a:ext uri="{FF2B5EF4-FFF2-40B4-BE49-F238E27FC236}">
                <a16:creationId xmlns:a16="http://schemas.microsoft.com/office/drawing/2014/main" id="{D1CA0509-C6DD-A3BA-1807-B9713CA50A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9234" name="Object 19">
                        <a:extLst>
                          <a:ext uri="{FF2B5EF4-FFF2-40B4-BE49-F238E27FC236}">
                            <a16:creationId xmlns:a16="http://schemas.microsoft.com/office/drawing/2014/main" id="{D1CA0509-C6DD-A3BA-1807-B9713CA50A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Oval 20">
            <a:extLst>
              <a:ext uri="{FF2B5EF4-FFF2-40B4-BE49-F238E27FC236}">
                <a16:creationId xmlns:a16="http://schemas.microsoft.com/office/drawing/2014/main" id="{F4CBC082-EB8B-AA3E-2DC9-B0574899A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9236" name="Object 21">
            <a:extLst>
              <a:ext uri="{FF2B5EF4-FFF2-40B4-BE49-F238E27FC236}">
                <a16:creationId xmlns:a16="http://schemas.microsoft.com/office/drawing/2014/main" id="{40B0B35B-929E-31B6-20F1-377BC566AA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9236" name="Object 21">
                        <a:extLst>
                          <a:ext uri="{FF2B5EF4-FFF2-40B4-BE49-F238E27FC236}">
                            <a16:creationId xmlns:a16="http://schemas.microsoft.com/office/drawing/2014/main" id="{40B0B35B-929E-31B6-20F1-377BC566AA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7" name="Object 22">
            <a:extLst>
              <a:ext uri="{FF2B5EF4-FFF2-40B4-BE49-F238E27FC236}">
                <a16:creationId xmlns:a16="http://schemas.microsoft.com/office/drawing/2014/main" id="{3BCA5EE9-87A2-4A0E-3773-A0C6558245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57002" imgH="583947" progId="Equation.3">
                  <p:embed/>
                </p:oleObj>
              </mc:Choice>
              <mc:Fallback>
                <p:oleObj name="Equation" r:id="rId11" imgW="457002" imgH="583947" progId="Equation.3">
                  <p:embed/>
                  <p:pic>
                    <p:nvPicPr>
                      <p:cNvPr id="9237" name="Object 22">
                        <a:extLst>
                          <a:ext uri="{FF2B5EF4-FFF2-40B4-BE49-F238E27FC236}">
                            <a16:creationId xmlns:a16="http://schemas.microsoft.com/office/drawing/2014/main" id="{3BCA5EE9-87A2-4A0E-3773-A0C6558245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8" name="Object 23">
            <a:extLst>
              <a:ext uri="{FF2B5EF4-FFF2-40B4-BE49-F238E27FC236}">
                <a16:creationId xmlns:a16="http://schemas.microsoft.com/office/drawing/2014/main" id="{A25EC162-DD8F-3BF3-8791-CB81BE5B40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9238" name="Object 23">
                        <a:extLst>
                          <a:ext uri="{FF2B5EF4-FFF2-40B4-BE49-F238E27FC236}">
                            <a16:creationId xmlns:a16="http://schemas.microsoft.com/office/drawing/2014/main" id="{A25EC162-DD8F-3BF3-8791-CB81BE5B40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9" name="Object 24">
            <a:extLst>
              <a:ext uri="{FF2B5EF4-FFF2-40B4-BE49-F238E27FC236}">
                <a16:creationId xmlns:a16="http://schemas.microsoft.com/office/drawing/2014/main" id="{90BB8A85-C3D5-76EE-F1F1-C42712F3AE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9239" name="Object 24">
                        <a:extLst>
                          <a:ext uri="{FF2B5EF4-FFF2-40B4-BE49-F238E27FC236}">
                            <a16:creationId xmlns:a16="http://schemas.microsoft.com/office/drawing/2014/main" id="{90BB8A85-C3D5-76EE-F1F1-C42712F3AE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0" name="Text Box 26">
            <a:extLst>
              <a:ext uri="{FF2B5EF4-FFF2-40B4-BE49-F238E27FC236}">
                <a16:creationId xmlns:a16="http://schemas.microsoft.com/office/drawing/2014/main" id="{ABE2D880-E66E-B79B-CAB5-CF31E33B6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1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First Choice</a:t>
            </a:r>
          </a:p>
        </p:txBody>
      </p:sp>
      <p:graphicFrame>
        <p:nvGraphicFramePr>
          <p:cNvPr id="9241" name="Object 27">
            <a:extLst>
              <a:ext uri="{FF2B5EF4-FFF2-40B4-BE49-F238E27FC236}">
                <a16:creationId xmlns:a16="http://schemas.microsoft.com/office/drawing/2014/main" id="{01385851-2EC6-162C-3C5F-AC87249A85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9241" name="Object 27">
                        <a:extLst>
                          <a:ext uri="{FF2B5EF4-FFF2-40B4-BE49-F238E27FC236}">
                            <a16:creationId xmlns:a16="http://schemas.microsoft.com/office/drawing/2014/main" id="{01385851-2EC6-162C-3C5F-AC87249A85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2" name="Line 29">
            <a:extLst>
              <a:ext uri="{FF2B5EF4-FFF2-40B4-BE49-F238E27FC236}">
                <a16:creationId xmlns:a16="http://schemas.microsoft.com/office/drawing/2014/main" id="{FB5F1888-4015-EFD4-6F4B-E9C549DD9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444A16FD-6444-5F92-68B2-C84D52EFC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0244" name="Line 3">
            <a:extLst>
              <a:ext uri="{FF2B5EF4-FFF2-40B4-BE49-F238E27FC236}">
                <a16:creationId xmlns:a16="http://schemas.microsoft.com/office/drawing/2014/main" id="{C3DF2A5E-48CF-3144-EBCB-AE3C4A59F6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5" name="Line 4">
            <a:extLst>
              <a:ext uri="{FF2B5EF4-FFF2-40B4-BE49-F238E27FC236}">
                <a16:creationId xmlns:a16="http://schemas.microsoft.com/office/drawing/2014/main" id="{750F6D34-25FC-C6AE-9132-78B09BBDD3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246" name="Object 7">
            <a:extLst>
              <a:ext uri="{FF2B5EF4-FFF2-40B4-BE49-F238E27FC236}">
                <a16:creationId xmlns:a16="http://schemas.microsoft.com/office/drawing/2014/main" id="{9669C872-07A6-02E5-E578-A6E73E4AB2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0246" name="Object 7">
                        <a:extLst>
                          <a:ext uri="{FF2B5EF4-FFF2-40B4-BE49-F238E27FC236}">
                            <a16:creationId xmlns:a16="http://schemas.microsoft.com/office/drawing/2014/main" id="{9669C872-07A6-02E5-E578-A6E73E4AB2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Line 8">
            <a:extLst>
              <a:ext uri="{FF2B5EF4-FFF2-40B4-BE49-F238E27FC236}">
                <a16:creationId xmlns:a16="http://schemas.microsoft.com/office/drawing/2014/main" id="{C25C3774-6D41-D09C-3030-F5F9F841B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Oval 9">
            <a:extLst>
              <a:ext uri="{FF2B5EF4-FFF2-40B4-BE49-F238E27FC236}">
                <a16:creationId xmlns:a16="http://schemas.microsoft.com/office/drawing/2014/main" id="{0880910D-B947-DD44-0C42-122090954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0249" name="Oval 10">
            <a:extLst>
              <a:ext uri="{FF2B5EF4-FFF2-40B4-BE49-F238E27FC236}">
                <a16:creationId xmlns:a16="http://schemas.microsoft.com/office/drawing/2014/main" id="{AFCF29FC-5422-5740-4F91-86DA2301F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0250" name="Oval 11">
            <a:extLst>
              <a:ext uri="{FF2B5EF4-FFF2-40B4-BE49-F238E27FC236}">
                <a16:creationId xmlns:a16="http://schemas.microsoft.com/office/drawing/2014/main" id="{FFCA83CF-DCD8-A513-C42C-BB831A8BE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0251" name="Line 12">
            <a:extLst>
              <a:ext uri="{FF2B5EF4-FFF2-40B4-BE49-F238E27FC236}">
                <a16:creationId xmlns:a16="http://schemas.microsoft.com/office/drawing/2014/main" id="{C5B1FA90-7261-D899-450D-466DF2169B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2" name="Line 13">
            <a:extLst>
              <a:ext uri="{FF2B5EF4-FFF2-40B4-BE49-F238E27FC236}">
                <a16:creationId xmlns:a16="http://schemas.microsoft.com/office/drawing/2014/main" id="{EC5D19E7-6D98-F457-1682-D55E87F149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3" name="Line 14">
            <a:extLst>
              <a:ext uri="{FF2B5EF4-FFF2-40B4-BE49-F238E27FC236}">
                <a16:creationId xmlns:a16="http://schemas.microsoft.com/office/drawing/2014/main" id="{1CCC21BE-70F0-669B-D1E8-9697CC18F1E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0254" name="Object 15">
            <a:extLst>
              <a:ext uri="{FF2B5EF4-FFF2-40B4-BE49-F238E27FC236}">
                <a16:creationId xmlns:a16="http://schemas.microsoft.com/office/drawing/2014/main" id="{86BB8BBF-4675-FE07-40DF-909712B5E9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0254" name="Object 15">
                        <a:extLst>
                          <a:ext uri="{FF2B5EF4-FFF2-40B4-BE49-F238E27FC236}">
                            <a16:creationId xmlns:a16="http://schemas.microsoft.com/office/drawing/2014/main" id="{86BB8BBF-4675-FE07-40DF-909712B5E9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Oval 16">
            <a:extLst>
              <a:ext uri="{FF2B5EF4-FFF2-40B4-BE49-F238E27FC236}">
                <a16:creationId xmlns:a16="http://schemas.microsoft.com/office/drawing/2014/main" id="{E0647DAB-0CF2-3346-CBD2-5A6662751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0256" name="Line 17">
            <a:extLst>
              <a:ext uri="{FF2B5EF4-FFF2-40B4-BE49-F238E27FC236}">
                <a16:creationId xmlns:a16="http://schemas.microsoft.com/office/drawing/2014/main" id="{95C00673-34A1-A296-34BE-726BF1636D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0257" name="Object 18">
            <a:extLst>
              <a:ext uri="{FF2B5EF4-FFF2-40B4-BE49-F238E27FC236}">
                <a16:creationId xmlns:a16="http://schemas.microsoft.com/office/drawing/2014/main" id="{5E8BC722-913C-8607-EEA9-73D9514771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10257" name="Object 18">
                        <a:extLst>
                          <a:ext uri="{FF2B5EF4-FFF2-40B4-BE49-F238E27FC236}">
                            <a16:creationId xmlns:a16="http://schemas.microsoft.com/office/drawing/2014/main" id="{5E8BC722-913C-8607-EEA9-73D9514771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8" name="Object 19">
            <a:extLst>
              <a:ext uri="{FF2B5EF4-FFF2-40B4-BE49-F238E27FC236}">
                <a16:creationId xmlns:a16="http://schemas.microsoft.com/office/drawing/2014/main" id="{BEB62C3F-F958-9227-5EB2-8A96559895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10258" name="Object 19">
                        <a:extLst>
                          <a:ext uri="{FF2B5EF4-FFF2-40B4-BE49-F238E27FC236}">
                            <a16:creationId xmlns:a16="http://schemas.microsoft.com/office/drawing/2014/main" id="{BEB62C3F-F958-9227-5EB2-8A96559895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9" name="Oval 20">
            <a:extLst>
              <a:ext uri="{FF2B5EF4-FFF2-40B4-BE49-F238E27FC236}">
                <a16:creationId xmlns:a16="http://schemas.microsoft.com/office/drawing/2014/main" id="{981DB91A-4ACE-A9D0-7B24-23FC795B5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10260" name="Object 21">
            <a:extLst>
              <a:ext uri="{FF2B5EF4-FFF2-40B4-BE49-F238E27FC236}">
                <a16:creationId xmlns:a16="http://schemas.microsoft.com/office/drawing/2014/main" id="{D2994E54-3A12-DA10-E4B4-816A91232B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10260" name="Object 21">
                        <a:extLst>
                          <a:ext uri="{FF2B5EF4-FFF2-40B4-BE49-F238E27FC236}">
                            <a16:creationId xmlns:a16="http://schemas.microsoft.com/office/drawing/2014/main" id="{D2994E54-3A12-DA10-E4B4-816A91232B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1" name="Object 22">
            <a:extLst>
              <a:ext uri="{FF2B5EF4-FFF2-40B4-BE49-F238E27FC236}">
                <a16:creationId xmlns:a16="http://schemas.microsoft.com/office/drawing/2014/main" id="{390D3863-FBD9-F19D-B0DC-79D1F1A438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002" imgH="583947" progId="Equation.3">
                  <p:embed/>
                </p:oleObj>
              </mc:Choice>
              <mc:Fallback>
                <p:oleObj name="Equation" r:id="rId10" imgW="457002" imgH="583947" progId="Equation.3">
                  <p:embed/>
                  <p:pic>
                    <p:nvPicPr>
                      <p:cNvPr id="10261" name="Object 22">
                        <a:extLst>
                          <a:ext uri="{FF2B5EF4-FFF2-40B4-BE49-F238E27FC236}">
                            <a16:creationId xmlns:a16="http://schemas.microsoft.com/office/drawing/2014/main" id="{390D3863-FBD9-F19D-B0DC-79D1F1A438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23">
            <a:extLst>
              <a:ext uri="{FF2B5EF4-FFF2-40B4-BE49-F238E27FC236}">
                <a16:creationId xmlns:a16="http://schemas.microsoft.com/office/drawing/2014/main" id="{5A519DDD-373F-30DD-5D75-A82DBD0620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0262" name="Object 23">
                        <a:extLst>
                          <a:ext uri="{FF2B5EF4-FFF2-40B4-BE49-F238E27FC236}">
                            <a16:creationId xmlns:a16="http://schemas.microsoft.com/office/drawing/2014/main" id="{5A519DDD-373F-30DD-5D75-A82DBD0620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3" name="Object 24">
            <a:extLst>
              <a:ext uri="{FF2B5EF4-FFF2-40B4-BE49-F238E27FC236}">
                <a16:creationId xmlns:a16="http://schemas.microsoft.com/office/drawing/2014/main" id="{EEC60FCE-A9B1-D679-453A-851D434CD8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10263" name="Object 24">
                        <a:extLst>
                          <a:ext uri="{FF2B5EF4-FFF2-40B4-BE49-F238E27FC236}">
                            <a16:creationId xmlns:a16="http://schemas.microsoft.com/office/drawing/2014/main" id="{EEC60FCE-A9B1-D679-453A-851D434CD8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4" name="Object 27">
            <a:extLst>
              <a:ext uri="{FF2B5EF4-FFF2-40B4-BE49-F238E27FC236}">
                <a16:creationId xmlns:a16="http://schemas.microsoft.com/office/drawing/2014/main" id="{EF5992DB-794F-950B-8618-1FAC203B51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10264" name="Object 27">
                        <a:extLst>
                          <a:ext uri="{FF2B5EF4-FFF2-40B4-BE49-F238E27FC236}">
                            <a16:creationId xmlns:a16="http://schemas.microsoft.com/office/drawing/2014/main" id="{EF5992DB-794F-950B-8618-1FAC203B51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5" name="Line 30">
            <a:extLst>
              <a:ext uri="{FF2B5EF4-FFF2-40B4-BE49-F238E27FC236}">
                <a16:creationId xmlns:a16="http://schemas.microsoft.com/office/drawing/2014/main" id="{94D3A464-4A22-3144-6C5D-FFF22AE41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6" name="Text Box 31">
            <a:extLst>
              <a:ext uri="{FF2B5EF4-FFF2-40B4-BE49-F238E27FC236}">
                <a16:creationId xmlns:a16="http://schemas.microsoft.com/office/drawing/2014/main" id="{AED24E51-DD68-EC01-3EDF-AD7435BD6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1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First Choice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CEF5BFFD-A3A6-FF09-1686-6CC99DEFD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1268" name="Line 3">
            <a:extLst>
              <a:ext uri="{FF2B5EF4-FFF2-40B4-BE49-F238E27FC236}">
                <a16:creationId xmlns:a16="http://schemas.microsoft.com/office/drawing/2014/main" id="{7F00279B-F7D5-556D-1A2E-888F2B57E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9" name="Line 4">
            <a:extLst>
              <a:ext uri="{FF2B5EF4-FFF2-40B4-BE49-F238E27FC236}">
                <a16:creationId xmlns:a16="http://schemas.microsoft.com/office/drawing/2014/main" id="{57866B31-5187-7437-3A8A-59C465218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270" name="Object 7">
            <a:extLst>
              <a:ext uri="{FF2B5EF4-FFF2-40B4-BE49-F238E27FC236}">
                <a16:creationId xmlns:a16="http://schemas.microsoft.com/office/drawing/2014/main" id="{995C044C-C28D-8E85-A7BC-EB824D6437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1270" name="Object 7">
                        <a:extLst>
                          <a:ext uri="{FF2B5EF4-FFF2-40B4-BE49-F238E27FC236}">
                            <a16:creationId xmlns:a16="http://schemas.microsoft.com/office/drawing/2014/main" id="{995C044C-C28D-8E85-A7BC-EB824D6437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Line 8">
            <a:extLst>
              <a:ext uri="{FF2B5EF4-FFF2-40B4-BE49-F238E27FC236}">
                <a16:creationId xmlns:a16="http://schemas.microsoft.com/office/drawing/2014/main" id="{88506B04-F136-D03D-7DE1-48E831CD65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Oval 9">
            <a:extLst>
              <a:ext uri="{FF2B5EF4-FFF2-40B4-BE49-F238E27FC236}">
                <a16:creationId xmlns:a16="http://schemas.microsoft.com/office/drawing/2014/main" id="{61D2E8F3-B8B3-57C5-04CB-4AFBCFB6E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1273" name="Oval 10">
            <a:extLst>
              <a:ext uri="{FF2B5EF4-FFF2-40B4-BE49-F238E27FC236}">
                <a16:creationId xmlns:a16="http://schemas.microsoft.com/office/drawing/2014/main" id="{B666FD84-E97E-10E0-37FB-63DDED9E1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1274" name="Oval 11">
            <a:extLst>
              <a:ext uri="{FF2B5EF4-FFF2-40B4-BE49-F238E27FC236}">
                <a16:creationId xmlns:a16="http://schemas.microsoft.com/office/drawing/2014/main" id="{511D5689-F20D-5D73-0262-E23A5E4C2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1275" name="Line 12">
            <a:extLst>
              <a:ext uri="{FF2B5EF4-FFF2-40B4-BE49-F238E27FC236}">
                <a16:creationId xmlns:a16="http://schemas.microsoft.com/office/drawing/2014/main" id="{B558490F-6029-2E1F-230D-25F75C9CB3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Line 13">
            <a:extLst>
              <a:ext uri="{FF2B5EF4-FFF2-40B4-BE49-F238E27FC236}">
                <a16:creationId xmlns:a16="http://schemas.microsoft.com/office/drawing/2014/main" id="{8B6D9423-50AD-C026-B9E3-3628083BE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Line 14">
            <a:extLst>
              <a:ext uri="{FF2B5EF4-FFF2-40B4-BE49-F238E27FC236}">
                <a16:creationId xmlns:a16="http://schemas.microsoft.com/office/drawing/2014/main" id="{F9BDB173-1D00-E1A5-5F23-737B032E4C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1278" name="Object 15">
            <a:extLst>
              <a:ext uri="{FF2B5EF4-FFF2-40B4-BE49-F238E27FC236}">
                <a16:creationId xmlns:a16="http://schemas.microsoft.com/office/drawing/2014/main" id="{56AF856C-5B3C-7CE6-2F71-DAB81D2DF5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1278" name="Object 15">
                        <a:extLst>
                          <a:ext uri="{FF2B5EF4-FFF2-40B4-BE49-F238E27FC236}">
                            <a16:creationId xmlns:a16="http://schemas.microsoft.com/office/drawing/2014/main" id="{56AF856C-5B3C-7CE6-2F71-DAB81D2DF5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9" name="Oval 16">
            <a:extLst>
              <a:ext uri="{FF2B5EF4-FFF2-40B4-BE49-F238E27FC236}">
                <a16:creationId xmlns:a16="http://schemas.microsoft.com/office/drawing/2014/main" id="{AFCD2DA8-A1F0-68FA-F6D0-7EB9EC792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1280" name="Line 17">
            <a:extLst>
              <a:ext uri="{FF2B5EF4-FFF2-40B4-BE49-F238E27FC236}">
                <a16:creationId xmlns:a16="http://schemas.microsoft.com/office/drawing/2014/main" id="{66B9A78E-389E-D31F-0102-DF5AFE41B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1281" name="Object 18">
            <a:extLst>
              <a:ext uri="{FF2B5EF4-FFF2-40B4-BE49-F238E27FC236}">
                <a16:creationId xmlns:a16="http://schemas.microsoft.com/office/drawing/2014/main" id="{0D74B3DB-DA46-1382-B61C-259ACE0BFC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11281" name="Object 18">
                        <a:extLst>
                          <a:ext uri="{FF2B5EF4-FFF2-40B4-BE49-F238E27FC236}">
                            <a16:creationId xmlns:a16="http://schemas.microsoft.com/office/drawing/2014/main" id="{0D74B3DB-DA46-1382-B61C-259ACE0BFC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2" name="Object 19">
            <a:extLst>
              <a:ext uri="{FF2B5EF4-FFF2-40B4-BE49-F238E27FC236}">
                <a16:creationId xmlns:a16="http://schemas.microsoft.com/office/drawing/2014/main" id="{CF3878AE-2EFB-C429-FF96-094CE31A60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11282" name="Object 19">
                        <a:extLst>
                          <a:ext uri="{FF2B5EF4-FFF2-40B4-BE49-F238E27FC236}">
                            <a16:creationId xmlns:a16="http://schemas.microsoft.com/office/drawing/2014/main" id="{CF3878AE-2EFB-C429-FF96-094CE31A60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Oval 20">
            <a:extLst>
              <a:ext uri="{FF2B5EF4-FFF2-40B4-BE49-F238E27FC236}">
                <a16:creationId xmlns:a16="http://schemas.microsoft.com/office/drawing/2014/main" id="{099CEEF7-8CCA-F01F-4875-008B6ECDD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11284" name="Object 21">
            <a:extLst>
              <a:ext uri="{FF2B5EF4-FFF2-40B4-BE49-F238E27FC236}">
                <a16:creationId xmlns:a16="http://schemas.microsoft.com/office/drawing/2014/main" id="{5B1DF97D-781D-D571-A6B9-86C3EBC314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11284" name="Object 21">
                        <a:extLst>
                          <a:ext uri="{FF2B5EF4-FFF2-40B4-BE49-F238E27FC236}">
                            <a16:creationId xmlns:a16="http://schemas.microsoft.com/office/drawing/2014/main" id="{5B1DF97D-781D-D571-A6B9-86C3EBC314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5" name="Object 22">
            <a:extLst>
              <a:ext uri="{FF2B5EF4-FFF2-40B4-BE49-F238E27FC236}">
                <a16:creationId xmlns:a16="http://schemas.microsoft.com/office/drawing/2014/main" id="{68A2EC4B-47D9-B9C6-ECA8-249E267F33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002" imgH="583947" progId="Equation.3">
                  <p:embed/>
                </p:oleObj>
              </mc:Choice>
              <mc:Fallback>
                <p:oleObj name="Equation" r:id="rId10" imgW="457002" imgH="583947" progId="Equation.3">
                  <p:embed/>
                  <p:pic>
                    <p:nvPicPr>
                      <p:cNvPr id="11285" name="Object 22">
                        <a:extLst>
                          <a:ext uri="{FF2B5EF4-FFF2-40B4-BE49-F238E27FC236}">
                            <a16:creationId xmlns:a16="http://schemas.microsoft.com/office/drawing/2014/main" id="{68A2EC4B-47D9-B9C6-ECA8-249E267F33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6" name="Object 23">
            <a:extLst>
              <a:ext uri="{FF2B5EF4-FFF2-40B4-BE49-F238E27FC236}">
                <a16:creationId xmlns:a16="http://schemas.microsoft.com/office/drawing/2014/main" id="{F97ABE8A-D20A-61B9-68FF-1E13E84055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1286" name="Object 23">
                        <a:extLst>
                          <a:ext uri="{FF2B5EF4-FFF2-40B4-BE49-F238E27FC236}">
                            <a16:creationId xmlns:a16="http://schemas.microsoft.com/office/drawing/2014/main" id="{F97ABE8A-D20A-61B9-68FF-1E13E84055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7" name="Object 24">
            <a:extLst>
              <a:ext uri="{FF2B5EF4-FFF2-40B4-BE49-F238E27FC236}">
                <a16:creationId xmlns:a16="http://schemas.microsoft.com/office/drawing/2014/main" id="{2D09F11A-4D28-8E78-1A84-B5804759CD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1287" name="Object 24">
                        <a:extLst>
                          <a:ext uri="{FF2B5EF4-FFF2-40B4-BE49-F238E27FC236}">
                            <a16:creationId xmlns:a16="http://schemas.microsoft.com/office/drawing/2014/main" id="{2D09F11A-4D28-8E78-1A84-B5804759CD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8" name="Text Box 26">
            <a:extLst>
              <a:ext uri="{FF2B5EF4-FFF2-40B4-BE49-F238E27FC236}">
                <a16:creationId xmlns:a16="http://schemas.microsoft.com/office/drawing/2014/main" id="{81237C81-CAA8-FD37-186F-B228C28A9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1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First Choice</a:t>
            </a:r>
          </a:p>
        </p:txBody>
      </p:sp>
      <p:graphicFrame>
        <p:nvGraphicFramePr>
          <p:cNvPr id="11289" name="Object 27">
            <a:extLst>
              <a:ext uri="{FF2B5EF4-FFF2-40B4-BE49-F238E27FC236}">
                <a16:creationId xmlns:a16="http://schemas.microsoft.com/office/drawing/2014/main" id="{E5591D78-D8EE-FE08-FB54-7959DF65F0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1289" name="Object 27">
                        <a:extLst>
                          <a:ext uri="{FF2B5EF4-FFF2-40B4-BE49-F238E27FC236}">
                            <a16:creationId xmlns:a16="http://schemas.microsoft.com/office/drawing/2014/main" id="{E5591D78-D8EE-FE08-FB54-7959DF65F0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0" name="Line 31">
            <a:extLst>
              <a:ext uri="{FF2B5EF4-FFF2-40B4-BE49-F238E27FC236}">
                <a16:creationId xmlns:a16="http://schemas.microsoft.com/office/drawing/2014/main" id="{2BC09339-0AF4-3E4F-3BD1-C0FA822B3E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88C40910-C7C0-84B0-7F44-D931A54BB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2292" name="Line 3">
            <a:extLst>
              <a:ext uri="{FF2B5EF4-FFF2-40B4-BE49-F238E27FC236}">
                <a16:creationId xmlns:a16="http://schemas.microsoft.com/office/drawing/2014/main" id="{CE943FAC-B889-16B0-11C4-DBD7C0F3A8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3" name="Line 4">
            <a:extLst>
              <a:ext uri="{FF2B5EF4-FFF2-40B4-BE49-F238E27FC236}">
                <a16:creationId xmlns:a16="http://schemas.microsoft.com/office/drawing/2014/main" id="{A4BBBD14-1D77-FD76-2799-30EC2C077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294" name="Object 7">
            <a:extLst>
              <a:ext uri="{FF2B5EF4-FFF2-40B4-BE49-F238E27FC236}">
                <a16:creationId xmlns:a16="http://schemas.microsoft.com/office/drawing/2014/main" id="{E31EBD06-56AC-C9A9-5D74-66905100C2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2294" name="Object 7">
                        <a:extLst>
                          <a:ext uri="{FF2B5EF4-FFF2-40B4-BE49-F238E27FC236}">
                            <a16:creationId xmlns:a16="http://schemas.microsoft.com/office/drawing/2014/main" id="{E31EBD06-56AC-C9A9-5D74-66905100C2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Line 8">
            <a:extLst>
              <a:ext uri="{FF2B5EF4-FFF2-40B4-BE49-F238E27FC236}">
                <a16:creationId xmlns:a16="http://schemas.microsoft.com/office/drawing/2014/main" id="{7BEA8AAD-BD37-F171-DE84-0120048EC9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Oval 9">
            <a:extLst>
              <a:ext uri="{FF2B5EF4-FFF2-40B4-BE49-F238E27FC236}">
                <a16:creationId xmlns:a16="http://schemas.microsoft.com/office/drawing/2014/main" id="{F2AB0E3A-871C-8571-21F0-B8F58459F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2297" name="Oval 10">
            <a:extLst>
              <a:ext uri="{FF2B5EF4-FFF2-40B4-BE49-F238E27FC236}">
                <a16:creationId xmlns:a16="http://schemas.microsoft.com/office/drawing/2014/main" id="{59D752DC-D842-908B-6D38-FF3FBDFE3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2298" name="Oval 11">
            <a:extLst>
              <a:ext uri="{FF2B5EF4-FFF2-40B4-BE49-F238E27FC236}">
                <a16:creationId xmlns:a16="http://schemas.microsoft.com/office/drawing/2014/main" id="{2764425F-0934-77B3-2D93-AFA90F3E0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2299" name="Line 12">
            <a:extLst>
              <a:ext uri="{FF2B5EF4-FFF2-40B4-BE49-F238E27FC236}">
                <a16:creationId xmlns:a16="http://schemas.microsoft.com/office/drawing/2014/main" id="{C109B31D-5AAF-5DAA-6F43-BABEADB6C0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0" name="Line 13">
            <a:extLst>
              <a:ext uri="{FF2B5EF4-FFF2-40B4-BE49-F238E27FC236}">
                <a16:creationId xmlns:a16="http://schemas.microsoft.com/office/drawing/2014/main" id="{6EC3484A-1689-F3BE-760F-195A1C40F8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1" name="Line 14">
            <a:extLst>
              <a:ext uri="{FF2B5EF4-FFF2-40B4-BE49-F238E27FC236}">
                <a16:creationId xmlns:a16="http://schemas.microsoft.com/office/drawing/2014/main" id="{4C9CF831-1196-874B-1271-3BB84A07F2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2302" name="Object 15">
            <a:extLst>
              <a:ext uri="{FF2B5EF4-FFF2-40B4-BE49-F238E27FC236}">
                <a16:creationId xmlns:a16="http://schemas.microsoft.com/office/drawing/2014/main" id="{5C14ACA9-0AEF-7C5D-306F-61903228A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2302" name="Object 15">
                        <a:extLst>
                          <a:ext uri="{FF2B5EF4-FFF2-40B4-BE49-F238E27FC236}">
                            <a16:creationId xmlns:a16="http://schemas.microsoft.com/office/drawing/2014/main" id="{5C14ACA9-0AEF-7C5D-306F-61903228A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3" name="Oval 16">
            <a:extLst>
              <a:ext uri="{FF2B5EF4-FFF2-40B4-BE49-F238E27FC236}">
                <a16:creationId xmlns:a16="http://schemas.microsoft.com/office/drawing/2014/main" id="{3FFF4DA5-1DCA-8E4A-47E7-9AF169E10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2304" name="Line 17">
            <a:extLst>
              <a:ext uri="{FF2B5EF4-FFF2-40B4-BE49-F238E27FC236}">
                <a16:creationId xmlns:a16="http://schemas.microsoft.com/office/drawing/2014/main" id="{1CE11181-4ADB-D999-62AF-C6491273E8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2305" name="Object 18">
            <a:extLst>
              <a:ext uri="{FF2B5EF4-FFF2-40B4-BE49-F238E27FC236}">
                <a16:creationId xmlns:a16="http://schemas.microsoft.com/office/drawing/2014/main" id="{0BD9654C-9CA0-4F20-AB9F-7BE513FF8C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12305" name="Object 18">
                        <a:extLst>
                          <a:ext uri="{FF2B5EF4-FFF2-40B4-BE49-F238E27FC236}">
                            <a16:creationId xmlns:a16="http://schemas.microsoft.com/office/drawing/2014/main" id="{0BD9654C-9CA0-4F20-AB9F-7BE513FF8C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6" name="Object 19">
            <a:extLst>
              <a:ext uri="{FF2B5EF4-FFF2-40B4-BE49-F238E27FC236}">
                <a16:creationId xmlns:a16="http://schemas.microsoft.com/office/drawing/2014/main" id="{B1BB0A0F-89F4-63E7-69EC-330F8B0F7E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12306" name="Object 19">
                        <a:extLst>
                          <a:ext uri="{FF2B5EF4-FFF2-40B4-BE49-F238E27FC236}">
                            <a16:creationId xmlns:a16="http://schemas.microsoft.com/office/drawing/2014/main" id="{B1BB0A0F-89F4-63E7-69EC-330F8B0F7E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7" name="Oval 20">
            <a:extLst>
              <a:ext uri="{FF2B5EF4-FFF2-40B4-BE49-F238E27FC236}">
                <a16:creationId xmlns:a16="http://schemas.microsoft.com/office/drawing/2014/main" id="{1051638D-F2B9-FA90-BA03-7234C94EB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12308" name="Object 21">
            <a:extLst>
              <a:ext uri="{FF2B5EF4-FFF2-40B4-BE49-F238E27FC236}">
                <a16:creationId xmlns:a16="http://schemas.microsoft.com/office/drawing/2014/main" id="{9DCDF62D-B97C-C1B7-8C4E-247B4EBCC8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12308" name="Object 21">
                        <a:extLst>
                          <a:ext uri="{FF2B5EF4-FFF2-40B4-BE49-F238E27FC236}">
                            <a16:creationId xmlns:a16="http://schemas.microsoft.com/office/drawing/2014/main" id="{9DCDF62D-B97C-C1B7-8C4E-247B4EBCC8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9" name="Object 22">
            <a:extLst>
              <a:ext uri="{FF2B5EF4-FFF2-40B4-BE49-F238E27FC236}">
                <a16:creationId xmlns:a16="http://schemas.microsoft.com/office/drawing/2014/main" id="{23F7F914-0FB9-7C08-E580-088EF99C20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002" imgH="583947" progId="Equation.3">
                  <p:embed/>
                </p:oleObj>
              </mc:Choice>
              <mc:Fallback>
                <p:oleObj name="Equation" r:id="rId10" imgW="457002" imgH="583947" progId="Equation.3">
                  <p:embed/>
                  <p:pic>
                    <p:nvPicPr>
                      <p:cNvPr id="12309" name="Object 22">
                        <a:extLst>
                          <a:ext uri="{FF2B5EF4-FFF2-40B4-BE49-F238E27FC236}">
                            <a16:creationId xmlns:a16="http://schemas.microsoft.com/office/drawing/2014/main" id="{23F7F914-0FB9-7C08-E580-088EF99C20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0" name="Object 23">
            <a:extLst>
              <a:ext uri="{FF2B5EF4-FFF2-40B4-BE49-F238E27FC236}">
                <a16:creationId xmlns:a16="http://schemas.microsoft.com/office/drawing/2014/main" id="{98EC8A4E-064E-58CC-FDAA-65F99EF336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2310" name="Object 23">
                        <a:extLst>
                          <a:ext uri="{FF2B5EF4-FFF2-40B4-BE49-F238E27FC236}">
                            <a16:creationId xmlns:a16="http://schemas.microsoft.com/office/drawing/2014/main" id="{98EC8A4E-064E-58CC-FDAA-65F99EF336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1" name="Object 24">
            <a:extLst>
              <a:ext uri="{FF2B5EF4-FFF2-40B4-BE49-F238E27FC236}">
                <a16:creationId xmlns:a16="http://schemas.microsoft.com/office/drawing/2014/main" id="{590644A0-E6AA-4729-F8A0-54BC75E100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2311" name="Object 24">
                        <a:extLst>
                          <a:ext uri="{FF2B5EF4-FFF2-40B4-BE49-F238E27FC236}">
                            <a16:creationId xmlns:a16="http://schemas.microsoft.com/office/drawing/2014/main" id="{590644A0-E6AA-4729-F8A0-54BC75E100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2" name="Object 25">
            <a:extLst>
              <a:ext uri="{FF2B5EF4-FFF2-40B4-BE49-F238E27FC236}">
                <a16:creationId xmlns:a16="http://schemas.microsoft.com/office/drawing/2014/main" id="{61732FA8-C8D5-BAC6-9CD3-D8A348891E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2312" name="Object 25">
                        <a:extLst>
                          <a:ext uri="{FF2B5EF4-FFF2-40B4-BE49-F238E27FC236}">
                            <a16:creationId xmlns:a16="http://schemas.microsoft.com/office/drawing/2014/main" id="{61732FA8-C8D5-BAC6-9CD3-D8A348891E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3" name="Text Box 26">
            <a:extLst>
              <a:ext uri="{FF2B5EF4-FFF2-40B4-BE49-F238E27FC236}">
                <a16:creationId xmlns:a16="http://schemas.microsoft.com/office/drawing/2014/main" id="{0DF511C5-17BF-BE44-3F8E-39D887B2E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1" y="2819400"/>
            <a:ext cx="17637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“accept”</a:t>
            </a:r>
          </a:p>
        </p:txBody>
      </p:sp>
      <p:sp>
        <p:nvSpPr>
          <p:cNvPr id="12314" name="Text Box 27">
            <a:extLst>
              <a:ext uri="{FF2B5EF4-FFF2-40B4-BE49-F238E27FC236}">
                <a16:creationId xmlns:a16="http://schemas.microsoft.com/office/drawing/2014/main" id="{E588ADB8-0E25-D2DC-B222-DBEFA39D4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1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12315" name="Line 30">
            <a:extLst>
              <a:ext uri="{FF2B5EF4-FFF2-40B4-BE49-F238E27FC236}">
                <a16:creationId xmlns:a16="http://schemas.microsoft.com/office/drawing/2014/main" id="{7E0DF637-BEFD-8B65-8EC3-2B5737E843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16" name="Text Box 31">
            <a:extLst>
              <a:ext uri="{FF2B5EF4-FFF2-40B4-BE49-F238E27FC236}">
                <a16:creationId xmlns:a16="http://schemas.microsoft.com/office/drawing/2014/main" id="{D7285677-EC8E-3BB6-EAD8-262407DC3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981200"/>
            <a:ext cx="4152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All input is consumed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>
            <a:extLst>
              <a:ext uri="{FF2B5EF4-FFF2-40B4-BE49-F238E27FC236}">
                <a16:creationId xmlns:a16="http://schemas.microsoft.com/office/drawing/2014/main" id="{1D0EE142-D797-E038-C320-23EF1A85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8DB03C02-848E-4CA3-A10D-E750FFC94689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17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A702A4D1-F728-3CF1-FA01-CF49C2460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3316" name="Line 3">
            <a:extLst>
              <a:ext uri="{FF2B5EF4-FFF2-40B4-BE49-F238E27FC236}">
                <a16:creationId xmlns:a16="http://schemas.microsoft.com/office/drawing/2014/main" id="{32E209C4-E610-1881-1D94-8459DA16AA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Line 4">
            <a:extLst>
              <a:ext uri="{FF2B5EF4-FFF2-40B4-BE49-F238E27FC236}">
                <a16:creationId xmlns:a16="http://schemas.microsoft.com/office/drawing/2014/main" id="{EC17C957-4614-DB91-3F06-D4937C5019A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318" name="Object 5">
            <a:extLst>
              <a:ext uri="{FF2B5EF4-FFF2-40B4-BE49-F238E27FC236}">
                <a16:creationId xmlns:a16="http://schemas.microsoft.com/office/drawing/2014/main" id="{7451ABDA-3ADA-3C8F-DBB7-10D7EE7421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3318" name="Object 5">
                        <a:extLst>
                          <a:ext uri="{FF2B5EF4-FFF2-40B4-BE49-F238E27FC236}">
                            <a16:creationId xmlns:a16="http://schemas.microsoft.com/office/drawing/2014/main" id="{7451ABDA-3ADA-3C8F-DBB7-10D7EE7421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Line 6">
            <a:extLst>
              <a:ext uri="{FF2B5EF4-FFF2-40B4-BE49-F238E27FC236}">
                <a16:creationId xmlns:a16="http://schemas.microsoft.com/office/drawing/2014/main" id="{2A1DC729-E6EF-8C1F-FD2B-4CC8DF2E45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Oval 7">
            <a:extLst>
              <a:ext uri="{FF2B5EF4-FFF2-40B4-BE49-F238E27FC236}">
                <a16:creationId xmlns:a16="http://schemas.microsoft.com/office/drawing/2014/main" id="{6ACC5DFD-B30D-AEF3-5848-7B45BD42A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3321" name="Oval 8">
            <a:extLst>
              <a:ext uri="{FF2B5EF4-FFF2-40B4-BE49-F238E27FC236}">
                <a16:creationId xmlns:a16="http://schemas.microsoft.com/office/drawing/2014/main" id="{41F48D53-8F00-681D-7269-7A4E6A3B1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3322" name="Oval 9">
            <a:extLst>
              <a:ext uri="{FF2B5EF4-FFF2-40B4-BE49-F238E27FC236}">
                <a16:creationId xmlns:a16="http://schemas.microsoft.com/office/drawing/2014/main" id="{C2BE4A16-F404-F9F3-1DF3-8D83F4118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3323" name="Line 10">
            <a:extLst>
              <a:ext uri="{FF2B5EF4-FFF2-40B4-BE49-F238E27FC236}">
                <a16:creationId xmlns:a16="http://schemas.microsoft.com/office/drawing/2014/main" id="{0B2C25D7-0896-768B-B206-4672C95628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Line 11">
            <a:extLst>
              <a:ext uri="{FF2B5EF4-FFF2-40B4-BE49-F238E27FC236}">
                <a16:creationId xmlns:a16="http://schemas.microsoft.com/office/drawing/2014/main" id="{B3BD8746-51CA-C31C-2B59-CD2DD8FF9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Line 12">
            <a:extLst>
              <a:ext uri="{FF2B5EF4-FFF2-40B4-BE49-F238E27FC236}">
                <a16:creationId xmlns:a16="http://schemas.microsoft.com/office/drawing/2014/main" id="{9A3FB528-5846-A3E0-47C0-7632B7E7BA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3326" name="Object 13">
            <a:extLst>
              <a:ext uri="{FF2B5EF4-FFF2-40B4-BE49-F238E27FC236}">
                <a16:creationId xmlns:a16="http://schemas.microsoft.com/office/drawing/2014/main" id="{6C917BFE-AD58-6961-75D1-D16A3328E7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13326" name="Object 13">
                        <a:extLst>
                          <a:ext uri="{FF2B5EF4-FFF2-40B4-BE49-F238E27FC236}">
                            <a16:creationId xmlns:a16="http://schemas.microsoft.com/office/drawing/2014/main" id="{6C917BFE-AD58-6961-75D1-D16A3328E7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7" name="Oval 14">
            <a:extLst>
              <a:ext uri="{FF2B5EF4-FFF2-40B4-BE49-F238E27FC236}">
                <a16:creationId xmlns:a16="http://schemas.microsoft.com/office/drawing/2014/main" id="{3C9D0B0F-FCCE-1C60-FFFB-FACD09AC7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3328" name="Line 15">
            <a:extLst>
              <a:ext uri="{FF2B5EF4-FFF2-40B4-BE49-F238E27FC236}">
                <a16:creationId xmlns:a16="http://schemas.microsoft.com/office/drawing/2014/main" id="{66C6258D-BABB-046A-97BB-558896E3DC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3329" name="Object 16">
            <a:extLst>
              <a:ext uri="{FF2B5EF4-FFF2-40B4-BE49-F238E27FC236}">
                <a16:creationId xmlns:a16="http://schemas.microsoft.com/office/drawing/2014/main" id="{A22A6AAC-3A9C-E52F-DEE8-99E0EB4BC1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13329" name="Object 16">
                        <a:extLst>
                          <a:ext uri="{FF2B5EF4-FFF2-40B4-BE49-F238E27FC236}">
                            <a16:creationId xmlns:a16="http://schemas.microsoft.com/office/drawing/2014/main" id="{A22A6AAC-3A9C-E52F-DEE8-99E0EB4BC1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0" name="Object 17">
            <a:extLst>
              <a:ext uri="{FF2B5EF4-FFF2-40B4-BE49-F238E27FC236}">
                <a16:creationId xmlns:a16="http://schemas.microsoft.com/office/drawing/2014/main" id="{95DCEE55-1287-93B3-8319-A20DF562C6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13330" name="Object 17">
                        <a:extLst>
                          <a:ext uri="{FF2B5EF4-FFF2-40B4-BE49-F238E27FC236}">
                            <a16:creationId xmlns:a16="http://schemas.microsoft.com/office/drawing/2014/main" id="{95DCEE55-1287-93B3-8319-A20DF562C6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1" name="Oval 18">
            <a:extLst>
              <a:ext uri="{FF2B5EF4-FFF2-40B4-BE49-F238E27FC236}">
                <a16:creationId xmlns:a16="http://schemas.microsoft.com/office/drawing/2014/main" id="{E3ECEA74-470C-30E2-D93B-F8D391942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13332" name="Object 19">
            <a:extLst>
              <a:ext uri="{FF2B5EF4-FFF2-40B4-BE49-F238E27FC236}">
                <a16:creationId xmlns:a16="http://schemas.microsoft.com/office/drawing/2014/main" id="{AFD941A3-E154-FDFA-CF8A-F791F5CAA5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13332" name="Object 19">
                        <a:extLst>
                          <a:ext uri="{FF2B5EF4-FFF2-40B4-BE49-F238E27FC236}">
                            <a16:creationId xmlns:a16="http://schemas.microsoft.com/office/drawing/2014/main" id="{AFD941A3-E154-FDFA-CF8A-F791F5CAA5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3" name="Object 20">
            <a:extLst>
              <a:ext uri="{FF2B5EF4-FFF2-40B4-BE49-F238E27FC236}">
                <a16:creationId xmlns:a16="http://schemas.microsoft.com/office/drawing/2014/main" id="{8FB89D51-FF82-244E-97D1-72BD074CA4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57002" imgH="583947" progId="Equation.3">
                  <p:embed/>
                </p:oleObj>
              </mc:Choice>
              <mc:Fallback>
                <p:oleObj name="Equation" r:id="rId11" imgW="457002" imgH="583947" progId="Equation.3">
                  <p:embed/>
                  <p:pic>
                    <p:nvPicPr>
                      <p:cNvPr id="13333" name="Object 20">
                        <a:extLst>
                          <a:ext uri="{FF2B5EF4-FFF2-40B4-BE49-F238E27FC236}">
                            <a16:creationId xmlns:a16="http://schemas.microsoft.com/office/drawing/2014/main" id="{8FB89D51-FF82-244E-97D1-72BD074CA4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4" name="Object 21">
            <a:extLst>
              <a:ext uri="{FF2B5EF4-FFF2-40B4-BE49-F238E27FC236}">
                <a16:creationId xmlns:a16="http://schemas.microsoft.com/office/drawing/2014/main" id="{978890CD-5687-2D68-EA92-2CC7140DCC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3334" name="Object 21">
                        <a:extLst>
                          <a:ext uri="{FF2B5EF4-FFF2-40B4-BE49-F238E27FC236}">
                            <a16:creationId xmlns:a16="http://schemas.microsoft.com/office/drawing/2014/main" id="{978890CD-5687-2D68-EA92-2CC7140DCC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5" name="Object 22">
            <a:extLst>
              <a:ext uri="{FF2B5EF4-FFF2-40B4-BE49-F238E27FC236}">
                <a16:creationId xmlns:a16="http://schemas.microsoft.com/office/drawing/2014/main" id="{0A2704C1-50B4-30D2-6CB4-F7A55575FD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13335" name="Object 22">
                        <a:extLst>
                          <a:ext uri="{FF2B5EF4-FFF2-40B4-BE49-F238E27FC236}">
                            <a16:creationId xmlns:a16="http://schemas.microsoft.com/office/drawing/2014/main" id="{0A2704C1-50B4-30D2-6CB4-F7A55575FD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Text Box 23">
            <a:extLst>
              <a:ext uri="{FF2B5EF4-FFF2-40B4-BE49-F238E27FC236}">
                <a16:creationId xmlns:a16="http://schemas.microsoft.com/office/drawing/2014/main" id="{655CAE02-E88D-BA67-B7FD-07FBD9217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13337" name="Object 24">
            <a:extLst>
              <a:ext uri="{FF2B5EF4-FFF2-40B4-BE49-F238E27FC236}">
                <a16:creationId xmlns:a16="http://schemas.microsoft.com/office/drawing/2014/main" id="{D6E27451-9FA0-A416-8876-E98BEC46B6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13337" name="Object 24">
                        <a:extLst>
                          <a:ext uri="{FF2B5EF4-FFF2-40B4-BE49-F238E27FC236}">
                            <a16:creationId xmlns:a16="http://schemas.microsoft.com/office/drawing/2014/main" id="{D6E27451-9FA0-A416-8876-E98BEC46B6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8" name="Line 25">
            <a:extLst>
              <a:ext uri="{FF2B5EF4-FFF2-40B4-BE49-F238E27FC236}">
                <a16:creationId xmlns:a16="http://schemas.microsoft.com/office/drawing/2014/main" id="{25D91781-A379-4E62-8B44-B78DFCAB2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A2DB5AA2-FD23-B108-D35C-1860CB4C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B17BB61A-8DE6-49E3-8E0A-4EE00D0C05D3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18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250EFB4-EA32-6348-260B-1C1F2C198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4340" name="Line 3">
            <a:extLst>
              <a:ext uri="{FF2B5EF4-FFF2-40B4-BE49-F238E27FC236}">
                <a16:creationId xmlns:a16="http://schemas.microsoft.com/office/drawing/2014/main" id="{67CE9CC0-1C97-C1BD-BBCC-1799AA0EE6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Line 4">
            <a:extLst>
              <a:ext uri="{FF2B5EF4-FFF2-40B4-BE49-F238E27FC236}">
                <a16:creationId xmlns:a16="http://schemas.microsoft.com/office/drawing/2014/main" id="{303FC96D-C478-7ECB-1314-E6D05A495A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342" name="Object 5">
            <a:extLst>
              <a:ext uri="{FF2B5EF4-FFF2-40B4-BE49-F238E27FC236}">
                <a16:creationId xmlns:a16="http://schemas.microsoft.com/office/drawing/2014/main" id="{92915470-FADE-1560-6793-ED1A2833F6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4342" name="Object 5">
                        <a:extLst>
                          <a:ext uri="{FF2B5EF4-FFF2-40B4-BE49-F238E27FC236}">
                            <a16:creationId xmlns:a16="http://schemas.microsoft.com/office/drawing/2014/main" id="{92915470-FADE-1560-6793-ED1A2833F6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" name="Line 6">
            <a:extLst>
              <a:ext uri="{FF2B5EF4-FFF2-40B4-BE49-F238E27FC236}">
                <a16:creationId xmlns:a16="http://schemas.microsoft.com/office/drawing/2014/main" id="{84D66ABE-82BC-BA31-1325-EBAFFEBD18A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Oval 7">
            <a:extLst>
              <a:ext uri="{FF2B5EF4-FFF2-40B4-BE49-F238E27FC236}">
                <a16:creationId xmlns:a16="http://schemas.microsoft.com/office/drawing/2014/main" id="{32D8E114-E10D-C6E2-67F7-FFD74DD43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4345" name="Oval 8">
            <a:extLst>
              <a:ext uri="{FF2B5EF4-FFF2-40B4-BE49-F238E27FC236}">
                <a16:creationId xmlns:a16="http://schemas.microsoft.com/office/drawing/2014/main" id="{9ABFC8AC-0477-EDC1-663E-8F04F1441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4346" name="Oval 9">
            <a:extLst>
              <a:ext uri="{FF2B5EF4-FFF2-40B4-BE49-F238E27FC236}">
                <a16:creationId xmlns:a16="http://schemas.microsoft.com/office/drawing/2014/main" id="{8EA271D5-ACA6-B172-2867-F0927FD9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4347" name="Line 10">
            <a:extLst>
              <a:ext uri="{FF2B5EF4-FFF2-40B4-BE49-F238E27FC236}">
                <a16:creationId xmlns:a16="http://schemas.microsoft.com/office/drawing/2014/main" id="{FF43CEA5-80A2-F920-F43F-433B185B4C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8" name="Line 11">
            <a:extLst>
              <a:ext uri="{FF2B5EF4-FFF2-40B4-BE49-F238E27FC236}">
                <a16:creationId xmlns:a16="http://schemas.microsoft.com/office/drawing/2014/main" id="{D80D740D-88E6-4750-E35A-6049D82E6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9" name="Line 12">
            <a:extLst>
              <a:ext uri="{FF2B5EF4-FFF2-40B4-BE49-F238E27FC236}">
                <a16:creationId xmlns:a16="http://schemas.microsoft.com/office/drawing/2014/main" id="{1D4B383E-C9F0-363B-0E23-DD0828513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4350" name="Object 13">
            <a:extLst>
              <a:ext uri="{FF2B5EF4-FFF2-40B4-BE49-F238E27FC236}">
                <a16:creationId xmlns:a16="http://schemas.microsoft.com/office/drawing/2014/main" id="{8B83EFE6-EA93-A385-282F-8740BBA17C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14350" name="Object 13">
                        <a:extLst>
                          <a:ext uri="{FF2B5EF4-FFF2-40B4-BE49-F238E27FC236}">
                            <a16:creationId xmlns:a16="http://schemas.microsoft.com/office/drawing/2014/main" id="{8B83EFE6-EA93-A385-282F-8740BBA17C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Oval 14">
            <a:extLst>
              <a:ext uri="{FF2B5EF4-FFF2-40B4-BE49-F238E27FC236}">
                <a16:creationId xmlns:a16="http://schemas.microsoft.com/office/drawing/2014/main" id="{477B5735-6200-BCB7-9969-8E04CF2E0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4352" name="Line 15">
            <a:extLst>
              <a:ext uri="{FF2B5EF4-FFF2-40B4-BE49-F238E27FC236}">
                <a16:creationId xmlns:a16="http://schemas.microsoft.com/office/drawing/2014/main" id="{59ADD084-B066-BD16-7A6F-A7CBC5CAE9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4353" name="Object 16">
            <a:extLst>
              <a:ext uri="{FF2B5EF4-FFF2-40B4-BE49-F238E27FC236}">
                <a16:creationId xmlns:a16="http://schemas.microsoft.com/office/drawing/2014/main" id="{44A0E58E-6F9A-7E94-B5CA-372C4A68B2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14353" name="Object 16">
                        <a:extLst>
                          <a:ext uri="{FF2B5EF4-FFF2-40B4-BE49-F238E27FC236}">
                            <a16:creationId xmlns:a16="http://schemas.microsoft.com/office/drawing/2014/main" id="{44A0E58E-6F9A-7E94-B5CA-372C4A68B2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4" name="Object 17">
            <a:extLst>
              <a:ext uri="{FF2B5EF4-FFF2-40B4-BE49-F238E27FC236}">
                <a16:creationId xmlns:a16="http://schemas.microsoft.com/office/drawing/2014/main" id="{AD977D19-0086-4135-DD2F-F1110DDCD6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14354" name="Object 17">
                        <a:extLst>
                          <a:ext uri="{FF2B5EF4-FFF2-40B4-BE49-F238E27FC236}">
                            <a16:creationId xmlns:a16="http://schemas.microsoft.com/office/drawing/2014/main" id="{AD977D19-0086-4135-DD2F-F1110DDCD6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5" name="Oval 18">
            <a:extLst>
              <a:ext uri="{FF2B5EF4-FFF2-40B4-BE49-F238E27FC236}">
                <a16:creationId xmlns:a16="http://schemas.microsoft.com/office/drawing/2014/main" id="{539EDE5D-5AD6-10E4-2478-27E38345E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14356" name="Object 19">
            <a:extLst>
              <a:ext uri="{FF2B5EF4-FFF2-40B4-BE49-F238E27FC236}">
                <a16:creationId xmlns:a16="http://schemas.microsoft.com/office/drawing/2014/main" id="{2E54C79A-D370-60BF-AC7C-82EFA7CE31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14356" name="Object 19">
                        <a:extLst>
                          <a:ext uri="{FF2B5EF4-FFF2-40B4-BE49-F238E27FC236}">
                            <a16:creationId xmlns:a16="http://schemas.microsoft.com/office/drawing/2014/main" id="{2E54C79A-D370-60BF-AC7C-82EFA7CE31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7" name="Object 21">
            <a:extLst>
              <a:ext uri="{FF2B5EF4-FFF2-40B4-BE49-F238E27FC236}">
                <a16:creationId xmlns:a16="http://schemas.microsoft.com/office/drawing/2014/main" id="{5D14B04C-0441-B797-AC01-039E0FF270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14357" name="Object 21">
                        <a:extLst>
                          <a:ext uri="{FF2B5EF4-FFF2-40B4-BE49-F238E27FC236}">
                            <a16:creationId xmlns:a16="http://schemas.microsoft.com/office/drawing/2014/main" id="{5D14B04C-0441-B797-AC01-039E0FF270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8" name="Object 22">
            <a:extLst>
              <a:ext uri="{FF2B5EF4-FFF2-40B4-BE49-F238E27FC236}">
                <a16:creationId xmlns:a16="http://schemas.microsoft.com/office/drawing/2014/main" id="{86DF6D2E-E1F6-BF18-FA87-F5EEC59577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14358" name="Object 22">
                        <a:extLst>
                          <a:ext uri="{FF2B5EF4-FFF2-40B4-BE49-F238E27FC236}">
                            <a16:creationId xmlns:a16="http://schemas.microsoft.com/office/drawing/2014/main" id="{86DF6D2E-E1F6-BF18-FA87-F5EEC59577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Text Box 23">
            <a:extLst>
              <a:ext uri="{FF2B5EF4-FFF2-40B4-BE49-F238E27FC236}">
                <a16:creationId xmlns:a16="http://schemas.microsoft.com/office/drawing/2014/main" id="{140C6373-310C-2932-37B6-6946613E4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14360" name="Object 24">
            <a:extLst>
              <a:ext uri="{FF2B5EF4-FFF2-40B4-BE49-F238E27FC236}">
                <a16:creationId xmlns:a16="http://schemas.microsoft.com/office/drawing/2014/main" id="{20FB656D-42A6-A5CE-0ED5-9B1173D210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14360" name="Object 24">
                        <a:extLst>
                          <a:ext uri="{FF2B5EF4-FFF2-40B4-BE49-F238E27FC236}">
                            <a16:creationId xmlns:a16="http://schemas.microsoft.com/office/drawing/2014/main" id="{20FB656D-42A6-A5CE-0ED5-9B1173D210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Line 25">
            <a:extLst>
              <a:ext uri="{FF2B5EF4-FFF2-40B4-BE49-F238E27FC236}">
                <a16:creationId xmlns:a16="http://schemas.microsoft.com/office/drawing/2014/main" id="{0CBDDE62-AE65-9FB9-80C6-0C4DAA7EBC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362" name="Object 26">
            <a:extLst>
              <a:ext uri="{FF2B5EF4-FFF2-40B4-BE49-F238E27FC236}">
                <a16:creationId xmlns:a16="http://schemas.microsoft.com/office/drawing/2014/main" id="{E2AAE73B-1581-579A-CBF8-542F6354E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57002" imgH="583947" progId="Equation.3">
                  <p:embed/>
                </p:oleObj>
              </mc:Choice>
              <mc:Fallback>
                <p:oleObj name="Equation" r:id="rId11" imgW="457002" imgH="583947" progId="Equation.3">
                  <p:embed/>
                  <p:pic>
                    <p:nvPicPr>
                      <p:cNvPr id="14362" name="Object 26">
                        <a:extLst>
                          <a:ext uri="{FF2B5EF4-FFF2-40B4-BE49-F238E27FC236}">
                            <a16:creationId xmlns:a16="http://schemas.microsoft.com/office/drawing/2014/main" id="{E2AAE73B-1581-579A-CBF8-542F6354E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EDC00CF8-F797-D462-8EB3-44182AE4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34EB2765-2E1C-4D1C-ABEF-4D4B99AECC4B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19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00BAB81D-500A-57EC-4F00-186A674CF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5364" name="Line 5">
            <a:extLst>
              <a:ext uri="{FF2B5EF4-FFF2-40B4-BE49-F238E27FC236}">
                <a16:creationId xmlns:a16="http://schemas.microsoft.com/office/drawing/2014/main" id="{0C93A6C7-767A-C391-32BB-45C73FE74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Line 6">
            <a:extLst>
              <a:ext uri="{FF2B5EF4-FFF2-40B4-BE49-F238E27FC236}">
                <a16:creationId xmlns:a16="http://schemas.microsoft.com/office/drawing/2014/main" id="{4C136B55-C73A-6F70-F615-300DFBE4E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66" name="Object 7">
            <a:extLst>
              <a:ext uri="{FF2B5EF4-FFF2-40B4-BE49-F238E27FC236}">
                <a16:creationId xmlns:a16="http://schemas.microsoft.com/office/drawing/2014/main" id="{E84400A7-3012-E20A-E83E-9F6EBCD376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5366" name="Object 7">
                        <a:extLst>
                          <a:ext uri="{FF2B5EF4-FFF2-40B4-BE49-F238E27FC236}">
                            <a16:creationId xmlns:a16="http://schemas.microsoft.com/office/drawing/2014/main" id="{E84400A7-3012-E20A-E83E-9F6EBCD376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Line 8">
            <a:extLst>
              <a:ext uri="{FF2B5EF4-FFF2-40B4-BE49-F238E27FC236}">
                <a16:creationId xmlns:a16="http://schemas.microsoft.com/office/drawing/2014/main" id="{3D97F7F3-8CD4-3E6E-BD20-E4DCE0E803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Oval 9">
            <a:extLst>
              <a:ext uri="{FF2B5EF4-FFF2-40B4-BE49-F238E27FC236}">
                <a16:creationId xmlns:a16="http://schemas.microsoft.com/office/drawing/2014/main" id="{3561B058-3B90-6D98-4438-0B5010B0C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5369" name="Oval 10">
            <a:extLst>
              <a:ext uri="{FF2B5EF4-FFF2-40B4-BE49-F238E27FC236}">
                <a16:creationId xmlns:a16="http://schemas.microsoft.com/office/drawing/2014/main" id="{A6DD5008-A361-97B0-D7BE-13A185001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5370" name="Oval 11">
            <a:extLst>
              <a:ext uri="{FF2B5EF4-FFF2-40B4-BE49-F238E27FC236}">
                <a16:creationId xmlns:a16="http://schemas.microsoft.com/office/drawing/2014/main" id="{D9A90259-5EE2-556A-A97A-280865CE4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5371" name="Line 12">
            <a:extLst>
              <a:ext uri="{FF2B5EF4-FFF2-40B4-BE49-F238E27FC236}">
                <a16:creationId xmlns:a16="http://schemas.microsoft.com/office/drawing/2014/main" id="{BA5C891D-96EC-7280-C1A9-0801CCC247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2" name="Line 13">
            <a:extLst>
              <a:ext uri="{FF2B5EF4-FFF2-40B4-BE49-F238E27FC236}">
                <a16:creationId xmlns:a16="http://schemas.microsoft.com/office/drawing/2014/main" id="{F6F74CC5-A5AE-85BF-C78D-4CDB2E7822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3" name="Line 14">
            <a:extLst>
              <a:ext uri="{FF2B5EF4-FFF2-40B4-BE49-F238E27FC236}">
                <a16:creationId xmlns:a16="http://schemas.microsoft.com/office/drawing/2014/main" id="{5752AECB-8D87-C7B9-ED2A-3889B662C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74" name="Object 15">
            <a:extLst>
              <a:ext uri="{FF2B5EF4-FFF2-40B4-BE49-F238E27FC236}">
                <a16:creationId xmlns:a16="http://schemas.microsoft.com/office/drawing/2014/main" id="{6F4A6F0C-C8DB-7592-9C90-C9509AFF1D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15374" name="Object 15">
                        <a:extLst>
                          <a:ext uri="{FF2B5EF4-FFF2-40B4-BE49-F238E27FC236}">
                            <a16:creationId xmlns:a16="http://schemas.microsoft.com/office/drawing/2014/main" id="{6F4A6F0C-C8DB-7592-9C90-C9509AFF1D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5" name="Oval 16">
            <a:extLst>
              <a:ext uri="{FF2B5EF4-FFF2-40B4-BE49-F238E27FC236}">
                <a16:creationId xmlns:a16="http://schemas.microsoft.com/office/drawing/2014/main" id="{9687C897-8E83-EFEB-EE89-BDB3F9883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5376" name="Line 17">
            <a:extLst>
              <a:ext uri="{FF2B5EF4-FFF2-40B4-BE49-F238E27FC236}">
                <a16:creationId xmlns:a16="http://schemas.microsoft.com/office/drawing/2014/main" id="{65A77E41-A4AB-C81F-C1AE-51E93E228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77" name="Object 18">
            <a:extLst>
              <a:ext uri="{FF2B5EF4-FFF2-40B4-BE49-F238E27FC236}">
                <a16:creationId xmlns:a16="http://schemas.microsoft.com/office/drawing/2014/main" id="{C5975150-8031-1945-90C4-F3D4C7B89A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15377" name="Object 18">
                        <a:extLst>
                          <a:ext uri="{FF2B5EF4-FFF2-40B4-BE49-F238E27FC236}">
                            <a16:creationId xmlns:a16="http://schemas.microsoft.com/office/drawing/2014/main" id="{C5975150-8031-1945-90C4-F3D4C7B89A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8" name="Object 19">
            <a:extLst>
              <a:ext uri="{FF2B5EF4-FFF2-40B4-BE49-F238E27FC236}">
                <a16:creationId xmlns:a16="http://schemas.microsoft.com/office/drawing/2014/main" id="{671AF0E7-6FCD-A40C-C255-3E8BEEF9F5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15378" name="Object 19">
                        <a:extLst>
                          <a:ext uri="{FF2B5EF4-FFF2-40B4-BE49-F238E27FC236}">
                            <a16:creationId xmlns:a16="http://schemas.microsoft.com/office/drawing/2014/main" id="{671AF0E7-6FCD-A40C-C255-3E8BEEF9F5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9" name="Oval 20">
            <a:extLst>
              <a:ext uri="{FF2B5EF4-FFF2-40B4-BE49-F238E27FC236}">
                <a16:creationId xmlns:a16="http://schemas.microsoft.com/office/drawing/2014/main" id="{31B5E8BE-A1CA-3805-D36A-4D056A8A3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15380" name="Object 21">
            <a:extLst>
              <a:ext uri="{FF2B5EF4-FFF2-40B4-BE49-F238E27FC236}">
                <a16:creationId xmlns:a16="http://schemas.microsoft.com/office/drawing/2014/main" id="{CA534363-C41F-F2DA-A60D-687E661419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15380" name="Object 21">
                        <a:extLst>
                          <a:ext uri="{FF2B5EF4-FFF2-40B4-BE49-F238E27FC236}">
                            <a16:creationId xmlns:a16="http://schemas.microsoft.com/office/drawing/2014/main" id="{CA534363-C41F-F2DA-A60D-687E661419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1" name="Object 22">
            <a:extLst>
              <a:ext uri="{FF2B5EF4-FFF2-40B4-BE49-F238E27FC236}">
                <a16:creationId xmlns:a16="http://schemas.microsoft.com/office/drawing/2014/main" id="{AB2FD75C-A1FB-98C3-58FB-97053FDE78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15381" name="Object 22">
                        <a:extLst>
                          <a:ext uri="{FF2B5EF4-FFF2-40B4-BE49-F238E27FC236}">
                            <a16:creationId xmlns:a16="http://schemas.microsoft.com/office/drawing/2014/main" id="{AB2FD75C-A1FB-98C3-58FB-97053FDE78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2" name="Object 23">
            <a:extLst>
              <a:ext uri="{FF2B5EF4-FFF2-40B4-BE49-F238E27FC236}">
                <a16:creationId xmlns:a16="http://schemas.microsoft.com/office/drawing/2014/main" id="{D2DFE70C-66C9-28F3-ADC6-C9A9CDB7A0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5382" name="Object 23">
                        <a:extLst>
                          <a:ext uri="{FF2B5EF4-FFF2-40B4-BE49-F238E27FC236}">
                            <a16:creationId xmlns:a16="http://schemas.microsoft.com/office/drawing/2014/main" id="{D2DFE70C-66C9-28F3-ADC6-C9A9CDB7A0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3" name="Object 24">
            <a:extLst>
              <a:ext uri="{FF2B5EF4-FFF2-40B4-BE49-F238E27FC236}">
                <a16:creationId xmlns:a16="http://schemas.microsoft.com/office/drawing/2014/main" id="{F366E424-C57F-9749-0498-3E82664218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15383" name="Object 24">
                        <a:extLst>
                          <a:ext uri="{FF2B5EF4-FFF2-40B4-BE49-F238E27FC236}">
                            <a16:creationId xmlns:a16="http://schemas.microsoft.com/office/drawing/2014/main" id="{F366E424-C57F-9749-0498-3E82664218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4" name="Line 25">
            <a:extLst>
              <a:ext uri="{FF2B5EF4-FFF2-40B4-BE49-F238E27FC236}">
                <a16:creationId xmlns:a16="http://schemas.microsoft.com/office/drawing/2014/main" id="{F06F99ED-75FB-DC49-D266-C2D49B25B3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85" name="Object 26">
            <a:extLst>
              <a:ext uri="{FF2B5EF4-FFF2-40B4-BE49-F238E27FC236}">
                <a16:creationId xmlns:a16="http://schemas.microsoft.com/office/drawing/2014/main" id="{618353DC-EE24-8F6B-89A8-D58A6877A7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57002" imgH="583947" progId="Equation.3">
                  <p:embed/>
                </p:oleObj>
              </mc:Choice>
              <mc:Fallback>
                <p:oleObj name="Equation" r:id="rId11" imgW="457002" imgH="583947" progId="Equation.3">
                  <p:embed/>
                  <p:pic>
                    <p:nvPicPr>
                      <p:cNvPr id="15385" name="Object 26">
                        <a:extLst>
                          <a:ext uri="{FF2B5EF4-FFF2-40B4-BE49-F238E27FC236}">
                            <a16:creationId xmlns:a16="http://schemas.microsoft.com/office/drawing/2014/main" id="{618353DC-EE24-8F6B-89A8-D58A6877A7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6" name="Text Box 27">
            <a:extLst>
              <a:ext uri="{FF2B5EF4-FFF2-40B4-BE49-F238E27FC236}">
                <a16:creationId xmlns:a16="http://schemas.microsoft.com/office/drawing/2014/main" id="{14FF64F5-10CB-4D8A-F0A6-6EA3F5086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15387" name="Text Box 28">
            <a:extLst>
              <a:ext uri="{FF2B5EF4-FFF2-40B4-BE49-F238E27FC236}">
                <a16:creationId xmlns:a16="http://schemas.microsoft.com/office/drawing/2014/main" id="{06C2BE80-DE8A-00C6-3ADD-E92AB6681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6" y="4673600"/>
            <a:ext cx="4155305" cy="11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No transition:</a:t>
            </a:r>
          </a:p>
          <a:p>
            <a:pPr>
              <a:spcBef>
                <a:spcPct val="20000"/>
              </a:spcBef>
            </a:pPr>
            <a:r>
              <a:rPr lang="en-US" altLang="ar-SA"/>
              <a:t>the automaton hangs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182F73EC-379E-B48E-07DB-52D90C8E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255C318F-BFB4-4764-B83A-03DD1F9DE12F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20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DFAAAA6-22CF-E04C-9584-03D604FD1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6388" name="Line 3">
            <a:extLst>
              <a:ext uri="{FF2B5EF4-FFF2-40B4-BE49-F238E27FC236}">
                <a16:creationId xmlns:a16="http://schemas.microsoft.com/office/drawing/2014/main" id="{75E2F8A9-103C-B76C-13ED-F170C70D0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Line 4">
            <a:extLst>
              <a:ext uri="{FF2B5EF4-FFF2-40B4-BE49-F238E27FC236}">
                <a16:creationId xmlns:a16="http://schemas.microsoft.com/office/drawing/2014/main" id="{7B8D1E67-6FD4-5CB0-3655-267DE972D2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390" name="Object 5">
            <a:extLst>
              <a:ext uri="{FF2B5EF4-FFF2-40B4-BE49-F238E27FC236}">
                <a16:creationId xmlns:a16="http://schemas.microsoft.com/office/drawing/2014/main" id="{F6FD74CE-95A4-58B8-A13E-1D84964F0A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6390" name="Object 5">
                        <a:extLst>
                          <a:ext uri="{FF2B5EF4-FFF2-40B4-BE49-F238E27FC236}">
                            <a16:creationId xmlns:a16="http://schemas.microsoft.com/office/drawing/2014/main" id="{F6FD74CE-95A4-58B8-A13E-1D84964F0A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Line 6">
            <a:extLst>
              <a:ext uri="{FF2B5EF4-FFF2-40B4-BE49-F238E27FC236}">
                <a16:creationId xmlns:a16="http://schemas.microsoft.com/office/drawing/2014/main" id="{A88A32A4-7E60-752A-176D-C5D3F6654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Oval 7">
            <a:extLst>
              <a:ext uri="{FF2B5EF4-FFF2-40B4-BE49-F238E27FC236}">
                <a16:creationId xmlns:a16="http://schemas.microsoft.com/office/drawing/2014/main" id="{B0382501-5C35-87BC-20E6-7B58607C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6393" name="Oval 8">
            <a:extLst>
              <a:ext uri="{FF2B5EF4-FFF2-40B4-BE49-F238E27FC236}">
                <a16:creationId xmlns:a16="http://schemas.microsoft.com/office/drawing/2014/main" id="{305470B6-6B7B-C854-3ADD-EBDBDB4B8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6394" name="Oval 9">
            <a:extLst>
              <a:ext uri="{FF2B5EF4-FFF2-40B4-BE49-F238E27FC236}">
                <a16:creationId xmlns:a16="http://schemas.microsoft.com/office/drawing/2014/main" id="{70FC4380-BD75-366F-CA26-ABC155FBA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6395" name="Line 10">
            <a:extLst>
              <a:ext uri="{FF2B5EF4-FFF2-40B4-BE49-F238E27FC236}">
                <a16:creationId xmlns:a16="http://schemas.microsoft.com/office/drawing/2014/main" id="{B24F4ABC-7DBE-13BD-891A-CADA3E20A9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6" name="Line 11">
            <a:extLst>
              <a:ext uri="{FF2B5EF4-FFF2-40B4-BE49-F238E27FC236}">
                <a16:creationId xmlns:a16="http://schemas.microsoft.com/office/drawing/2014/main" id="{18484221-D4F6-28DF-5860-4DD59DC6D4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7" name="Line 12">
            <a:extLst>
              <a:ext uri="{FF2B5EF4-FFF2-40B4-BE49-F238E27FC236}">
                <a16:creationId xmlns:a16="http://schemas.microsoft.com/office/drawing/2014/main" id="{AA5B04EB-E8C1-622F-E828-ED0572B1A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6398" name="Object 13">
            <a:extLst>
              <a:ext uri="{FF2B5EF4-FFF2-40B4-BE49-F238E27FC236}">
                <a16:creationId xmlns:a16="http://schemas.microsoft.com/office/drawing/2014/main" id="{FA6EF8A4-A5A5-9CD4-75A7-F7F503112F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16398" name="Object 13">
                        <a:extLst>
                          <a:ext uri="{FF2B5EF4-FFF2-40B4-BE49-F238E27FC236}">
                            <a16:creationId xmlns:a16="http://schemas.microsoft.com/office/drawing/2014/main" id="{FA6EF8A4-A5A5-9CD4-75A7-F7F503112F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Oval 14">
            <a:extLst>
              <a:ext uri="{FF2B5EF4-FFF2-40B4-BE49-F238E27FC236}">
                <a16:creationId xmlns:a16="http://schemas.microsoft.com/office/drawing/2014/main" id="{84022434-3222-FE0A-010C-CD371CB11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6400" name="Line 15">
            <a:extLst>
              <a:ext uri="{FF2B5EF4-FFF2-40B4-BE49-F238E27FC236}">
                <a16:creationId xmlns:a16="http://schemas.microsoft.com/office/drawing/2014/main" id="{5CB6E30F-A69D-752D-1D4D-79DC2315A5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6401" name="Object 16">
            <a:extLst>
              <a:ext uri="{FF2B5EF4-FFF2-40B4-BE49-F238E27FC236}">
                <a16:creationId xmlns:a16="http://schemas.microsoft.com/office/drawing/2014/main" id="{97A28B7B-11DD-3898-CEB7-175783F324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16401" name="Object 16">
                        <a:extLst>
                          <a:ext uri="{FF2B5EF4-FFF2-40B4-BE49-F238E27FC236}">
                            <a16:creationId xmlns:a16="http://schemas.microsoft.com/office/drawing/2014/main" id="{97A28B7B-11DD-3898-CEB7-175783F324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2" name="Object 17">
            <a:extLst>
              <a:ext uri="{FF2B5EF4-FFF2-40B4-BE49-F238E27FC236}">
                <a16:creationId xmlns:a16="http://schemas.microsoft.com/office/drawing/2014/main" id="{BD6EF7EC-8701-E8FF-74BD-F75658E8A6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16402" name="Object 17">
                        <a:extLst>
                          <a:ext uri="{FF2B5EF4-FFF2-40B4-BE49-F238E27FC236}">
                            <a16:creationId xmlns:a16="http://schemas.microsoft.com/office/drawing/2014/main" id="{BD6EF7EC-8701-E8FF-74BD-F75658E8A6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3" name="Oval 18">
            <a:extLst>
              <a:ext uri="{FF2B5EF4-FFF2-40B4-BE49-F238E27FC236}">
                <a16:creationId xmlns:a16="http://schemas.microsoft.com/office/drawing/2014/main" id="{2D515B07-D30D-F719-BF1C-BFB0F407B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16404" name="Object 19">
            <a:extLst>
              <a:ext uri="{FF2B5EF4-FFF2-40B4-BE49-F238E27FC236}">
                <a16:creationId xmlns:a16="http://schemas.microsoft.com/office/drawing/2014/main" id="{3429B36D-DBAA-6C15-69A0-B4B1A06675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16404" name="Object 19">
                        <a:extLst>
                          <a:ext uri="{FF2B5EF4-FFF2-40B4-BE49-F238E27FC236}">
                            <a16:creationId xmlns:a16="http://schemas.microsoft.com/office/drawing/2014/main" id="{3429B36D-DBAA-6C15-69A0-B4B1A06675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5" name="Object 20">
            <a:extLst>
              <a:ext uri="{FF2B5EF4-FFF2-40B4-BE49-F238E27FC236}">
                <a16:creationId xmlns:a16="http://schemas.microsoft.com/office/drawing/2014/main" id="{7ED6B16E-7892-A32A-EBD7-1046CE620F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16405" name="Object 20">
                        <a:extLst>
                          <a:ext uri="{FF2B5EF4-FFF2-40B4-BE49-F238E27FC236}">
                            <a16:creationId xmlns:a16="http://schemas.microsoft.com/office/drawing/2014/main" id="{7ED6B16E-7892-A32A-EBD7-1046CE620F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6" name="Object 21">
            <a:extLst>
              <a:ext uri="{FF2B5EF4-FFF2-40B4-BE49-F238E27FC236}">
                <a16:creationId xmlns:a16="http://schemas.microsoft.com/office/drawing/2014/main" id="{D5B77882-29CE-26AA-7D14-041290800A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6406" name="Object 21">
                        <a:extLst>
                          <a:ext uri="{FF2B5EF4-FFF2-40B4-BE49-F238E27FC236}">
                            <a16:creationId xmlns:a16="http://schemas.microsoft.com/office/drawing/2014/main" id="{D5B77882-29CE-26AA-7D14-041290800A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Object 22">
            <a:extLst>
              <a:ext uri="{FF2B5EF4-FFF2-40B4-BE49-F238E27FC236}">
                <a16:creationId xmlns:a16="http://schemas.microsoft.com/office/drawing/2014/main" id="{07E3C04A-9B94-C134-B5B5-F8FC81A921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6407" name="Object 22">
                        <a:extLst>
                          <a:ext uri="{FF2B5EF4-FFF2-40B4-BE49-F238E27FC236}">
                            <a16:creationId xmlns:a16="http://schemas.microsoft.com/office/drawing/2014/main" id="{07E3C04A-9B94-C134-B5B5-F8FC81A921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8" name="Line 23">
            <a:extLst>
              <a:ext uri="{FF2B5EF4-FFF2-40B4-BE49-F238E27FC236}">
                <a16:creationId xmlns:a16="http://schemas.microsoft.com/office/drawing/2014/main" id="{163609C4-F1E8-9B0D-BF92-430C4422D1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409" name="Object 24">
            <a:extLst>
              <a:ext uri="{FF2B5EF4-FFF2-40B4-BE49-F238E27FC236}">
                <a16:creationId xmlns:a16="http://schemas.microsoft.com/office/drawing/2014/main" id="{6733B419-73FB-67D9-1F36-ACB8E535A0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57002" imgH="583947" progId="Equation.3">
                  <p:embed/>
                </p:oleObj>
              </mc:Choice>
              <mc:Fallback>
                <p:oleObj name="Equation" r:id="rId13" imgW="457002" imgH="583947" progId="Equation.3">
                  <p:embed/>
                  <p:pic>
                    <p:nvPicPr>
                      <p:cNvPr id="16409" name="Object 24">
                        <a:extLst>
                          <a:ext uri="{FF2B5EF4-FFF2-40B4-BE49-F238E27FC236}">
                            <a16:creationId xmlns:a16="http://schemas.microsoft.com/office/drawing/2014/main" id="{6733B419-73FB-67D9-1F36-ACB8E535A0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0" name="Text Box 25">
            <a:extLst>
              <a:ext uri="{FF2B5EF4-FFF2-40B4-BE49-F238E27FC236}">
                <a16:creationId xmlns:a16="http://schemas.microsoft.com/office/drawing/2014/main" id="{D97E8D56-E4E5-F191-02DA-1117283A9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16411" name="Text Box 27">
            <a:extLst>
              <a:ext uri="{FF2B5EF4-FFF2-40B4-BE49-F238E27FC236}">
                <a16:creationId xmlns:a16="http://schemas.microsoft.com/office/drawing/2014/main" id="{9A03AA7D-61BB-060C-75DA-A148047EE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0292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“reject”</a:t>
            </a:r>
          </a:p>
        </p:txBody>
      </p:sp>
      <p:sp>
        <p:nvSpPr>
          <p:cNvPr id="16412" name="Text Box 28">
            <a:extLst>
              <a:ext uri="{FF2B5EF4-FFF2-40B4-BE49-F238E27FC236}">
                <a16:creationId xmlns:a16="http://schemas.microsoft.com/office/drawing/2014/main" id="{388A316A-B838-4E6B-9C28-AD19C355D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1981200"/>
            <a:ext cx="5141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Input cannot be consumed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7B91167D-1BC2-3462-D22E-5157B362B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3A898F15-BCBF-43DA-8F95-8088B1F92A5E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21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DFF58563-CC53-8037-B4B8-B3A17A26B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057400"/>
            <a:ext cx="8059738" cy="222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r" rtl="1">
              <a:lnSpc>
                <a:spcPct val="150000"/>
              </a:lnSpc>
              <a:spcBef>
                <a:spcPct val="20000"/>
              </a:spcBef>
            </a:pPr>
            <a:r>
              <a:rPr lang="ar-SA" altLang="ar-SA" b="1">
                <a:solidFill>
                  <a:schemeClr val="tx1"/>
                </a:solidFill>
              </a:rPr>
              <a:t>تقبل آلة الحالة المنتهية الغير المحدودة الكلمة  أو تكون الآلة محسوبة إذا تم قراءة كامل المتسلسلة (تم استهلاك المدخلات كليا) وكانت الآلة في حالة نهائية.</a:t>
            </a:r>
            <a:endParaRPr lang="en-US" altLang="ar-SA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6E3C301F-1475-F6C2-DEF7-9664C1143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ar-SA" altLang="ar-SA">
                <a:cs typeface="Times New Roman" panose="02020603050405020304" pitchFamily="18" charset="0"/>
              </a:rPr>
              <a:t>مثال</a:t>
            </a:r>
            <a:endParaRPr lang="en-US" altLang="ar-SA">
              <a:cs typeface="Times New Roman" panose="02020603050405020304" pitchFamily="18" charset="0"/>
            </a:endParaRPr>
          </a:p>
        </p:txBody>
      </p:sp>
      <p:sp>
        <p:nvSpPr>
          <p:cNvPr id="18435" name="Slide Number Placeholder 4">
            <a:extLst>
              <a:ext uri="{FF2B5EF4-FFF2-40B4-BE49-F238E27FC236}">
                <a16:creationId xmlns:a16="http://schemas.microsoft.com/office/drawing/2014/main" id="{504E3A87-42B6-2FDC-40B4-406596F8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25E854D2-C87C-4C6C-A0E3-C4420ADC3DEA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22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8436" name="Object 1027">
            <a:extLst>
              <a:ext uri="{FF2B5EF4-FFF2-40B4-BE49-F238E27FC236}">
                <a16:creationId xmlns:a16="http://schemas.microsoft.com/office/drawing/2014/main" id="{53137CD4-7912-E79E-1EDD-ABFA82E928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1371600"/>
          <a:ext cx="546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5626" imgH="304536" progId="Equation.3">
                  <p:embed/>
                </p:oleObj>
              </mc:Choice>
              <mc:Fallback>
                <p:oleObj name="Equation" r:id="rId2" imgW="545626" imgH="304536" progId="Equation.3">
                  <p:embed/>
                  <p:pic>
                    <p:nvPicPr>
                      <p:cNvPr id="18436" name="Object 1027">
                        <a:extLst>
                          <a:ext uri="{FF2B5EF4-FFF2-40B4-BE49-F238E27FC236}">
                            <a16:creationId xmlns:a16="http://schemas.microsoft.com/office/drawing/2014/main" id="{53137CD4-7912-E79E-1EDD-ABFA82E928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371600"/>
                        <a:ext cx="546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1028">
            <a:extLst>
              <a:ext uri="{FF2B5EF4-FFF2-40B4-BE49-F238E27FC236}">
                <a16:creationId xmlns:a16="http://schemas.microsoft.com/office/drawing/2014/main" id="{D76C92C8-AF3B-8F5C-128A-A5813BBAC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219200"/>
            <a:ext cx="47958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is accepted by the NFA:</a:t>
            </a:r>
          </a:p>
        </p:txBody>
      </p:sp>
      <p:grpSp>
        <p:nvGrpSpPr>
          <p:cNvPr id="18438" name="Group 1063">
            <a:extLst>
              <a:ext uri="{FF2B5EF4-FFF2-40B4-BE49-F238E27FC236}">
                <a16:creationId xmlns:a16="http://schemas.microsoft.com/office/drawing/2014/main" id="{BEFA35EA-F11F-ADEF-B8E3-D306DC120CE5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200400"/>
            <a:ext cx="3200400" cy="1752600"/>
            <a:chOff x="672" y="1680"/>
            <a:chExt cx="3264" cy="1872"/>
          </a:xfrm>
        </p:grpSpPr>
        <p:sp>
          <p:nvSpPr>
            <p:cNvPr id="18459" name="Oval 1046">
              <a:extLst>
                <a:ext uri="{FF2B5EF4-FFF2-40B4-BE49-F238E27FC236}">
                  <a16:creationId xmlns:a16="http://schemas.microsoft.com/office/drawing/2014/main" id="{C17A0B91-4BC8-3E28-6376-B7D4040A4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20000"/>
                </a:spcBef>
              </a:pPr>
              <a:endParaRPr lang="ar-JO" altLang="ar-SA"/>
            </a:p>
          </p:txBody>
        </p:sp>
        <p:sp>
          <p:nvSpPr>
            <p:cNvPr id="18460" name="Oval 1047">
              <a:extLst>
                <a:ext uri="{FF2B5EF4-FFF2-40B4-BE49-F238E27FC236}">
                  <a16:creationId xmlns:a16="http://schemas.microsoft.com/office/drawing/2014/main" id="{A1D31855-38E0-57F1-CF11-44B752E6D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544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20000"/>
                </a:spcBef>
              </a:pPr>
              <a:endParaRPr lang="ar-JO" altLang="ar-SA"/>
            </a:p>
          </p:txBody>
        </p:sp>
        <p:sp>
          <p:nvSpPr>
            <p:cNvPr id="18461" name="Oval 1048">
              <a:extLst>
                <a:ext uri="{FF2B5EF4-FFF2-40B4-BE49-F238E27FC236}">
                  <a16:creationId xmlns:a16="http://schemas.microsoft.com/office/drawing/2014/main" id="{A3DA980E-0D67-7328-DD25-28BC07A14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120"/>
              <a:ext cx="432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20000"/>
                </a:spcBef>
              </a:pPr>
              <a:endParaRPr lang="ar-JO" altLang="ar-SA"/>
            </a:p>
          </p:txBody>
        </p:sp>
        <p:sp>
          <p:nvSpPr>
            <p:cNvPr id="18462" name="Line 1049">
              <a:extLst>
                <a:ext uri="{FF2B5EF4-FFF2-40B4-BE49-F238E27FC236}">
                  <a16:creationId xmlns:a16="http://schemas.microsoft.com/office/drawing/2014/main" id="{E722934D-F43C-2BF1-DB4C-7C10CCCEB8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2064"/>
              <a:ext cx="816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Line 1050">
              <a:extLst>
                <a:ext uri="{FF2B5EF4-FFF2-40B4-BE49-F238E27FC236}">
                  <a16:creationId xmlns:a16="http://schemas.microsoft.com/office/drawing/2014/main" id="{C7E6319E-3E6D-1620-3482-905FEAC1C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3" y="2877"/>
              <a:ext cx="81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4" name="Line 1051">
              <a:extLst>
                <a:ext uri="{FF2B5EF4-FFF2-40B4-BE49-F238E27FC236}">
                  <a16:creationId xmlns:a16="http://schemas.microsoft.com/office/drawing/2014/main" id="{D595F6E1-2BFD-6657-B0B9-CA803A4B7F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784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Oval 1052">
              <a:extLst>
                <a:ext uri="{FF2B5EF4-FFF2-40B4-BE49-F238E27FC236}">
                  <a16:creationId xmlns:a16="http://schemas.microsoft.com/office/drawing/2014/main" id="{1969A41F-1732-D94B-F2E0-3D9E46E08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776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20000"/>
                </a:spcBef>
              </a:pPr>
              <a:endParaRPr lang="ar-JO" altLang="ar-SA"/>
            </a:p>
          </p:txBody>
        </p:sp>
        <p:sp>
          <p:nvSpPr>
            <p:cNvPr id="18466" name="Line 1053">
              <a:extLst>
                <a:ext uri="{FF2B5EF4-FFF2-40B4-BE49-F238E27FC236}">
                  <a16:creationId xmlns:a16="http://schemas.microsoft.com/office/drawing/2014/main" id="{884CD9FA-FD43-42A4-F0D4-1DB2F0F59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016"/>
              <a:ext cx="6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8467" name="Object 1054">
              <a:extLst>
                <a:ext uri="{FF2B5EF4-FFF2-40B4-BE49-F238E27FC236}">
                  <a16:creationId xmlns:a16="http://schemas.microsoft.com/office/drawing/2014/main" id="{470475BD-A455-45F5-0C1F-1959791D10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2544"/>
            <a:ext cx="304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82391" imgH="583947" progId="Equation.3">
                    <p:embed/>
                  </p:oleObj>
                </mc:Choice>
                <mc:Fallback>
                  <p:oleObj name="Equation" r:id="rId4" imgW="482391" imgH="583947" progId="Equation.3">
                    <p:embed/>
                    <p:pic>
                      <p:nvPicPr>
                        <p:cNvPr id="18467" name="Object 1054">
                          <a:extLst>
                            <a:ext uri="{FF2B5EF4-FFF2-40B4-BE49-F238E27FC236}">
                              <a16:creationId xmlns:a16="http://schemas.microsoft.com/office/drawing/2014/main" id="{470475BD-A455-45F5-0C1F-1959791D10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544"/>
                          <a:ext cx="304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8" name="Object 1055">
              <a:extLst>
                <a:ext uri="{FF2B5EF4-FFF2-40B4-BE49-F238E27FC236}">
                  <a16:creationId xmlns:a16="http://schemas.microsoft.com/office/drawing/2014/main" id="{B6259933-2CE1-64C1-A0A7-44A1607533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1776"/>
            <a:ext cx="25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06224" imgH="571252" progId="Equation.3">
                    <p:embed/>
                  </p:oleObj>
                </mc:Choice>
                <mc:Fallback>
                  <p:oleObj name="Equation" r:id="rId6" imgW="406224" imgH="571252" progId="Equation.3">
                    <p:embed/>
                    <p:pic>
                      <p:nvPicPr>
                        <p:cNvPr id="18468" name="Object 1055">
                          <a:extLst>
                            <a:ext uri="{FF2B5EF4-FFF2-40B4-BE49-F238E27FC236}">
                              <a16:creationId xmlns:a16="http://schemas.microsoft.com/office/drawing/2014/main" id="{B6259933-2CE1-64C1-A0A7-44A1607533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776"/>
                          <a:ext cx="256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9" name="Oval 1056">
              <a:extLst>
                <a:ext uri="{FF2B5EF4-FFF2-40B4-BE49-F238E27FC236}">
                  <a16:creationId xmlns:a16="http://schemas.microsoft.com/office/drawing/2014/main" id="{FF9E6D8F-A227-A570-A5E7-D263DF09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680"/>
              <a:ext cx="624" cy="62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20000"/>
                </a:spcBef>
              </a:pPr>
              <a:endParaRPr lang="ar-JO" altLang="ar-SA"/>
            </a:p>
          </p:txBody>
        </p:sp>
        <p:graphicFrame>
          <p:nvGraphicFramePr>
            <p:cNvPr id="18470" name="Object 1057">
              <a:extLst>
                <a:ext uri="{FF2B5EF4-FFF2-40B4-BE49-F238E27FC236}">
                  <a16:creationId xmlns:a16="http://schemas.microsoft.com/office/drawing/2014/main" id="{82D5DCDE-9E4E-25EC-4C62-67FCD32D1F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1776"/>
            <a:ext cx="30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82391" imgH="571252" progId="Equation.3">
                    <p:embed/>
                  </p:oleObj>
                </mc:Choice>
                <mc:Fallback>
                  <p:oleObj name="Equation" r:id="rId8" imgW="482391" imgH="571252" progId="Equation.3">
                    <p:embed/>
                    <p:pic>
                      <p:nvPicPr>
                        <p:cNvPr id="18470" name="Object 1057">
                          <a:extLst>
                            <a:ext uri="{FF2B5EF4-FFF2-40B4-BE49-F238E27FC236}">
                              <a16:creationId xmlns:a16="http://schemas.microsoft.com/office/drawing/2014/main" id="{82D5DCDE-9E4E-25EC-4C62-67FCD32D1F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776"/>
                          <a:ext cx="30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71" name="Object 1058">
              <a:extLst>
                <a:ext uri="{FF2B5EF4-FFF2-40B4-BE49-F238E27FC236}">
                  <a16:creationId xmlns:a16="http://schemas.microsoft.com/office/drawing/2014/main" id="{C76B11B6-255D-62EA-5B14-B9AB086ED0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3120"/>
            <a:ext cx="288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57002" imgH="583947" progId="Equation.3">
                    <p:embed/>
                  </p:oleObj>
                </mc:Choice>
                <mc:Fallback>
                  <p:oleObj name="Equation" r:id="rId10" imgW="457002" imgH="583947" progId="Equation.3">
                    <p:embed/>
                    <p:pic>
                      <p:nvPicPr>
                        <p:cNvPr id="18471" name="Object 1058">
                          <a:extLst>
                            <a:ext uri="{FF2B5EF4-FFF2-40B4-BE49-F238E27FC236}">
                              <a16:creationId xmlns:a16="http://schemas.microsoft.com/office/drawing/2014/main" id="{C76B11B6-255D-62EA-5B14-B9AB086ED09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120"/>
                          <a:ext cx="288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72" name="Object 1059">
              <a:extLst>
                <a:ext uri="{FF2B5EF4-FFF2-40B4-BE49-F238E27FC236}">
                  <a16:creationId xmlns:a16="http://schemas.microsoft.com/office/drawing/2014/main" id="{802BF13C-B5D8-99D4-5526-0957D3243E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2160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66584" imgH="279279" progId="Equation.3">
                    <p:embed/>
                  </p:oleObj>
                </mc:Choice>
                <mc:Fallback>
                  <p:oleObj name="Equation" r:id="rId12" imgW="266584" imgH="279279" progId="Equation.3">
                    <p:embed/>
                    <p:pic>
                      <p:nvPicPr>
                        <p:cNvPr id="18472" name="Object 1059">
                          <a:extLst>
                            <a:ext uri="{FF2B5EF4-FFF2-40B4-BE49-F238E27FC236}">
                              <a16:creationId xmlns:a16="http://schemas.microsoft.com/office/drawing/2014/main" id="{802BF13C-B5D8-99D4-5526-0957D3243E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160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73" name="Object 1060">
              <a:extLst>
                <a:ext uri="{FF2B5EF4-FFF2-40B4-BE49-F238E27FC236}">
                  <a16:creationId xmlns:a16="http://schemas.microsoft.com/office/drawing/2014/main" id="{312B826F-948E-C3B6-899D-7837FB17B3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2832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66584" imgH="279279" progId="Equation.3">
                    <p:embed/>
                  </p:oleObj>
                </mc:Choice>
                <mc:Fallback>
                  <p:oleObj name="Equation" r:id="rId14" imgW="266584" imgH="279279" progId="Equation.3">
                    <p:embed/>
                    <p:pic>
                      <p:nvPicPr>
                        <p:cNvPr id="18473" name="Object 1060">
                          <a:extLst>
                            <a:ext uri="{FF2B5EF4-FFF2-40B4-BE49-F238E27FC236}">
                              <a16:creationId xmlns:a16="http://schemas.microsoft.com/office/drawing/2014/main" id="{312B826F-948E-C3B6-899D-7837FB17B3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832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74" name="Object 1061">
              <a:extLst>
                <a:ext uri="{FF2B5EF4-FFF2-40B4-BE49-F238E27FC236}">
                  <a16:creationId xmlns:a16="http://schemas.microsoft.com/office/drawing/2014/main" id="{0F0F507B-2301-30AC-71C3-C45180165F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1824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66584" imgH="279279" progId="Equation.3">
                    <p:embed/>
                  </p:oleObj>
                </mc:Choice>
                <mc:Fallback>
                  <p:oleObj name="Equation" r:id="rId14" imgW="266584" imgH="279279" progId="Equation.3">
                    <p:embed/>
                    <p:pic>
                      <p:nvPicPr>
                        <p:cNvPr id="18474" name="Object 1061">
                          <a:extLst>
                            <a:ext uri="{FF2B5EF4-FFF2-40B4-BE49-F238E27FC236}">
                              <a16:creationId xmlns:a16="http://schemas.microsoft.com/office/drawing/2014/main" id="{0F0F507B-2301-30AC-71C3-C45180165F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824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39" name="Text Box 1062">
            <a:extLst>
              <a:ext uri="{FF2B5EF4-FFF2-40B4-BE49-F238E27FC236}">
                <a16:creationId xmlns:a16="http://schemas.microsoft.com/office/drawing/2014/main" id="{79E50028-1264-3114-609B-80D17F511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1" y="2590800"/>
            <a:ext cx="17637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“accept”</a:t>
            </a:r>
          </a:p>
        </p:txBody>
      </p:sp>
      <p:sp>
        <p:nvSpPr>
          <p:cNvPr id="18440" name="Oval 1064">
            <a:extLst>
              <a:ext uri="{FF2B5EF4-FFF2-40B4-BE49-F238E27FC236}">
                <a16:creationId xmlns:a16="http://schemas.microsoft.com/office/drawing/2014/main" id="{91E75D77-D8AF-313C-BFB1-A31EDCCC9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2939" y="3230563"/>
            <a:ext cx="427037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8441" name="Oval 1065">
            <a:extLst>
              <a:ext uri="{FF2B5EF4-FFF2-40B4-BE49-F238E27FC236}">
                <a16:creationId xmlns:a16="http://schemas.microsoft.com/office/drawing/2014/main" id="{F41B580D-5F14-C2FD-9D96-8EFB3778A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0" y="4006851"/>
            <a:ext cx="425450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8442" name="Oval 1066">
            <a:extLst>
              <a:ext uri="{FF2B5EF4-FFF2-40B4-BE49-F238E27FC236}">
                <a16:creationId xmlns:a16="http://schemas.microsoft.com/office/drawing/2014/main" id="{F6815B82-EAAD-C95B-C343-173E4FE4F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2939" y="4587876"/>
            <a:ext cx="427037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8443" name="Line 1067">
            <a:extLst>
              <a:ext uri="{FF2B5EF4-FFF2-40B4-BE49-F238E27FC236}">
                <a16:creationId xmlns:a16="http://schemas.microsoft.com/office/drawing/2014/main" id="{B99F97F9-4BD5-D86A-6E8E-BDF8FBD5D2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8076" y="3521076"/>
            <a:ext cx="804863" cy="58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1068">
            <a:extLst>
              <a:ext uri="{FF2B5EF4-FFF2-40B4-BE49-F238E27FC236}">
                <a16:creationId xmlns:a16="http://schemas.microsoft.com/office/drawing/2014/main" id="{198317D2-C489-5E83-FF53-DDEB1A4F6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9663" y="4343401"/>
            <a:ext cx="806450" cy="4349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Line 1069">
            <a:extLst>
              <a:ext uri="{FF2B5EF4-FFF2-40B4-BE49-F238E27FC236}">
                <a16:creationId xmlns:a16="http://schemas.microsoft.com/office/drawing/2014/main" id="{199A4D04-1D74-3B22-F6BC-602E96C207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72264" y="4248151"/>
            <a:ext cx="407987" cy="28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Oval 1070">
            <a:extLst>
              <a:ext uri="{FF2B5EF4-FFF2-40B4-BE49-F238E27FC236}">
                <a16:creationId xmlns:a16="http://schemas.microsoft.com/office/drawing/2014/main" id="{CD5DC29E-6114-5534-3F43-2AFD11007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7213" y="3230563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8447" name="Line 1071">
            <a:extLst>
              <a:ext uri="{FF2B5EF4-FFF2-40B4-BE49-F238E27FC236}">
                <a16:creationId xmlns:a16="http://schemas.microsoft.com/office/drawing/2014/main" id="{C1CD6D3D-3F61-623F-E669-AB83EA1C4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9975" y="3473450"/>
            <a:ext cx="661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8448" name="Object 1072">
            <a:extLst>
              <a:ext uri="{FF2B5EF4-FFF2-40B4-BE49-F238E27FC236}">
                <a16:creationId xmlns:a16="http://schemas.microsoft.com/office/drawing/2014/main" id="{B657FC98-FD9E-4B0C-E7FA-EBA585C1E3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27875" y="4006851"/>
          <a:ext cx="2984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82391" imgH="583947" progId="Equation.3">
                  <p:embed/>
                </p:oleObj>
              </mc:Choice>
              <mc:Fallback>
                <p:oleObj name="Equation" r:id="rId15" imgW="482391" imgH="583947" progId="Equation.3">
                  <p:embed/>
                  <p:pic>
                    <p:nvPicPr>
                      <p:cNvPr id="18448" name="Object 1072">
                        <a:extLst>
                          <a:ext uri="{FF2B5EF4-FFF2-40B4-BE49-F238E27FC236}">
                            <a16:creationId xmlns:a16="http://schemas.microsoft.com/office/drawing/2014/main" id="{B657FC98-FD9E-4B0C-E7FA-EBA585C1E3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75" y="4006851"/>
                        <a:ext cx="2984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9" name="Object 1073">
            <a:extLst>
              <a:ext uri="{FF2B5EF4-FFF2-40B4-BE49-F238E27FC236}">
                <a16:creationId xmlns:a16="http://schemas.microsoft.com/office/drawing/2014/main" id="{00490545-C0A8-3B76-7A21-93E8987742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8188" y="3230564"/>
          <a:ext cx="252412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224" imgH="571252" progId="Equation.3">
                  <p:embed/>
                </p:oleObj>
              </mc:Choice>
              <mc:Fallback>
                <p:oleObj name="Equation" r:id="rId16" imgW="406224" imgH="571252" progId="Equation.3">
                  <p:embed/>
                  <p:pic>
                    <p:nvPicPr>
                      <p:cNvPr id="18449" name="Object 1073">
                        <a:extLst>
                          <a:ext uri="{FF2B5EF4-FFF2-40B4-BE49-F238E27FC236}">
                            <a16:creationId xmlns:a16="http://schemas.microsoft.com/office/drawing/2014/main" id="{00490545-C0A8-3B76-7A21-93E8987742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8188" y="3230564"/>
                        <a:ext cx="252412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Oval 1074">
            <a:extLst>
              <a:ext uri="{FF2B5EF4-FFF2-40B4-BE49-F238E27FC236}">
                <a16:creationId xmlns:a16="http://schemas.microsoft.com/office/drawing/2014/main" id="{40D1547A-B7AE-3266-F1FD-2C87E55AB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1963" y="3133725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18451" name="Object 1075">
            <a:extLst>
              <a:ext uri="{FF2B5EF4-FFF2-40B4-BE49-F238E27FC236}">
                <a16:creationId xmlns:a16="http://schemas.microsoft.com/office/drawing/2014/main" id="{5E1631A0-08A1-7996-922B-851A058024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93250" y="3230564"/>
          <a:ext cx="300038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82391" imgH="571252" progId="Equation.3">
                  <p:embed/>
                </p:oleObj>
              </mc:Choice>
              <mc:Fallback>
                <p:oleObj name="Equation" r:id="rId17" imgW="482391" imgH="571252" progId="Equation.3">
                  <p:embed/>
                  <p:pic>
                    <p:nvPicPr>
                      <p:cNvPr id="18451" name="Object 1075">
                        <a:extLst>
                          <a:ext uri="{FF2B5EF4-FFF2-40B4-BE49-F238E27FC236}">
                            <a16:creationId xmlns:a16="http://schemas.microsoft.com/office/drawing/2014/main" id="{5E1631A0-08A1-7996-922B-851A058024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0" y="3230564"/>
                        <a:ext cx="300038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2" name="Object 1076">
            <a:extLst>
              <a:ext uri="{FF2B5EF4-FFF2-40B4-BE49-F238E27FC236}">
                <a16:creationId xmlns:a16="http://schemas.microsoft.com/office/drawing/2014/main" id="{ECED4BD5-1904-DEFB-32D0-6138A9976A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2238" y="3617913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18452" name="Object 1076">
                        <a:extLst>
                          <a:ext uri="{FF2B5EF4-FFF2-40B4-BE49-F238E27FC236}">
                            <a16:creationId xmlns:a16="http://schemas.microsoft.com/office/drawing/2014/main" id="{ECED4BD5-1904-DEFB-32D0-6138A9976A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2238" y="3617913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3" name="Object 1077">
            <a:extLst>
              <a:ext uri="{FF2B5EF4-FFF2-40B4-BE49-F238E27FC236}">
                <a16:creationId xmlns:a16="http://schemas.microsoft.com/office/drawing/2014/main" id="{E08AA0DA-D573-03E9-8A01-56BDF619AC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2238" y="4297363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18453" name="Object 1077">
                        <a:extLst>
                          <a:ext uri="{FF2B5EF4-FFF2-40B4-BE49-F238E27FC236}">
                            <a16:creationId xmlns:a16="http://schemas.microsoft.com/office/drawing/2014/main" id="{E08AA0DA-D573-03E9-8A01-56BDF619AC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2238" y="4297363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4" name="Object 1078">
            <a:extLst>
              <a:ext uri="{FF2B5EF4-FFF2-40B4-BE49-F238E27FC236}">
                <a16:creationId xmlns:a16="http://schemas.microsoft.com/office/drawing/2014/main" id="{0A4C3DA5-0615-18DA-29FB-7966497F7F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26513" y="3279775"/>
          <a:ext cx="163512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18454" name="Object 1078">
                        <a:extLst>
                          <a:ext uri="{FF2B5EF4-FFF2-40B4-BE49-F238E27FC236}">
                            <a16:creationId xmlns:a16="http://schemas.microsoft.com/office/drawing/2014/main" id="{0A4C3DA5-0615-18DA-29FB-7966497F7F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6513" y="3279775"/>
                        <a:ext cx="163512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5" name="Object 1079">
            <a:extLst>
              <a:ext uri="{FF2B5EF4-FFF2-40B4-BE49-F238E27FC236}">
                <a16:creationId xmlns:a16="http://schemas.microsoft.com/office/drawing/2014/main" id="{10309297-65CB-A4F9-0264-62C1B1E5CB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8188" y="4587876"/>
          <a:ext cx="2841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57002" imgH="583947" progId="Equation.3">
                  <p:embed/>
                </p:oleObj>
              </mc:Choice>
              <mc:Fallback>
                <p:oleObj name="Equation" r:id="rId20" imgW="457002" imgH="583947" progId="Equation.3">
                  <p:embed/>
                  <p:pic>
                    <p:nvPicPr>
                      <p:cNvPr id="18455" name="Object 1079">
                        <a:extLst>
                          <a:ext uri="{FF2B5EF4-FFF2-40B4-BE49-F238E27FC236}">
                            <a16:creationId xmlns:a16="http://schemas.microsoft.com/office/drawing/2014/main" id="{10309297-65CB-A4F9-0264-62C1B1E5CB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8188" y="4587876"/>
                        <a:ext cx="28416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6" name="Text Box 1080">
            <a:extLst>
              <a:ext uri="{FF2B5EF4-FFF2-40B4-BE49-F238E27FC236}">
                <a16:creationId xmlns:a16="http://schemas.microsoft.com/office/drawing/2014/main" id="{EB2DE619-3B3A-9227-636A-C98E63D08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8264" y="4505325"/>
            <a:ext cx="17097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“reject”</a:t>
            </a:r>
          </a:p>
        </p:txBody>
      </p:sp>
      <p:sp>
        <p:nvSpPr>
          <p:cNvPr id="18457" name="Text Box 1081">
            <a:extLst>
              <a:ext uri="{FF2B5EF4-FFF2-40B4-BE49-F238E27FC236}">
                <a16:creationId xmlns:a16="http://schemas.microsoft.com/office/drawing/2014/main" id="{7D106A9F-CD4E-A8E3-3A1E-89FE4E28E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5283200"/>
            <a:ext cx="5030544" cy="11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because this computation</a:t>
            </a:r>
          </a:p>
          <a:p>
            <a:pPr>
              <a:spcBef>
                <a:spcPct val="20000"/>
              </a:spcBef>
            </a:pPr>
            <a:r>
              <a:rPr lang="en-US" altLang="ar-SA"/>
              <a:t>accepts </a:t>
            </a:r>
          </a:p>
        </p:txBody>
      </p:sp>
      <p:graphicFrame>
        <p:nvGraphicFramePr>
          <p:cNvPr id="18458" name="Object 1082">
            <a:extLst>
              <a:ext uri="{FF2B5EF4-FFF2-40B4-BE49-F238E27FC236}">
                <a16:creationId xmlns:a16="http://schemas.microsoft.com/office/drawing/2014/main" id="{5ABE3365-A9AC-FE75-264D-9F28F9BF7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6019800"/>
          <a:ext cx="546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45626" imgH="304536" progId="Equation.3">
                  <p:embed/>
                </p:oleObj>
              </mc:Choice>
              <mc:Fallback>
                <p:oleObj name="Equation" r:id="rId21" imgW="545626" imgH="304536" progId="Equation.3">
                  <p:embed/>
                  <p:pic>
                    <p:nvPicPr>
                      <p:cNvPr id="18458" name="Object 1082">
                        <a:extLst>
                          <a:ext uri="{FF2B5EF4-FFF2-40B4-BE49-F238E27FC236}">
                            <a16:creationId xmlns:a16="http://schemas.microsoft.com/office/drawing/2014/main" id="{5ABE3365-A9AC-FE75-264D-9F28F9BF7A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6019800"/>
                        <a:ext cx="546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6BA6DA7E-DD5A-3773-13EE-7FF4FC5C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C653DBF0-DCB2-4D53-9FFA-FB102AC97E7D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23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9" name="Rectangle 1026">
            <a:extLst>
              <a:ext uri="{FF2B5EF4-FFF2-40B4-BE49-F238E27FC236}">
                <a16:creationId xmlns:a16="http://schemas.microsoft.com/office/drawing/2014/main" id="{0E422F91-06F5-8355-C36E-4EAF9F802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9460" name="Line 1027">
            <a:extLst>
              <a:ext uri="{FF2B5EF4-FFF2-40B4-BE49-F238E27FC236}">
                <a16:creationId xmlns:a16="http://schemas.microsoft.com/office/drawing/2014/main" id="{DE26E833-44F8-A0B9-6D4D-619935254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9461" name="Object 1029">
            <a:extLst>
              <a:ext uri="{FF2B5EF4-FFF2-40B4-BE49-F238E27FC236}">
                <a16:creationId xmlns:a16="http://schemas.microsoft.com/office/drawing/2014/main" id="{A913CAB8-E381-2ACF-8B31-6B26369AB6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9461" name="Object 1029">
                        <a:extLst>
                          <a:ext uri="{FF2B5EF4-FFF2-40B4-BE49-F238E27FC236}">
                            <a16:creationId xmlns:a16="http://schemas.microsoft.com/office/drawing/2014/main" id="{A913CAB8-E381-2ACF-8B31-6B26369AB6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Line 1030">
            <a:extLst>
              <a:ext uri="{FF2B5EF4-FFF2-40B4-BE49-F238E27FC236}">
                <a16:creationId xmlns:a16="http://schemas.microsoft.com/office/drawing/2014/main" id="{AB2823F4-A1E3-1669-32B3-829FB76639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Oval 1031">
            <a:extLst>
              <a:ext uri="{FF2B5EF4-FFF2-40B4-BE49-F238E27FC236}">
                <a16:creationId xmlns:a16="http://schemas.microsoft.com/office/drawing/2014/main" id="{13C3AC83-7F86-E260-3402-C0DD6FA9D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9464" name="Oval 1032">
            <a:extLst>
              <a:ext uri="{FF2B5EF4-FFF2-40B4-BE49-F238E27FC236}">
                <a16:creationId xmlns:a16="http://schemas.microsoft.com/office/drawing/2014/main" id="{4337D46F-5A23-ACC9-7A73-B09563F05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9465" name="Oval 1033">
            <a:extLst>
              <a:ext uri="{FF2B5EF4-FFF2-40B4-BE49-F238E27FC236}">
                <a16:creationId xmlns:a16="http://schemas.microsoft.com/office/drawing/2014/main" id="{3493C3BF-E5E3-E314-71C5-0466523C2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9466" name="Line 1034">
            <a:extLst>
              <a:ext uri="{FF2B5EF4-FFF2-40B4-BE49-F238E27FC236}">
                <a16:creationId xmlns:a16="http://schemas.microsoft.com/office/drawing/2014/main" id="{A4E63B73-2079-2715-CBB9-00F040B8D3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7" name="Line 1035">
            <a:extLst>
              <a:ext uri="{FF2B5EF4-FFF2-40B4-BE49-F238E27FC236}">
                <a16:creationId xmlns:a16="http://schemas.microsoft.com/office/drawing/2014/main" id="{52677C30-3ECC-90BE-423F-A0C086D4B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Line 1036">
            <a:extLst>
              <a:ext uri="{FF2B5EF4-FFF2-40B4-BE49-F238E27FC236}">
                <a16:creationId xmlns:a16="http://schemas.microsoft.com/office/drawing/2014/main" id="{BAAEC8D3-766C-DBE7-8C39-69663FEE71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9" name="Oval 1038">
            <a:extLst>
              <a:ext uri="{FF2B5EF4-FFF2-40B4-BE49-F238E27FC236}">
                <a16:creationId xmlns:a16="http://schemas.microsoft.com/office/drawing/2014/main" id="{98D67BF0-E4F2-8A86-470D-66E65718D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19470" name="Line 1039">
            <a:extLst>
              <a:ext uri="{FF2B5EF4-FFF2-40B4-BE49-F238E27FC236}">
                <a16:creationId xmlns:a16="http://schemas.microsoft.com/office/drawing/2014/main" id="{C5EE4132-CDBC-071A-6807-42414F90F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9471" name="Object 1040">
            <a:extLst>
              <a:ext uri="{FF2B5EF4-FFF2-40B4-BE49-F238E27FC236}">
                <a16:creationId xmlns:a16="http://schemas.microsoft.com/office/drawing/2014/main" id="{98E57F60-DFE2-5B14-53DA-B55E381D6A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19471" name="Object 1040">
                        <a:extLst>
                          <a:ext uri="{FF2B5EF4-FFF2-40B4-BE49-F238E27FC236}">
                            <a16:creationId xmlns:a16="http://schemas.microsoft.com/office/drawing/2014/main" id="{98E57F60-DFE2-5B14-53DA-B55E381D6A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2" name="Object 1041">
            <a:extLst>
              <a:ext uri="{FF2B5EF4-FFF2-40B4-BE49-F238E27FC236}">
                <a16:creationId xmlns:a16="http://schemas.microsoft.com/office/drawing/2014/main" id="{F1244DF2-AD79-D01C-1E59-C0979030BB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19472" name="Object 1041">
                        <a:extLst>
                          <a:ext uri="{FF2B5EF4-FFF2-40B4-BE49-F238E27FC236}">
                            <a16:creationId xmlns:a16="http://schemas.microsoft.com/office/drawing/2014/main" id="{F1244DF2-AD79-D01C-1E59-C0979030BB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Oval 1042">
            <a:extLst>
              <a:ext uri="{FF2B5EF4-FFF2-40B4-BE49-F238E27FC236}">
                <a16:creationId xmlns:a16="http://schemas.microsoft.com/office/drawing/2014/main" id="{9FC30592-1B80-B50F-E6B0-C7753130D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19474" name="Object 1043">
            <a:extLst>
              <a:ext uri="{FF2B5EF4-FFF2-40B4-BE49-F238E27FC236}">
                <a16:creationId xmlns:a16="http://schemas.microsoft.com/office/drawing/2014/main" id="{EB1F6004-80D4-6F14-DCD5-1BAA8B3051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19474" name="Object 1043">
                        <a:extLst>
                          <a:ext uri="{FF2B5EF4-FFF2-40B4-BE49-F238E27FC236}">
                            <a16:creationId xmlns:a16="http://schemas.microsoft.com/office/drawing/2014/main" id="{EB1F6004-80D4-6F14-DCD5-1BAA8B3051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5" name="Object 1044">
            <a:extLst>
              <a:ext uri="{FF2B5EF4-FFF2-40B4-BE49-F238E27FC236}">
                <a16:creationId xmlns:a16="http://schemas.microsoft.com/office/drawing/2014/main" id="{F1DBC29D-CD50-D33E-E3B9-5AA3CAECB9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002" imgH="583947" progId="Equation.3">
                  <p:embed/>
                </p:oleObj>
              </mc:Choice>
              <mc:Fallback>
                <p:oleObj name="Equation" r:id="rId10" imgW="457002" imgH="583947" progId="Equation.3">
                  <p:embed/>
                  <p:pic>
                    <p:nvPicPr>
                      <p:cNvPr id="19475" name="Object 1044">
                        <a:extLst>
                          <a:ext uri="{FF2B5EF4-FFF2-40B4-BE49-F238E27FC236}">
                            <a16:creationId xmlns:a16="http://schemas.microsoft.com/office/drawing/2014/main" id="{F1DBC29D-CD50-D33E-E3B9-5AA3CAECB9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6" name="Object 1045">
            <a:extLst>
              <a:ext uri="{FF2B5EF4-FFF2-40B4-BE49-F238E27FC236}">
                <a16:creationId xmlns:a16="http://schemas.microsoft.com/office/drawing/2014/main" id="{2B808B9B-8BDF-AFA9-CC7C-968EE33DE6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9476" name="Object 1045">
                        <a:extLst>
                          <a:ext uri="{FF2B5EF4-FFF2-40B4-BE49-F238E27FC236}">
                            <a16:creationId xmlns:a16="http://schemas.microsoft.com/office/drawing/2014/main" id="{2B808B9B-8BDF-AFA9-CC7C-968EE33DE6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7" name="Object 1046">
            <a:extLst>
              <a:ext uri="{FF2B5EF4-FFF2-40B4-BE49-F238E27FC236}">
                <a16:creationId xmlns:a16="http://schemas.microsoft.com/office/drawing/2014/main" id="{AE703E99-6C87-C804-7F47-EC718092DA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19477" name="Object 1046">
                        <a:extLst>
                          <a:ext uri="{FF2B5EF4-FFF2-40B4-BE49-F238E27FC236}">
                            <a16:creationId xmlns:a16="http://schemas.microsoft.com/office/drawing/2014/main" id="{AE703E99-6C87-C804-7F47-EC718092DA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8" name="Text Box 1047">
            <a:extLst>
              <a:ext uri="{FF2B5EF4-FFF2-40B4-BE49-F238E27FC236}">
                <a16:creationId xmlns:a16="http://schemas.microsoft.com/office/drawing/2014/main" id="{D05EDAE8-985F-6A29-CFA7-0182EC445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0"/>
            <a:ext cx="4083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chemeClr val="tx1"/>
                </a:solidFill>
              </a:rPr>
              <a:t>Rejection example</a:t>
            </a:r>
          </a:p>
        </p:txBody>
      </p:sp>
      <p:graphicFrame>
        <p:nvGraphicFramePr>
          <p:cNvPr id="19479" name="Object 1048">
            <a:extLst>
              <a:ext uri="{FF2B5EF4-FFF2-40B4-BE49-F238E27FC236}">
                <a16:creationId xmlns:a16="http://schemas.microsoft.com/office/drawing/2014/main" id="{13000331-7617-A409-0893-26EFCD81C3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19479" name="Object 1048">
                        <a:extLst>
                          <a:ext uri="{FF2B5EF4-FFF2-40B4-BE49-F238E27FC236}">
                            <a16:creationId xmlns:a16="http://schemas.microsoft.com/office/drawing/2014/main" id="{13000331-7617-A409-0893-26EFCD81C3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0" name="Line 1049">
            <a:extLst>
              <a:ext uri="{FF2B5EF4-FFF2-40B4-BE49-F238E27FC236}">
                <a16:creationId xmlns:a16="http://schemas.microsoft.com/office/drawing/2014/main" id="{371261FE-3D1A-3BFB-9FAF-D34BD9522B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>
            <a:extLst>
              <a:ext uri="{FF2B5EF4-FFF2-40B4-BE49-F238E27FC236}">
                <a16:creationId xmlns:a16="http://schemas.microsoft.com/office/drawing/2014/main" id="{7F236F79-469E-C826-885A-3B076F78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1524E0B6-35DC-43C5-A957-2E7B66AC53C1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24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3" name="Rectangle 1026">
            <a:extLst>
              <a:ext uri="{FF2B5EF4-FFF2-40B4-BE49-F238E27FC236}">
                <a16:creationId xmlns:a16="http://schemas.microsoft.com/office/drawing/2014/main" id="{E2F782E5-76C9-541F-AF16-D66B99958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0484" name="Line 1027">
            <a:extLst>
              <a:ext uri="{FF2B5EF4-FFF2-40B4-BE49-F238E27FC236}">
                <a16:creationId xmlns:a16="http://schemas.microsoft.com/office/drawing/2014/main" id="{DF4788F8-23A1-5629-79DF-FFDEEBC45D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5" name="Object 1029">
            <a:extLst>
              <a:ext uri="{FF2B5EF4-FFF2-40B4-BE49-F238E27FC236}">
                <a16:creationId xmlns:a16="http://schemas.microsoft.com/office/drawing/2014/main" id="{B048C531-9C2A-4C75-E960-3FDD267245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0485" name="Object 1029">
                        <a:extLst>
                          <a:ext uri="{FF2B5EF4-FFF2-40B4-BE49-F238E27FC236}">
                            <a16:creationId xmlns:a16="http://schemas.microsoft.com/office/drawing/2014/main" id="{B048C531-9C2A-4C75-E960-3FDD267245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Line 1030">
            <a:extLst>
              <a:ext uri="{FF2B5EF4-FFF2-40B4-BE49-F238E27FC236}">
                <a16:creationId xmlns:a16="http://schemas.microsoft.com/office/drawing/2014/main" id="{E1F42AF8-ED14-799E-1144-E816614A29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Oval 1031">
            <a:extLst>
              <a:ext uri="{FF2B5EF4-FFF2-40B4-BE49-F238E27FC236}">
                <a16:creationId xmlns:a16="http://schemas.microsoft.com/office/drawing/2014/main" id="{81CB1A8D-17BF-4717-B527-DDED83FF5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0488" name="Oval 1032">
            <a:extLst>
              <a:ext uri="{FF2B5EF4-FFF2-40B4-BE49-F238E27FC236}">
                <a16:creationId xmlns:a16="http://schemas.microsoft.com/office/drawing/2014/main" id="{D48F8E37-9932-E623-FBB4-B6C95825C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0489" name="Oval 1033">
            <a:extLst>
              <a:ext uri="{FF2B5EF4-FFF2-40B4-BE49-F238E27FC236}">
                <a16:creationId xmlns:a16="http://schemas.microsoft.com/office/drawing/2014/main" id="{8910904E-BCC3-7867-889B-6A59A7A7F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0490" name="Line 1034">
            <a:extLst>
              <a:ext uri="{FF2B5EF4-FFF2-40B4-BE49-F238E27FC236}">
                <a16:creationId xmlns:a16="http://schemas.microsoft.com/office/drawing/2014/main" id="{43DB861C-62FB-D385-426C-7A673F3C75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1" name="Line 1035">
            <a:extLst>
              <a:ext uri="{FF2B5EF4-FFF2-40B4-BE49-F238E27FC236}">
                <a16:creationId xmlns:a16="http://schemas.microsoft.com/office/drawing/2014/main" id="{BF76FBD8-091B-3909-C35B-48E6C4A39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2" name="Line 1036">
            <a:extLst>
              <a:ext uri="{FF2B5EF4-FFF2-40B4-BE49-F238E27FC236}">
                <a16:creationId xmlns:a16="http://schemas.microsoft.com/office/drawing/2014/main" id="{425AB44A-950B-ABE2-CCA9-33801F4F3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3" name="Oval 1038">
            <a:extLst>
              <a:ext uri="{FF2B5EF4-FFF2-40B4-BE49-F238E27FC236}">
                <a16:creationId xmlns:a16="http://schemas.microsoft.com/office/drawing/2014/main" id="{56B1EA5A-4AE7-4F37-4D8D-D027E1F3B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0494" name="Line 1039">
            <a:extLst>
              <a:ext uri="{FF2B5EF4-FFF2-40B4-BE49-F238E27FC236}">
                <a16:creationId xmlns:a16="http://schemas.microsoft.com/office/drawing/2014/main" id="{29357473-C96D-1ED5-28E7-EABBA4A7AD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0495" name="Object 1040">
            <a:extLst>
              <a:ext uri="{FF2B5EF4-FFF2-40B4-BE49-F238E27FC236}">
                <a16:creationId xmlns:a16="http://schemas.microsoft.com/office/drawing/2014/main" id="{67E8AF86-58DB-EFA5-96FE-02B0BB2411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20495" name="Object 1040">
                        <a:extLst>
                          <a:ext uri="{FF2B5EF4-FFF2-40B4-BE49-F238E27FC236}">
                            <a16:creationId xmlns:a16="http://schemas.microsoft.com/office/drawing/2014/main" id="{67E8AF86-58DB-EFA5-96FE-02B0BB2411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Object 1041">
            <a:extLst>
              <a:ext uri="{FF2B5EF4-FFF2-40B4-BE49-F238E27FC236}">
                <a16:creationId xmlns:a16="http://schemas.microsoft.com/office/drawing/2014/main" id="{F1581926-5B97-E3A3-1312-1ECBEAF102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20496" name="Object 1041">
                        <a:extLst>
                          <a:ext uri="{FF2B5EF4-FFF2-40B4-BE49-F238E27FC236}">
                            <a16:creationId xmlns:a16="http://schemas.microsoft.com/office/drawing/2014/main" id="{F1581926-5B97-E3A3-1312-1ECBEAF102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7" name="Oval 1042">
            <a:extLst>
              <a:ext uri="{FF2B5EF4-FFF2-40B4-BE49-F238E27FC236}">
                <a16:creationId xmlns:a16="http://schemas.microsoft.com/office/drawing/2014/main" id="{34C47BB8-8761-5DA6-64B4-05804EEFA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20498" name="Object 1043">
            <a:extLst>
              <a:ext uri="{FF2B5EF4-FFF2-40B4-BE49-F238E27FC236}">
                <a16:creationId xmlns:a16="http://schemas.microsoft.com/office/drawing/2014/main" id="{4C70BD9B-0E5C-9351-7458-C5F5A8DF52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20498" name="Object 1043">
                        <a:extLst>
                          <a:ext uri="{FF2B5EF4-FFF2-40B4-BE49-F238E27FC236}">
                            <a16:creationId xmlns:a16="http://schemas.microsoft.com/office/drawing/2014/main" id="{4C70BD9B-0E5C-9351-7458-C5F5A8DF52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9" name="Object 1044">
            <a:extLst>
              <a:ext uri="{FF2B5EF4-FFF2-40B4-BE49-F238E27FC236}">
                <a16:creationId xmlns:a16="http://schemas.microsoft.com/office/drawing/2014/main" id="{6D20416C-93DD-D284-ADCA-10165204B1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002" imgH="583947" progId="Equation.3">
                  <p:embed/>
                </p:oleObj>
              </mc:Choice>
              <mc:Fallback>
                <p:oleObj name="Equation" r:id="rId10" imgW="457002" imgH="583947" progId="Equation.3">
                  <p:embed/>
                  <p:pic>
                    <p:nvPicPr>
                      <p:cNvPr id="20499" name="Object 1044">
                        <a:extLst>
                          <a:ext uri="{FF2B5EF4-FFF2-40B4-BE49-F238E27FC236}">
                            <a16:creationId xmlns:a16="http://schemas.microsoft.com/office/drawing/2014/main" id="{6D20416C-93DD-D284-ADCA-10165204B1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0" name="Object 1045">
            <a:extLst>
              <a:ext uri="{FF2B5EF4-FFF2-40B4-BE49-F238E27FC236}">
                <a16:creationId xmlns:a16="http://schemas.microsoft.com/office/drawing/2014/main" id="{E6043B37-DEEC-0B0E-ABEA-52B5997C6B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0500" name="Object 1045">
                        <a:extLst>
                          <a:ext uri="{FF2B5EF4-FFF2-40B4-BE49-F238E27FC236}">
                            <a16:creationId xmlns:a16="http://schemas.microsoft.com/office/drawing/2014/main" id="{E6043B37-DEEC-0B0E-ABEA-52B5997C6B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1" name="Object 1046">
            <a:extLst>
              <a:ext uri="{FF2B5EF4-FFF2-40B4-BE49-F238E27FC236}">
                <a16:creationId xmlns:a16="http://schemas.microsoft.com/office/drawing/2014/main" id="{FDF28B9E-C508-78F4-1087-56107FA65B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0501" name="Object 1046">
                        <a:extLst>
                          <a:ext uri="{FF2B5EF4-FFF2-40B4-BE49-F238E27FC236}">
                            <a16:creationId xmlns:a16="http://schemas.microsoft.com/office/drawing/2014/main" id="{FDF28B9E-C508-78F4-1087-56107FA65B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2" name="Object 1047">
            <a:extLst>
              <a:ext uri="{FF2B5EF4-FFF2-40B4-BE49-F238E27FC236}">
                <a16:creationId xmlns:a16="http://schemas.microsoft.com/office/drawing/2014/main" id="{7C0F6C36-0648-9E56-E21C-EED4E88F15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0502" name="Object 1047">
                        <a:extLst>
                          <a:ext uri="{FF2B5EF4-FFF2-40B4-BE49-F238E27FC236}">
                            <a16:creationId xmlns:a16="http://schemas.microsoft.com/office/drawing/2014/main" id="{7C0F6C36-0648-9E56-E21C-EED4E88F15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3" name="Line 1048">
            <a:extLst>
              <a:ext uri="{FF2B5EF4-FFF2-40B4-BE49-F238E27FC236}">
                <a16:creationId xmlns:a16="http://schemas.microsoft.com/office/drawing/2014/main" id="{2504CB26-DFE9-C54B-EA1E-7D983F303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4" name="Text Box 1049">
            <a:extLst>
              <a:ext uri="{FF2B5EF4-FFF2-40B4-BE49-F238E27FC236}">
                <a16:creationId xmlns:a16="http://schemas.microsoft.com/office/drawing/2014/main" id="{7A2A2465-52B6-EEE5-A601-7731A750E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1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First Choice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>
            <a:extLst>
              <a:ext uri="{FF2B5EF4-FFF2-40B4-BE49-F238E27FC236}">
                <a16:creationId xmlns:a16="http://schemas.microsoft.com/office/drawing/2014/main" id="{9BD65969-369F-38BB-C9B9-7289DB46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6CE79FDD-9F78-4F7B-A472-CD05D954FC5F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25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Rectangle 1026">
            <a:extLst>
              <a:ext uri="{FF2B5EF4-FFF2-40B4-BE49-F238E27FC236}">
                <a16:creationId xmlns:a16="http://schemas.microsoft.com/office/drawing/2014/main" id="{2CD134D3-F111-4A21-3B26-BA10A039B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1508" name="Line 1027">
            <a:extLst>
              <a:ext uri="{FF2B5EF4-FFF2-40B4-BE49-F238E27FC236}">
                <a16:creationId xmlns:a16="http://schemas.microsoft.com/office/drawing/2014/main" id="{A9F8753D-87E1-1269-89DB-503DAC292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09" name="Object 1028">
            <a:extLst>
              <a:ext uri="{FF2B5EF4-FFF2-40B4-BE49-F238E27FC236}">
                <a16:creationId xmlns:a16="http://schemas.microsoft.com/office/drawing/2014/main" id="{6728B6EC-1299-B05B-2C3F-8D61425231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1509" name="Object 1028">
                        <a:extLst>
                          <a:ext uri="{FF2B5EF4-FFF2-40B4-BE49-F238E27FC236}">
                            <a16:creationId xmlns:a16="http://schemas.microsoft.com/office/drawing/2014/main" id="{6728B6EC-1299-B05B-2C3F-8D61425231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Line 1029">
            <a:extLst>
              <a:ext uri="{FF2B5EF4-FFF2-40B4-BE49-F238E27FC236}">
                <a16:creationId xmlns:a16="http://schemas.microsoft.com/office/drawing/2014/main" id="{33ACDE04-C983-D715-CECB-631AD08B1F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Oval 1030">
            <a:extLst>
              <a:ext uri="{FF2B5EF4-FFF2-40B4-BE49-F238E27FC236}">
                <a16:creationId xmlns:a16="http://schemas.microsoft.com/office/drawing/2014/main" id="{0D99EA99-3445-EC05-E307-DEB6543E9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1512" name="Oval 1031">
            <a:extLst>
              <a:ext uri="{FF2B5EF4-FFF2-40B4-BE49-F238E27FC236}">
                <a16:creationId xmlns:a16="http://schemas.microsoft.com/office/drawing/2014/main" id="{1F9B9EEF-1848-A49F-8802-FB165C307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1513" name="Oval 1032">
            <a:extLst>
              <a:ext uri="{FF2B5EF4-FFF2-40B4-BE49-F238E27FC236}">
                <a16:creationId xmlns:a16="http://schemas.microsoft.com/office/drawing/2014/main" id="{91248C53-7360-1C53-7EBA-0AC6A260B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1514" name="Line 1033">
            <a:extLst>
              <a:ext uri="{FF2B5EF4-FFF2-40B4-BE49-F238E27FC236}">
                <a16:creationId xmlns:a16="http://schemas.microsoft.com/office/drawing/2014/main" id="{C398B8B5-61BD-67E7-CB5C-7AC577F3EE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5" name="Line 1034">
            <a:extLst>
              <a:ext uri="{FF2B5EF4-FFF2-40B4-BE49-F238E27FC236}">
                <a16:creationId xmlns:a16="http://schemas.microsoft.com/office/drawing/2014/main" id="{D5970986-1229-9B7C-ECBA-0153A4FC7A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1035">
            <a:extLst>
              <a:ext uri="{FF2B5EF4-FFF2-40B4-BE49-F238E27FC236}">
                <a16:creationId xmlns:a16="http://schemas.microsoft.com/office/drawing/2014/main" id="{040AD91E-3634-8E93-764E-3672A0872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7" name="Oval 1036">
            <a:extLst>
              <a:ext uri="{FF2B5EF4-FFF2-40B4-BE49-F238E27FC236}">
                <a16:creationId xmlns:a16="http://schemas.microsoft.com/office/drawing/2014/main" id="{CD365DD7-581E-63E7-4C07-13302452F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1518" name="Line 1037">
            <a:extLst>
              <a:ext uri="{FF2B5EF4-FFF2-40B4-BE49-F238E27FC236}">
                <a16:creationId xmlns:a16="http://schemas.microsoft.com/office/drawing/2014/main" id="{C9591ED5-5C0B-0886-A3F2-FDA7D13D0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1519" name="Object 1038">
            <a:extLst>
              <a:ext uri="{FF2B5EF4-FFF2-40B4-BE49-F238E27FC236}">
                <a16:creationId xmlns:a16="http://schemas.microsoft.com/office/drawing/2014/main" id="{9F635F02-243D-8DE9-2A4B-8394F23FD6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21519" name="Object 1038">
                        <a:extLst>
                          <a:ext uri="{FF2B5EF4-FFF2-40B4-BE49-F238E27FC236}">
                            <a16:creationId xmlns:a16="http://schemas.microsoft.com/office/drawing/2014/main" id="{9F635F02-243D-8DE9-2A4B-8394F23FD6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0" name="Object 1039">
            <a:extLst>
              <a:ext uri="{FF2B5EF4-FFF2-40B4-BE49-F238E27FC236}">
                <a16:creationId xmlns:a16="http://schemas.microsoft.com/office/drawing/2014/main" id="{C0D553D5-7337-46D1-F96E-A2F864239B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21520" name="Object 1039">
                        <a:extLst>
                          <a:ext uri="{FF2B5EF4-FFF2-40B4-BE49-F238E27FC236}">
                            <a16:creationId xmlns:a16="http://schemas.microsoft.com/office/drawing/2014/main" id="{C0D553D5-7337-46D1-F96E-A2F864239B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1" name="Oval 1040">
            <a:extLst>
              <a:ext uri="{FF2B5EF4-FFF2-40B4-BE49-F238E27FC236}">
                <a16:creationId xmlns:a16="http://schemas.microsoft.com/office/drawing/2014/main" id="{D37355BC-6E3C-9D1D-D15B-BD924ADF6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21522" name="Object 1041">
            <a:extLst>
              <a:ext uri="{FF2B5EF4-FFF2-40B4-BE49-F238E27FC236}">
                <a16:creationId xmlns:a16="http://schemas.microsoft.com/office/drawing/2014/main" id="{4183E08A-EDB0-2D82-C633-241F43796C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21522" name="Object 1041">
                        <a:extLst>
                          <a:ext uri="{FF2B5EF4-FFF2-40B4-BE49-F238E27FC236}">
                            <a16:creationId xmlns:a16="http://schemas.microsoft.com/office/drawing/2014/main" id="{4183E08A-EDB0-2D82-C633-241F43796C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3" name="Object 1042">
            <a:extLst>
              <a:ext uri="{FF2B5EF4-FFF2-40B4-BE49-F238E27FC236}">
                <a16:creationId xmlns:a16="http://schemas.microsoft.com/office/drawing/2014/main" id="{E48E70FF-F911-5326-2B0A-C2A615223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002" imgH="583947" progId="Equation.3">
                  <p:embed/>
                </p:oleObj>
              </mc:Choice>
              <mc:Fallback>
                <p:oleObj name="Equation" r:id="rId10" imgW="457002" imgH="583947" progId="Equation.3">
                  <p:embed/>
                  <p:pic>
                    <p:nvPicPr>
                      <p:cNvPr id="21523" name="Object 1042">
                        <a:extLst>
                          <a:ext uri="{FF2B5EF4-FFF2-40B4-BE49-F238E27FC236}">
                            <a16:creationId xmlns:a16="http://schemas.microsoft.com/office/drawing/2014/main" id="{E48E70FF-F911-5326-2B0A-C2A6152235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4" name="Object 1043">
            <a:extLst>
              <a:ext uri="{FF2B5EF4-FFF2-40B4-BE49-F238E27FC236}">
                <a16:creationId xmlns:a16="http://schemas.microsoft.com/office/drawing/2014/main" id="{1AD14ECD-D98A-4CAA-8764-6152A9EA31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1524" name="Object 1043">
                        <a:extLst>
                          <a:ext uri="{FF2B5EF4-FFF2-40B4-BE49-F238E27FC236}">
                            <a16:creationId xmlns:a16="http://schemas.microsoft.com/office/drawing/2014/main" id="{1AD14ECD-D98A-4CAA-8764-6152A9EA31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5" name="Object 1044">
            <a:extLst>
              <a:ext uri="{FF2B5EF4-FFF2-40B4-BE49-F238E27FC236}">
                <a16:creationId xmlns:a16="http://schemas.microsoft.com/office/drawing/2014/main" id="{660A31E0-CB2A-E82B-3668-EC5DD7BECD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1525" name="Object 1044">
                        <a:extLst>
                          <a:ext uri="{FF2B5EF4-FFF2-40B4-BE49-F238E27FC236}">
                            <a16:creationId xmlns:a16="http://schemas.microsoft.com/office/drawing/2014/main" id="{660A31E0-CB2A-E82B-3668-EC5DD7BECD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6" name="Object 1045">
            <a:extLst>
              <a:ext uri="{FF2B5EF4-FFF2-40B4-BE49-F238E27FC236}">
                <a16:creationId xmlns:a16="http://schemas.microsoft.com/office/drawing/2014/main" id="{0D538C12-BD29-2C4E-EEE7-634A8B74A8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1526" name="Object 1045">
                        <a:extLst>
                          <a:ext uri="{FF2B5EF4-FFF2-40B4-BE49-F238E27FC236}">
                            <a16:creationId xmlns:a16="http://schemas.microsoft.com/office/drawing/2014/main" id="{0D538C12-BD29-2C4E-EEE7-634A8B74A8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7" name="Line 1046">
            <a:extLst>
              <a:ext uri="{FF2B5EF4-FFF2-40B4-BE49-F238E27FC236}">
                <a16:creationId xmlns:a16="http://schemas.microsoft.com/office/drawing/2014/main" id="{431F3786-3B1D-5FAA-9DAB-954DEF6E4E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8" name="Text Box 1047">
            <a:extLst>
              <a:ext uri="{FF2B5EF4-FFF2-40B4-BE49-F238E27FC236}">
                <a16:creationId xmlns:a16="http://schemas.microsoft.com/office/drawing/2014/main" id="{958983AF-080E-E9F6-0894-6AAD985F3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1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21529" name="Text Box 1048">
            <a:extLst>
              <a:ext uri="{FF2B5EF4-FFF2-40B4-BE49-F238E27FC236}">
                <a16:creationId xmlns:a16="http://schemas.microsoft.com/office/drawing/2014/main" id="{35859B8B-8486-9CB4-B7B0-053BEC4F6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20828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“reject”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>
            <a:extLst>
              <a:ext uri="{FF2B5EF4-FFF2-40B4-BE49-F238E27FC236}">
                <a16:creationId xmlns:a16="http://schemas.microsoft.com/office/drawing/2014/main" id="{F76DC65E-7007-4D9A-CC2A-74D35C144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5B32C70C-9D1E-4BB4-8B4C-CF9549AB09A9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26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1" name="Text Box 1048">
            <a:extLst>
              <a:ext uri="{FF2B5EF4-FFF2-40B4-BE49-F238E27FC236}">
                <a16:creationId xmlns:a16="http://schemas.microsoft.com/office/drawing/2014/main" id="{D3FDBC42-7DCB-4F59-FCF4-117281DFE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22532" name="Rectangle 1049">
            <a:extLst>
              <a:ext uri="{FF2B5EF4-FFF2-40B4-BE49-F238E27FC236}">
                <a16:creationId xmlns:a16="http://schemas.microsoft.com/office/drawing/2014/main" id="{F1BE83D3-4BC3-F6F2-296D-8D8273140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2533" name="Line 1050">
            <a:extLst>
              <a:ext uri="{FF2B5EF4-FFF2-40B4-BE49-F238E27FC236}">
                <a16:creationId xmlns:a16="http://schemas.microsoft.com/office/drawing/2014/main" id="{024EC1D6-9C92-BD02-7CDA-FA840A3930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34" name="Object 1051">
            <a:extLst>
              <a:ext uri="{FF2B5EF4-FFF2-40B4-BE49-F238E27FC236}">
                <a16:creationId xmlns:a16="http://schemas.microsoft.com/office/drawing/2014/main" id="{B26F1164-6803-99F8-905D-2C9CBDA91F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2534" name="Object 1051">
                        <a:extLst>
                          <a:ext uri="{FF2B5EF4-FFF2-40B4-BE49-F238E27FC236}">
                            <a16:creationId xmlns:a16="http://schemas.microsoft.com/office/drawing/2014/main" id="{B26F1164-6803-99F8-905D-2C9CBDA91F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Line 1052">
            <a:extLst>
              <a:ext uri="{FF2B5EF4-FFF2-40B4-BE49-F238E27FC236}">
                <a16:creationId xmlns:a16="http://schemas.microsoft.com/office/drawing/2014/main" id="{6A1AE069-9FEE-F773-7C44-C1F68C46B0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6" name="Oval 1053">
            <a:extLst>
              <a:ext uri="{FF2B5EF4-FFF2-40B4-BE49-F238E27FC236}">
                <a16:creationId xmlns:a16="http://schemas.microsoft.com/office/drawing/2014/main" id="{7EEB1C51-0C78-8F76-E44D-15B9AD2B1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2537" name="Oval 1054">
            <a:extLst>
              <a:ext uri="{FF2B5EF4-FFF2-40B4-BE49-F238E27FC236}">
                <a16:creationId xmlns:a16="http://schemas.microsoft.com/office/drawing/2014/main" id="{201AD18F-D46C-4399-C399-7F2C5616C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2538" name="Oval 1055">
            <a:extLst>
              <a:ext uri="{FF2B5EF4-FFF2-40B4-BE49-F238E27FC236}">
                <a16:creationId xmlns:a16="http://schemas.microsoft.com/office/drawing/2014/main" id="{AD24AF8D-657D-D8C6-AB22-8C3E1C3EF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2539" name="Line 1056">
            <a:extLst>
              <a:ext uri="{FF2B5EF4-FFF2-40B4-BE49-F238E27FC236}">
                <a16:creationId xmlns:a16="http://schemas.microsoft.com/office/drawing/2014/main" id="{BC1F838A-100C-F3B1-8403-7B827D17BE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Line 1057">
            <a:extLst>
              <a:ext uri="{FF2B5EF4-FFF2-40B4-BE49-F238E27FC236}">
                <a16:creationId xmlns:a16="http://schemas.microsoft.com/office/drawing/2014/main" id="{FA9339D8-E1FE-FDBD-4302-005F7CD878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1" name="Line 1058">
            <a:extLst>
              <a:ext uri="{FF2B5EF4-FFF2-40B4-BE49-F238E27FC236}">
                <a16:creationId xmlns:a16="http://schemas.microsoft.com/office/drawing/2014/main" id="{951A2FFE-93C9-E0EC-4D93-1408C350C5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2" name="Oval 1059">
            <a:extLst>
              <a:ext uri="{FF2B5EF4-FFF2-40B4-BE49-F238E27FC236}">
                <a16:creationId xmlns:a16="http://schemas.microsoft.com/office/drawing/2014/main" id="{635B576F-135A-4962-C9B0-7F080E8FD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2543" name="Line 1060">
            <a:extLst>
              <a:ext uri="{FF2B5EF4-FFF2-40B4-BE49-F238E27FC236}">
                <a16:creationId xmlns:a16="http://schemas.microsoft.com/office/drawing/2014/main" id="{1A07362E-4DE2-63FA-2514-90869E761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2544" name="Object 1061">
            <a:extLst>
              <a:ext uri="{FF2B5EF4-FFF2-40B4-BE49-F238E27FC236}">
                <a16:creationId xmlns:a16="http://schemas.microsoft.com/office/drawing/2014/main" id="{5B16005C-D145-3D14-2B6D-FFBDEED859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22544" name="Object 1061">
                        <a:extLst>
                          <a:ext uri="{FF2B5EF4-FFF2-40B4-BE49-F238E27FC236}">
                            <a16:creationId xmlns:a16="http://schemas.microsoft.com/office/drawing/2014/main" id="{5B16005C-D145-3D14-2B6D-FFBDEED859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5" name="Object 1062">
            <a:extLst>
              <a:ext uri="{FF2B5EF4-FFF2-40B4-BE49-F238E27FC236}">
                <a16:creationId xmlns:a16="http://schemas.microsoft.com/office/drawing/2014/main" id="{C2A64040-1AAC-F401-65F4-B729189D82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22545" name="Object 1062">
                        <a:extLst>
                          <a:ext uri="{FF2B5EF4-FFF2-40B4-BE49-F238E27FC236}">
                            <a16:creationId xmlns:a16="http://schemas.microsoft.com/office/drawing/2014/main" id="{C2A64040-1AAC-F401-65F4-B729189D82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6" name="Oval 1063">
            <a:extLst>
              <a:ext uri="{FF2B5EF4-FFF2-40B4-BE49-F238E27FC236}">
                <a16:creationId xmlns:a16="http://schemas.microsoft.com/office/drawing/2014/main" id="{6A2D2C48-34F1-C1FF-8388-6D6A02728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22547" name="Object 1064">
            <a:extLst>
              <a:ext uri="{FF2B5EF4-FFF2-40B4-BE49-F238E27FC236}">
                <a16:creationId xmlns:a16="http://schemas.microsoft.com/office/drawing/2014/main" id="{1C7548A6-AD69-4948-AF60-310A7E17FA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22547" name="Object 1064">
                        <a:extLst>
                          <a:ext uri="{FF2B5EF4-FFF2-40B4-BE49-F238E27FC236}">
                            <a16:creationId xmlns:a16="http://schemas.microsoft.com/office/drawing/2014/main" id="{1C7548A6-AD69-4948-AF60-310A7E17FA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8" name="Object 1065">
            <a:extLst>
              <a:ext uri="{FF2B5EF4-FFF2-40B4-BE49-F238E27FC236}">
                <a16:creationId xmlns:a16="http://schemas.microsoft.com/office/drawing/2014/main" id="{3A674851-EE92-933E-CBA8-E16BE0C81A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002" imgH="583947" progId="Equation.3">
                  <p:embed/>
                </p:oleObj>
              </mc:Choice>
              <mc:Fallback>
                <p:oleObj name="Equation" r:id="rId10" imgW="457002" imgH="583947" progId="Equation.3">
                  <p:embed/>
                  <p:pic>
                    <p:nvPicPr>
                      <p:cNvPr id="22548" name="Object 1065">
                        <a:extLst>
                          <a:ext uri="{FF2B5EF4-FFF2-40B4-BE49-F238E27FC236}">
                            <a16:creationId xmlns:a16="http://schemas.microsoft.com/office/drawing/2014/main" id="{3A674851-EE92-933E-CBA8-E16BE0C81A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9" name="Object 1066">
            <a:extLst>
              <a:ext uri="{FF2B5EF4-FFF2-40B4-BE49-F238E27FC236}">
                <a16:creationId xmlns:a16="http://schemas.microsoft.com/office/drawing/2014/main" id="{97380F19-1233-E89A-2F4E-9460D7A846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2549" name="Object 1066">
                        <a:extLst>
                          <a:ext uri="{FF2B5EF4-FFF2-40B4-BE49-F238E27FC236}">
                            <a16:creationId xmlns:a16="http://schemas.microsoft.com/office/drawing/2014/main" id="{97380F19-1233-E89A-2F4E-9460D7A846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0" name="Object 1067">
            <a:extLst>
              <a:ext uri="{FF2B5EF4-FFF2-40B4-BE49-F238E27FC236}">
                <a16:creationId xmlns:a16="http://schemas.microsoft.com/office/drawing/2014/main" id="{C5AA62F7-4E01-E5C8-55B5-5C06879CB2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2550" name="Object 1067">
                        <a:extLst>
                          <a:ext uri="{FF2B5EF4-FFF2-40B4-BE49-F238E27FC236}">
                            <a16:creationId xmlns:a16="http://schemas.microsoft.com/office/drawing/2014/main" id="{C5AA62F7-4E01-E5C8-55B5-5C06879CB2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1" name="Object 1068">
            <a:extLst>
              <a:ext uri="{FF2B5EF4-FFF2-40B4-BE49-F238E27FC236}">
                <a16:creationId xmlns:a16="http://schemas.microsoft.com/office/drawing/2014/main" id="{30AC0247-F910-6116-CBB0-223D828CCD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2551" name="Object 1068">
                        <a:extLst>
                          <a:ext uri="{FF2B5EF4-FFF2-40B4-BE49-F238E27FC236}">
                            <a16:creationId xmlns:a16="http://schemas.microsoft.com/office/drawing/2014/main" id="{30AC0247-F910-6116-CBB0-223D828CCD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2" name="Line 1069">
            <a:extLst>
              <a:ext uri="{FF2B5EF4-FFF2-40B4-BE49-F238E27FC236}">
                <a16:creationId xmlns:a16="http://schemas.microsoft.com/office/drawing/2014/main" id="{C6F853CD-19CD-ACD0-CF88-3DA125D2FC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>
            <a:extLst>
              <a:ext uri="{FF2B5EF4-FFF2-40B4-BE49-F238E27FC236}">
                <a16:creationId xmlns:a16="http://schemas.microsoft.com/office/drawing/2014/main" id="{7B5AA3D4-C517-244C-C8F2-2BB39D47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0AC03A79-B6D6-48A0-9E0C-9F26FD6F8B82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27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Text Box 1026">
            <a:extLst>
              <a:ext uri="{FF2B5EF4-FFF2-40B4-BE49-F238E27FC236}">
                <a16:creationId xmlns:a16="http://schemas.microsoft.com/office/drawing/2014/main" id="{B4F2C903-3A9C-2BE7-88BA-8A80C6B81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23556" name="Rectangle 1027">
            <a:extLst>
              <a:ext uri="{FF2B5EF4-FFF2-40B4-BE49-F238E27FC236}">
                <a16:creationId xmlns:a16="http://schemas.microsoft.com/office/drawing/2014/main" id="{9CA28CEC-92F0-1343-BECE-8C22EFD9B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3557" name="Line 1028">
            <a:extLst>
              <a:ext uri="{FF2B5EF4-FFF2-40B4-BE49-F238E27FC236}">
                <a16:creationId xmlns:a16="http://schemas.microsoft.com/office/drawing/2014/main" id="{DD9EA546-452A-23CF-5484-6FAC0036B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58" name="Object 1029">
            <a:extLst>
              <a:ext uri="{FF2B5EF4-FFF2-40B4-BE49-F238E27FC236}">
                <a16:creationId xmlns:a16="http://schemas.microsoft.com/office/drawing/2014/main" id="{85FA2F60-AEB9-9611-8ABD-B17C33648D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3558" name="Object 1029">
                        <a:extLst>
                          <a:ext uri="{FF2B5EF4-FFF2-40B4-BE49-F238E27FC236}">
                            <a16:creationId xmlns:a16="http://schemas.microsoft.com/office/drawing/2014/main" id="{85FA2F60-AEB9-9611-8ABD-B17C33648D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Line 1030">
            <a:extLst>
              <a:ext uri="{FF2B5EF4-FFF2-40B4-BE49-F238E27FC236}">
                <a16:creationId xmlns:a16="http://schemas.microsoft.com/office/drawing/2014/main" id="{6530C777-835F-B075-75B3-709A3E74C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Oval 1048">
            <a:extLst>
              <a:ext uri="{FF2B5EF4-FFF2-40B4-BE49-F238E27FC236}">
                <a16:creationId xmlns:a16="http://schemas.microsoft.com/office/drawing/2014/main" id="{5C124A8D-3A75-D0F0-F650-4ED61ECC6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3561" name="Oval 1049">
            <a:extLst>
              <a:ext uri="{FF2B5EF4-FFF2-40B4-BE49-F238E27FC236}">
                <a16:creationId xmlns:a16="http://schemas.microsoft.com/office/drawing/2014/main" id="{BFEEBE65-8789-7BBC-9593-29F5243F5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3562" name="Oval 1050">
            <a:extLst>
              <a:ext uri="{FF2B5EF4-FFF2-40B4-BE49-F238E27FC236}">
                <a16:creationId xmlns:a16="http://schemas.microsoft.com/office/drawing/2014/main" id="{AFFC4B9A-221E-8902-4AEC-C1660E463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3563" name="Line 1051">
            <a:extLst>
              <a:ext uri="{FF2B5EF4-FFF2-40B4-BE49-F238E27FC236}">
                <a16:creationId xmlns:a16="http://schemas.microsoft.com/office/drawing/2014/main" id="{3534CFBD-5645-A3B7-8F80-E323DE39C8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4" name="Line 1052">
            <a:extLst>
              <a:ext uri="{FF2B5EF4-FFF2-40B4-BE49-F238E27FC236}">
                <a16:creationId xmlns:a16="http://schemas.microsoft.com/office/drawing/2014/main" id="{3EBBAE10-1BAB-4DED-9CEC-79C35BD1E4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5" name="Line 1053">
            <a:extLst>
              <a:ext uri="{FF2B5EF4-FFF2-40B4-BE49-F238E27FC236}">
                <a16:creationId xmlns:a16="http://schemas.microsoft.com/office/drawing/2014/main" id="{9693B5AB-7C7D-B2A9-EB06-59C7D5489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6" name="Oval 1054">
            <a:extLst>
              <a:ext uri="{FF2B5EF4-FFF2-40B4-BE49-F238E27FC236}">
                <a16:creationId xmlns:a16="http://schemas.microsoft.com/office/drawing/2014/main" id="{C809BE6E-0DC4-1223-0B98-F778D2B22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3567" name="Line 1055">
            <a:extLst>
              <a:ext uri="{FF2B5EF4-FFF2-40B4-BE49-F238E27FC236}">
                <a16:creationId xmlns:a16="http://schemas.microsoft.com/office/drawing/2014/main" id="{C98EADFA-2C32-AD21-201C-6D0F7129BB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3568" name="Object 1056">
            <a:extLst>
              <a:ext uri="{FF2B5EF4-FFF2-40B4-BE49-F238E27FC236}">
                <a16:creationId xmlns:a16="http://schemas.microsoft.com/office/drawing/2014/main" id="{0B3A47D4-F191-CF82-BD80-7094B00078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23568" name="Object 1056">
                        <a:extLst>
                          <a:ext uri="{FF2B5EF4-FFF2-40B4-BE49-F238E27FC236}">
                            <a16:creationId xmlns:a16="http://schemas.microsoft.com/office/drawing/2014/main" id="{0B3A47D4-F191-CF82-BD80-7094B00078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9" name="Object 1057">
            <a:extLst>
              <a:ext uri="{FF2B5EF4-FFF2-40B4-BE49-F238E27FC236}">
                <a16:creationId xmlns:a16="http://schemas.microsoft.com/office/drawing/2014/main" id="{1BCF1BEC-A989-B95B-908B-7E7EB95B93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23569" name="Object 1057">
                        <a:extLst>
                          <a:ext uri="{FF2B5EF4-FFF2-40B4-BE49-F238E27FC236}">
                            <a16:creationId xmlns:a16="http://schemas.microsoft.com/office/drawing/2014/main" id="{1BCF1BEC-A989-B95B-908B-7E7EB95B9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0" name="Oval 1058">
            <a:extLst>
              <a:ext uri="{FF2B5EF4-FFF2-40B4-BE49-F238E27FC236}">
                <a16:creationId xmlns:a16="http://schemas.microsoft.com/office/drawing/2014/main" id="{606FECE8-1B42-E673-9B8C-9D152BBBD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23571" name="Object 1059">
            <a:extLst>
              <a:ext uri="{FF2B5EF4-FFF2-40B4-BE49-F238E27FC236}">
                <a16:creationId xmlns:a16="http://schemas.microsoft.com/office/drawing/2014/main" id="{A7EA33AD-E6B8-47B2-B899-90518D3954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23571" name="Object 1059">
                        <a:extLst>
                          <a:ext uri="{FF2B5EF4-FFF2-40B4-BE49-F238E27FC236}">
                            <a16:creationId xmlns:a16="http://schemas.microsoft.com/office/drawing/2014/main" id="{A7EA33AD-E6B8-47B2-B899-90518D3954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2" name="Object 1060">
            <a:extLst>
              <a:ext uri="{FF2B5EF4-FFF2-40B4-BE49-F238E27FC236}">
                <a16:creationId xmlns:a16="http://schemas.microsoft.com/office/drawing/2014/main" id="{632A5E1E-0F8D-ACB7-0A24-B258649B62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23572" name="Object 1060">
                        <a:extLst>
                          <a:ext uri="{FF2B5EF4-FFF2-40B4-BE49-F238E27FC236}">
                            <a16:creationId xmlns:a16="http://schemas.microsoft.com/office/drawing/2014/main" id="{632A5E1E-0F8D-ACB7-0A24-B258649B62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3" name="Object 1061">
            <a:extLst>
              <a:ext uri="{FF2B5EF4-FFF2-40B4-BE49-F238E27FC236}">
                <a16:creationId xmlns:a16="http://schemas.microsoft.com/office/drawing/2014/main" id="{40E4FE9E-DCEA-81CE-63E9-77C4FDB2C5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23573" name="Object 1061">
                        <a:extLst>
                          <a:ext uri="{FF2B5EF4-FFF2-40B4-BE49-F238E27FC236}">
                            <a16:creationId xmlns:a16="http://schemas.microsoft.com/office/drawing/2014/main" id="{40E4FE9E-DCEA-81CE-63E9-77C4FDB2C5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4" name="Object 1062">
            <a:extLst>
              <a:ext uri="{FF2B5EF4-FFF2-40B4-BE49-F238E27FC236}">
                <a16:creationId xmlns:a16="http://schemas.microsoft.com/office/drawing/2014/main" id="{E3883DC6-69D0-6669-6151-202C98176E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23574" name="Object 1062">
                        <a:extLst>
                          <a:ext uri="{FF2B5EF4-FFF2-40B4-BE49-F238E27FC236}">
                            <a16:creationId xmlns:a16="http://schemas.microsoft.com/office/drawing/2014/main" id="{E3883DC6-69D0-6669-6151-202C98176E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5" name="Line 1063">
            <a:extLst>
              <a:ext uri="{FF2B5EF4-FFF2-40B4-BE49-F238E27FC236}">
                <a16:creationId xmlns:a16="http://schemas.microsoft.com/office/drawing/2014/main" id="{E978B584-7C8B-69C3-F3EF-55FE84E51D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76" name="Object 1064">
            <a:extLst>
              <a:ext uri="{FF2B5EF4-FFF2-40B4-BE49-F238E27FC236}">
                <a16:creationId xmlns:a16="http://schemas.microsoft.com/office/drawing/2014/main" id="{7CCEEF54-57E3-E843-CAE0-FC272751C2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57002" imgH="583947" progId="Equation.3">
                  <p:embed/>
                </p:oleObj>
              </mc:Choice>
              <mc:Fallback>
                <p:oleObj name="Equation" r:id="rId12" imgW="457002" imgH="583947" progId="Equation.3">
                  <p:embed/>
                  <p:pic>
                    <p:nvPicPr>
                      <p:cNvPr id="23576" name="Object 1064">
                        <a:extLst>
                          <a:ext uri="{FF2B5EF4-FFF2-40B4-BE49-F238E27FC236}">
                            <a16:creationId xmlns:a16="http://schemas.microsoft.com/office/drawing/2014/main" id="{7CCEEF54-57E3-E843-CAE0-FC272751C2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>
            <a:extLst>
              <a:ext uri="{FF2B5EF4-FFF2-40B4-BE49-F238E27FC236}">
                <a16:creationId xmlns:a16="http://schemas.microsoft.com/office/drawing/2014/main" id="{809D8428-E6B9-0481-A849-256468D2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0DBAFC67-0ECC-447D-BDF4-E625426D72D9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79" name="Text Box 1026">
            <a:extLst>
              <a:ext uri="{FF2B5EF4-FFF2-40B4-BE49-F238E27FC236}">
                <a16:creationId xmlns:a16="http://schemas.microsoft.com/office/drawing/2014/main" id="{76A713E6-3EB3-FE9D-E1E5-BD8495DC5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24580" name="Rectangle 1027">
            <a:extLst>
              <a:ext uri="{FF2B5EF4-FFF2-40B4-BE49-F238E27FC236}">
                <a16:creationId xmlns:a16="http://schemas.microsoft.com/office/drawing/2014/main" id="{624A1D48-B2CE-824A-9A4D-FC41424D8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4581" name="Line 1028">
            <a:extLst>
              <a:ext uri="{FF2B5EF4-FFF2-40B4-BE49-F238E27FC236}">
                <a16:creationId xmlns:a16="http://schemas.microsoft.com/office/drawing/2014/main" id="{B8F91714-2A9A-F152-8CF8-E9F196ECCC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82" name="Object 1029">
            <a:extLst>
              <a:ext uri="{FF2B5EF4-FFF2-40B4-BE49-F238E27FC236}">
                <a16:creationId xmlns:a16="http://schemas.microsoft.com/office/drawing/2014/main" id="{DCCFF835-FBB9-2D51-3F26-E79C4C5928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4582" name="Object 1029">
                        <a:extLst>
                          <a:ext uri="{FF2B5EF4-FFF2-40B4-BE49-F238E27FC236}">
                            <a16:creationId xmlns:a16="http://schemas.microsoft.com/office/drawing/2014/main" id="{DCCFF835-FBB9-2D51-3F26-E79C4C5928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Line 1030">
            <a:extLst>
              <a:ext uri="{FF2B5EF4-FFF2-40B4-BE49-F238E27FC236}">
                <a16:creationId xmlns:a16="http://schemas.microsoft.com/office/drawing/2014/main" id="{812E3B5C-BBB7-D1E3-E456-EA2DB6F38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4" name="Oval 1031">
            <a:extLst>
              <a:ext uri="{FF2B5EF4-FFF2-40B4-BE49-F238E27FC236}">
                <a16:creationId xmlns:a16="http://schemas.microsoft.com/office/drawing/2014/main" id="{AFC3F729-ABA8-EE2C-A743-2D3B5275F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4585" name="Oval 1032">
            <a:extLst>
              <a:ext uri="{FF2B5EF4-FFF2-40B4-BE49-F238E27FC236}">
                <a16:creationId xmlns:a16="http://schemas.microsoft.com/office/drawing/2014/main" id="{7005D2FA-0F03-7B65-1215-AB932449F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4586" name="Oval 1033">
            <a:extLst>
              <a:ext uri="{FF2B5EF4-FFF2-40B4-BE49-F238E27FC236}">
                <a16:creationId xmlns:a16="http://schemas.microsoft.com/office/drawing/2014/main" id="{81D877D7-2D4B-F5D8-1644-E43946CEF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4587" name="Line 1034">
            <a:extLst>
              <a:ext uri="{FF2B5EF4-FFF2-40B4-BE49-F238E27FC236}">
                <a16:creationId xmlns:a16="http://schemas.microsoft.com/office/drawing/2014/main" id="{7C0B1068-3DDE-2829-AFA8-955D7FBCB7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8" name="Line 1035">
            <a:extLst>
              <a:ext uri="{FF2B5EF4-FFF2-40B4-BE49-F238E27FC236}">
                <a16:creationId xmlns:a16="http://schemas.microsoft.com/office/drawing/2014/main" id="{14D48B5A-92D8-F5CD-C153-5E3AB726E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9" name="Line 1036">
            <a:extLst>
              <a:ext uri="{FF2B5EF4-FFF2-40B4-BE49-F238E27FC236}">
                <a16:creationId xmlns:a16="http://schemas.microsoft.com/office/drawing/2014/main" id="{8D391618-5ECE-275E-12A9-3B2597041E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0" name="Oval 1037">
            <a:extLst>
              <a:ext uri="{FF2B5EF4-FFF2-40B4-BE49-F238E27FC236}">
                <a16:creationId xmlns:a16="http://schemas.microsoft.com/office/drawing/2014/main" id="{8B837F25-F0C0-0DE9-08ED-F07BCDE3D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4591" name="Line 1038">
            <a:extLst>
              <a:ext uri="{FF2B5EF4-FFF2-40B4-BE49-F238E27FC236}">
                <a16:creationId xmlns:a16="http://schemas.microsoft.com/office/drawing/2014/main" id="{FBFB8E5B-0B81-283A-BD55-006435BF1A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4592" name="Object 1039">
            <a:extLst>
              <a:ext uri="{FF2B5EF4-FFF2-40B4-BE49-F238E27FC236}">
                <a16:creationId xmlns:a16="http://schemas.microsoft.com/office/drawing/2014/main" id="{39A12A5C-E9AB-F5F1-EB7F-1E02FE5054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24592" name="Object 1039">
                        <a:extLst>
                          <a:ext uri="{FF2B5EF4-FFF2-40B4-BE49-F238E27FC236}">
                            <a16:creationId xmlns:a16="http://schemas.microsoft.com/office/drawing/2014/main" id="{39A12A5C-E9AB-F5F1-EB7F-1E02FE5054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3" name="Object 1040">
            <a:extLst>
              <a:ext uri="{FF2B5EF4-FFF2-40B4-BE49-F238E27FC236}">
                <a16:creationId xmlns:a16="http://schemas.microsoft.com/office/drawing/2014/main" id="{43152C9B-93A2-9518-B369-F93A836164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24593" name="Object 1040">
                        <a:extLst>
                          <a:ext uri="{FF2B5EF4-FFF2-40B4-BE49-F238E27FC236}">
                            <a16:creationId xmlns:a16="http://schemas.microsoft.com/office/drawing/2014/main" id="{43152C9B-93A2-9518-B369-F93A836164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4" name="Oval 1041">
            <a:extLst>
              <a:ext uri="{FF2B5EF4-FFF2-40B4-BE49-F238E27FC236}">
                <a16:creationId xmlns:a16="http://schemas.microsoft.com/office/drawing/2014/main" id="{3D52A0B7-7241-74D3-55C4-1EBA31835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24595" name="Object 1042">
            <a:extLst>
              <a:ext uri="{FF2B5EF4-FFF2-40B4-BE49-F238E27FC236}">
                <a16:creationId xmlns:a16="http://schemas.microsoft.com/office/drawing/2014/main" id="{42CBFDDA-758E-CE90-1074-B27845B14B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24595" name="Object 1042">
                        <a:extLst>
                          <a:ext uri="{FF2B5EF4-FFF2-40B4-BE49-F238E27FC236}">
                            <a16:creationId xmlns:a16="http://schemas.microsoft.com/office/drawing/2014/main" id="{42CBFDDA-758E-CE90-1074-B27845B14B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6" name="Object 1043">
            <a:extLst>
              <a:ext uri="{FF2B5EF4-FFF2-40B4-BE49-F238E27FC236}">
                <a16:creationId xmlns:a16="http://schemas.microsoft.com/office/drawing/2014/main" id="{C32854CF-567F-823E-5713-6DAD566307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4596" name="Object 1043">
                        <a:extLst>
                          <a:ext uri="{FF2B5EF4-FFF2-40B4-BE49-F238E27FC236}">
                            <a16:creationId xmlns:a16="http://schemas.microsoft.com/office/drawing/2014/main" id="{C32854CF-567F-823E-5713-6DAD566307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7" name="Object 1044">
            <a:extLst>
              <a:ext uri="{FF2B5EF4-FFF2-40B4-BE49-F238E27FC236}">
                <a16:creationId xmlns:a16="http://schemas.microsoft.com/office/drawing/2014/main" id="{D65E0252-D2BD-C389-28DF-DE71157688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4597" name="Object 1044">
                        <a:extLst>
                          <a:ext uri="{FF2B5EF4-FFF2-40B4-BE49-F238E27FC236}">
                            <a16:creationId xmlns:a16="http://schemas.microsoft.com/office/drawing/2014/main" id="{D65E0252-D2BD-C389-28DF-DE71157688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8" name="Object 1045">
            <a:extLst>
              <a:ext uri="{FF2B5EF4-FFF2-40B4-BE49-F238E27FC236}">
                <a16:creationId xmlns:a16="http://schemas.microsoft.com/office/drawing/2014/main" id="{9570085D-4338-1137-68E0-8EFDDA237E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4598" name="Object 1045">
                        <a:extLst>
                          <a:ext uri="{FF2B5EF4-FFF2-40B4-BE49-F238E27FC236}">
                            <a16:creationId xmlns:a16="http://schemas.microsoft.com/office/drawing/2014/main" id="{9570085D-4338-1137-68E0-8EFDDA237E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9" name="Line 1046">
            <a:extLst>
              <a:ext uri="{FF2B5EF4-FFF2-40B4-BE49-F238E27FC236}">
                <a16:creationId xmlns:a16="http://schemas.microsoft.com/office/drawing/2014/main" id="{F56C8A94-01E9-18D6-E54E-BF1DC4C915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600" name="Object 1047">
            <a:extLst>
              <a:ext uri="{FF2B5EF4-FFF2-40B4-BE49-F238E27FC236}">
                <a16:creationId xmlns:a16="http://schemas.microsoft.com/office/drawing/2014/main" id="{0A71708F-5233-E3C6-8D8A-60BDD8E7F5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002" imgH="583947" progId="Equation.3">
                  <p:embed/>
                </p:oleObj>
              </mc:Choice>
              <mc:Fallback>
                <p:oleObj name="Equation" r:id="rId10" imgW="457002" imgH="583947" progId="Equation.3">
                  <p:embed/>
                  <p:pic>
                    <p:nvPicPr>
                      <p:cNvPr id="24600" name="Object 1047">
                        <a:extLst>
                          <a:ext uri="{FF2B5EF4-FFF2-40B4-BE49-F238E27FC236}">
                            <a16:creationId xmlns:a16="http://schemas.microsoft.com/office/drawing/2014/main" id="{0A71708F-5233-E3C6-8D8A-60BDD8E7F5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1" name="Text Box 1048">
            <a:extLst>
              <a:ext uri="{FF2B5EF4-FFF2-40B4-BE49-F238E27FC236}">
                <a16:creationId xmlns:a16="http://schemas.microsoft.com/office/drawing/2014/main" id="{0A688346-3F9C-08D3-51A9-306335CAF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9530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“reject”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>
            <a:extLst>
              <a:ext uri="{FF2B5EF4-FFF2-40B4-BE49-F238E27FC236}">
                <a16:creationId xmlns:a16="http://schemas.microsoft.com/office/drawing/2014/main" id="{4260123B-7F28-A26D-3DC5-3D54C1DEB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D151A9DA-2518-4372-8E94-C6505450AF30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29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1" name="Text Box 2">
            <a:extLst>
              <a:ext uri="{FF2B5EF4-FFF2-40B4-BE49-F238E27FC236}">
                <a16:creationId xmlns:a16="http://schemas.microsoft.com/office/drawing/2014/main" id="{9E532B3A-E29B-4417-5815-5932A78D9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711200"/>
            <a:ext cx="8382000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r" rtl="1">
              <a:lnSpc>
                <a:spcPct val="150000"/>
              </a:lnSpc>
              <a:spcBef>
                <a:spcPct val="20000"/>
              </a:spcBef>
              <a:defRPr/>
            </a:pPr>
            <a:r>
              <a:rPr lang="ar-SA" altLang="ar-SA" b="1" dirty="0">
                <a:solidFill>
                  <a:schemeClr val="tx1"/>
                </a:solidFill>
              </a:rPr>
              <a:t>لا تقبل آلة الحالة المنتهية الغير المحدودة المتسلسلة (تكون الآلة غير محسوبة)</a:t>
            </a:r>
            <a:r>
              <a:rPr lang="en-US" altLang="ar-SA" b="1" dirty="0">
                <a:solidFill>
                  <a:schemeClr val="tx1"/>
                </a:solidFill>
              </a:rPr>
              <a:t>:</a:t>
            </a:r>
          </a:p>
          <a:p>
            <a:pPr marL="514350" indent="-514350" algn="r" rtl="1">
              <a:lnSpc>
                <a:spcPct val="150000"/>
              </a:lnSpc>
              <a:spcBef>
                <a:spcPct val="20000"/>
              </a:spcBef>
              <a:buFontTx/>
              <a:buAutoNum type="arabicPeriod"/>
              <a:defRPr/>
            </a:pPr>
            <a:r>
              <a:rPr lang="ar-SA" altLang="ar-SA" b="1" dirty="0">
                <a:solidFill>
                  <a:schemeClr val="tx1"/>
                </a:solidFill>
              </a:rPr>
              <a:t>إذا تم قراءة جميع الرموز (المدخلات) ولم تصل الآلة إلى حالة نهائية (حالة قبول).</a:t>
            </a:r>
          </a:p>
          <a:p>
            <a:pPr marL="514350" indent="-514350" algn="r" rtl="1">
              <a:lnSpc>
                <a:spcPct val="150000"/>
              </a:lnSpc>
              <a:spcBef>
                <a:spcPct val="20000"/>
              </a:spcBef>
              <a:buFontTx/>
              <a:buAutoNum type="arabicPeriod"/>
              <a:defRPr/>
            </a:pPr>
            <a:r>
              <a:rPr lang="ar-SA" altLang="ar-SA" b="1" dirty="0">
                <a:solidFill>
                  <a:schemeClr val="tx1"/>
                </a:solidFill>
              </a:rPr>
              <a:t>إذا لم يتم قراءة الرموز كاملاً (لم يتم قراءة الكلمة كاملاً).</a:t>
            </a:r>
            <a:endParaRPr lang="en-US" altLang="ar-SA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E549EC8-E973-27AA-61F0-87E8E2EE4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2650" y="365125"/>
            <a:ext cx="7886700" cy="788987"/>
          </a:xfrm>
        </p:spPr>
        <p:txBody>
          <a:bodyPr/>
          <a:lstStyle/>
          <a:p>
            <a:pPr eaLnBrk="1" hangingPunct="1"/>
            <a:r>
              <a:rPr lang="en-US" altLang="ar-SA" dirty="0">
                <a:solidFill>
                  <a:srgbClr val="FF0000"/>
                </a:solidFill>
                <a:cs typeface="Times New Roman" panose="02020603050405020304" pitchFamily="18" charset="0"/>
              </a:rPr>
              <a:t>Example :</a:t>
            </a:r>
          </a:p>
        </p:txBody>
      </p:sp>
      <p:sp>
        <p:nvSpPr>
          <p:cNvPr id="26627" name="Slide Number Placeholder 4">
            <a:extLst>
              <a:ext uri="{FF2B5EF4-FFF2-40B4-BE49-F238E27FC236}">
                <a16:creationId xmlns:a16="http://schemas.microsoft.com/office/drawing/2014/main" id="{F59AF98A-CA20-2638-AE38-50C5A6CA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C45E942A-2D24-40EA-86FE-9DEC9B8F8928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30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6628" name="Object 3">
            <a:extLst>
              <a:ext uri="{FF2B5EF4-FFF2-40B4-BE49-F238E27FC236}">
                <a16:creationId xmlns:a16="http://schemas.microsoft.com/office/drawing/2014/main" id="{BC56A7D6-A9AF-0AF1-C9B4-C9360A1532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36111"/>
              </p:ext>
            </p:extLst>
          </p:nvPr>
        </p:nvGraphicFramePr>
        <p:xfrm>
          <a:off x="1944687" y="2093287"/>
          <a:ext cx="292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1973" imgH="330057" progId="Equation.3">
                  <p:embed/>
                </p:oleObj>
              </mc:Choice>
              <mc:Fallback>
                <p:oleObj name="Equation" r:id="rId2" imgW="291973" imgH="330057" progId="Equation.3">
                  <p:embed/>
                  <p:pic>
                    <p:nvPicPr>
                      <p:cNvPr id="26628" name="Object 3">
                        <a:extLst>
                          <a:ext uri="{FF2B5EF4-FFF2-40B4-BE49-F238E27FC236}">
                            <a16:creationId xmlns:a16="http://schemas.microsoft.com/office/drawing/2014/main" id="{BC56A7D6-A9AF-0AF1-C9B4-C9360A1532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7" y="2093287"/>
                        <a:ext cx="2921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Text Box 4">
            <a:extLst>
              <a:ext uri="{FF2B5EF4-FFF2-40B4-BE49-F238E27FC236}">
                <a16:creationId xmlns:a16="http://schemas.microsoft.com/office/drawing/2014/main" id="{677E1D0E-8B74-E56E-CE69-2F1A1E116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3937" y="1957388"/>
            <a:ext cx="4741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dirty="0"/>
              <a:t>is rejected by the NFA:</a:t>
            </a:r>
          </a:p>
        </p:txBody>
      </p:sp>
      <p:sp>
        <p:nvSpPr>
          <p:cNvPr id="26630" name="Oval 21">
            <a:extLst>
              <a:ext uri="{FF2B5EF4-FFF2-40B4-BE49-F238E27FC236}">
                <a16:creationId xmlns:a16="http://schemas.microsoft.com/office/drawing/2014/main" id="{48E92707-A192-912E-A41B-1352000C3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3221038"/>
            <a:ext cx="427038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6631" name="Oval 22">
            <a:extLst>
              <a:ext uri="{FF2B5EF4-FFF2-40B4-BE49-F238E27FC236}">
                <a16:creationId xmlns:a16="http://schemas.microsoft.com/office/drawing/2014/main" id="{69C27CA9-6538-A721-E91E-90EF5E8CC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588" y="3997326"/>
            <a:ext cx="425450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6632" name="Oval 23">
            <a:extLst>
              <a:ext uri="{FF2B5EF4-FFF2-40B4-BE49-F238E27FC236}">
                <a16:creationId xmlns:a16="http://schemas.microsoft.com/office/drawing/2014/main" id="{60189F46-8448-3DCF-FA18-BE2EF87AB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275" y="4578351"/>
            <a:ext cx="427038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6633" name="Line 24">
            <a:extLst>
              <a:ext uri="{FF2B5EF4-FFF2-40B4-BE49-F238E27FC236}">
                <a16:creationId xmlns:a16="http://schemas.microsoft.com/office/drawing/2014/main" id="{93AE04B1-7784-D227-3BFE-A04D24C835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38413" y="3511551"/>
            <a:ext cx="804862" cy="58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4" name="Line 25">
            <a:extLst>
              <a:ext uri="{FF2B5EF4-FFF2-40B4-BE49-F238E27FC236}">
                <a16:creationId xmlns:a16="http://schemas.microsoft.com/office/drawing/2014/main" id="{9A95B434-F9D4-30DA-11A9-FCB822E779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0000" y="4333876"/>
            <a:ext cx="806450" cy="4349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5" name="Line 26">
            <a:extLst>
              <a:ext uri="{FF2B5EF4-FFF2-40B4-BE49-F238E27FC236}">
                <a16:creationId xmlns:a16="http://schemas.microsoft.com/office/drawing/2014/main" id="{CFF6AE41-A6E1-91FF-9579-0064AF0A3B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4238626"/>
            <a:ext cx="407988" cy="28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6" name="Oval 27">
            <a:extLst>
              <a:ext uri="{FF2B5EF4-FFF2-40B4-BE49-F238E27FC236}">
                <a16:creationId xmlns:a16="http://schemas.microsoft.com/office/drawing/2014/main" id="{6C45DAE4-4124-2507-CF2F-F5FB04594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550" y="3221038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6637" name="Line 28">
            <a:extLst>
              <a:ext uri="{FF2B5EF4-FFF2-40B4-BE49-F238E27FC236}">
                <a16:creationId xmlns:a16="http://schemas.microsoft.com/office/drawing/2014/main" id="{BCF6E3EE-05C8-EF22-200D-948BB20CE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0314" y="3463925"/>
            <a:ext cx="661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6638" name="Object 29">
            <a:extLst>
              <a:ext uri="{FF2B5EF4-FFF2-40B4-BE49-F238E27FC236}">
                <a16:creationId xmlns:a16="http://schemas.microsoft.com/office/drawing/2014/main" id="{18CE0121-2A60-6100-979D-9E72577775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3997326"/>
          <a:ext cx="2984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26638" name="Object 29">
                        <a:extLst>
                          <a:ext uri="{FF2B5EF4-FFF2-40B4-BE49-F238E27FC236}">
                            <a16:creationId xmlns:a16="http://schemas.microsoft.com/office/drawing/2014/main" id="{18CE0121-2A60-6100-979D-9E72577775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3997326"/>
                        <a:ext cx="2984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9" name="Object 30">
            <a:extLst>
              <a:ext uri="{FF2B5EF4-FFF2-40B4-BE49-F238E27FC236}">
                <a16:creationId xmlns:a16="http://schemas.microsoft.com/office/drawing/2014/main" id="{D8ECFE4E-CD61-C62D-8A2A-1320639634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8526" y="3221039"/>
          <a:ext cx="252413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26639" name="Object 30">
                        <a:extLst>
                          <a:ext uri="{FF2B5EF4-FFF2-40B4-BE49-F238E27FC236}">
                            <a16:creationId xmlns:a16="http://schemas.microsoft.com/office/drawing/2014/main" id="{D8ECFE4E-CD61-C62D-8A2A-1320639634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526" y="3221039"/>
                        <a:ext cx="252413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0" name="Oval 31">
            <a:extLst>
              <a:ext uri="{FF2B5EF4-FFF2-40B4-BE49-F238E27FC236}">
                <a16:creationId xmlns:a16="http://schemas.microsoft.com/office/drawing/2014/main" id="{BA7F9166-83ED-042A-8551-BDC817FB7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3124200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26641" name="Object 32">
            <a:extLst>
              <a:ext uri="{FF2B5EF4-FFF2-40B4-BE49-F238E27FC236}">
                <a16:creationId xmlns:a16="http://schemas.microsoft.com/office/drawing/2014/main" id="{91FCD7F7-EF76-C76D-21F2-B933F74E4F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3589" y="3221039"/>
          <a:ext cx="300037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26641" name="Object 32">
                        <a:extLst>
                          <a:ext uri="{FF2B5EF4-FFF2-40B4-BE49-F238E27FC236}">
                            <a16:creationId xmlns:a16="http://schemas.microsoft.com/office/drawing/2014/main" id="{91FCD7F7-EF76-C76D-21F2-B933F74E4F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9" y="3221039"/>
                        <a:ext cx="300037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2" name="Object 33">
            <a:extLst>
              <a:ext uri="{FF2B5EF4-FFF2-40B4-BE49-F238E27FC236}">
                <a16:creationId xmlns:a16="http://schemas.microsoft.com/office/drawing/2014/main" id="{7773F746-69D5-DF85-048D-84CAB393B0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2575" y="3608388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26642" name="Object 33">
                        <a:extLst>
                          <a:ext uri="{FF2B5EF4-FFF2-40B4-BE49-F238E27FC236}">
                            <a16:creationId xmlns:a16="http://schemas.microsoft.com/office/drawing/2014/main" id="{7773F746-69D5-DF85-048D-84CAB393B0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3608388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3" name="Object 34">
            <a:extLst>
              <a:ext uri="{FF2B5EF4-FFF2-40B4-BE49-F238E27FC236}">
                <a16:creationId xmlns:a16="http://schemas.microsoft.com/office/drawing/2014/main" id="{20106994-AC22-F324-1591-A3188F27B1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2575" y="4287838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6643" name="Object 34">
                        <a:extLst>
                          <a:ext uri="{FF2B5EF4-FFF2-40B4-BE49-F238E27FC236}">
                            <a16:creationId xmlns:a16="http://schemas.microsoft.com/office/drawing/2014/main" id="{20106994-AC22-F324-1591-A3188F27B1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4287838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4" name="Object 35">
            <a:extLst>
              <a:ext uri="{FF2B5EF4-FFF2-40B4-BE49-F238E27FC236}">
                <a16:creationId xmlns:a16="http://schemas.microsoft.com/office/drawing/2014/main" id="{6A9551CB-2BB3-86B4-2345-B965745643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6851" y="3270250"/>
          <a:ext cx="163513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26644" name="Object 35">
                        <a:extLst>
                          <a:ext uri="{FF2B5EF4-FFF2-40B4-BE49-F238E27FC236}">
                            <a16:creationId xmlns:a16="http://schemas.microsoft.com/office/drawing/2014/main" id="{6A9551CB-2BB3-86B4-2345-B96574564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6851" y="3270250"/>
                        <a:ext cx="163513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5" name="Object 37">
            <a:extLst>
              <a:ext uri="{FF2B5EF4-FFF2-40B4-BE49-F238E27FC236}">
                <a16:creationId xmlns:a16="http://schemas.microsoft.com/office/drawing/2014/main" id="{756E4F0C-CE88-1CFE-1D2F-B37B73A6CF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8526" y="4578351"/>
          <a:ext cx="2841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57002" imgH="583947" progId="Equation.3">
                  <p:embed/>
                </p:oleObj>
              </mc:Choice>
              <mc:Fallback>
                <p:oleObj name="Equation" r:id="rId14" imgW="457002" imgH="583947" progId="Equation.3">
                  <p:embed/>
                  <p:pic>
                    <p:nvPicPr>
                      <p:cNvPr id="26645" name="Object 37">
                        <a:extLst>
                          <a:ext uri="{FF2B5EF4-FFF2-40B4-BE49-F238E27FC236}">
                            <a16:creationId xmlns:a16="http://schemas.microsoft.com/office/drawing/2014/main" id="{756E4F0C-CE88-1CFE-1D2F-B37B73A6CF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526" y="4578351"/>
                        <a:ext cx="2841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6" name="Text Box 38">
            <a:extLst>
              <a:ext uri="{FF2B5EF4-FFF2-40B4-BE49-F238E27FC236}">
                <a16:creationId xmlns:a16="http://schemas.microsoft.com/office/drawing/2014/main" id="{026F707E-2391-9E9F-5391-4D4042DC7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5720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“reject”</a:t>
            </a:r>
          </a:p>
        </p:txBody>
      </p:sp>
      <p:sp>
        <p:nvSpPr>
          <p:cNvPr id="26647" name="Oval 41">
            <a:extLst>
              <a:ext uri="{FF2B5EF4-FFF2-40B4-BE49-F238E27FC236}">
                <a16:creationId xmlns:a16="http://schemas.microsoft.com/office/drawing/2014/main" id="{F529C687-C12D-5367-08EA-9F065565E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3297238"/>
            <a:ext cx="427038" cy="436562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6648" name="Oval 42">
            <a:extLst>
              <a:ext uri="{FF2B5EF4-FFF2-40B4-BE49-F238E27FC236}">
                <a16:creationId xmlns:a16="http://schemas.microsoft.com/office/drawing/2014/main" id="{C6660466-5429-2F36-BB66-8F6D7CAC5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8788" y="4073526"/>
            <a:ext cx="425450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6649" name="Oval 43">
            <a:extLst>
              <a:ext uri="{FF2B5EF4-FFF2-40B4-BE49-F238E27FC236}">
                <a16:creationId xmlns:a16="http://schemas.microsoft.com/office/drawing/2014/main" id="{E51C56A5-54E0-D405-991F-41840229F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4654551"/>
            <a:ext cx="427038" cy="436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6650" name="Line 44">
            <a:extLst>
              <a:ext uri="{FF2B5EF4-FFF2-40B4-BE49-F238E27FC236}">
                <a16:creationId xmlns:a16="http://schemas.microsoft.com/office/drawing/2014/main" id="{52C0A0FD-9D02-0E03-B22C-C358E48CC4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6613" y="3587751"/>
            <a:ext cx="804862" cy="58261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51" name="Line 45">
            <a:extLst>
              <a:ext uri="{FF2B5EF4-FFF2-40B4-BE49-F238E27FC236}">
                <a16:creationId xmlns:a16="http://schemas.microsoft.com/office/drawing/2014/main" id="{8ACB65D4-FB77-3584-47CC-DD1BE77A72D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8200" y="4410076"/>
            <a:ext cx="806450" cy="434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52" name="Line 46">
            <a:extLst>
              <a:ext uri="{FF2B5EF4-FFF2-40B4-BE49-F238E27FC236}">
                <a16:creationId xmlns:a16="http://schemas.microsoft.com/office/drawing/2014/main" id="{2834C138-9F96-25BE-2020-E8658F2911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267201"/>
            <a:ext cx="407988" cy="476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53" name="Oval 47">
            <a:extLst>
              <a:ext uri="{FF2B5EF4-FFF2-40B4-BE49-F238E27FC236}">
                <a16:creationId xmlns:a16="http://schemas.microsoft.com/office/drawing/2014/main" id="{A7A6E7AD-EDD0-BD8C-D51D-9B7416D6C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0" y="3297238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6654" name="Line 48">
            <a:extLst>
              <a:ext uri="{FF2B5EF4-FFF2-40B4-BE49-F238E27FC236}">
                <a16:creationId xmlns:a16="http://schemas.microsoft.com/office/drawing/2014/main" id="{37D866B7-4CEF-7A12-C2B0-9E7D29A4A979}"/>
              </a:ext>
            </a:extLst>
          </p:cNvPr>
          <p:cNvSpPr>
            <a:spLocks noChangeShapeType="1"/>
          </p:cNvSpPr>
          <p:nvPr/>
        </p:nvSpPr>
        <p:spPr bwMode="auto">
          <a:xfrm>
            <a:off x="8418514" y="3540125"/>
            <a:ext cx="661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6655" name="Object 49">
            <a:extLst>
              <a:ext uri="{FF2B5EF4-FFF2-40B4-BE49-F238E27FC236}">
                <a16:creationId xmlns:a16="http://schemas.microsoft.com/office/drawing/2014/main" id="{1FF3E734-9FB5-7FEC-A703-D194B9631D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6413" y="4073526"/>
          <a:ext cx="2984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82391" imgH="583947" progId="Equation.3">
                  <p:embed/>
                </p:oleObj>
              </mc:Choice>
              <mc:Fallback>
                <p:oleObj name="Equation" r:id="rId16" imgW="482391" imgH="583947" progId="Equation.3">
                  <p:embed/>
                  <p:pic>
                    <p:nvPicPr>
                      <p:cNvPr id="26655" name="Object 49">
                        <a:extLst>
                          <a:ext uri="{FF2B5EF4-FFF2-40B4-BE49-F238E27FC236}">
                            <a16:creationId xmlns:a16="http://schemas.microsoft.com/office/drawing/2014/main" id="{1FF3E734-9FB5-7FEC-A703-D194B9631D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6413" y="4073526"/>
                        <a:ext cx="2984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6" name="Object 50">
            <a:extLst>
              <a:ext uri="{FF2B5EF4-FFF2-40B4-BE49-F238E27FC236}">
                <a16:creationId xmlns:a16="http://schemas.microsoft.com/office/drawing/2014/main" id="{9D4AC683-C639-585B-92EC-541E1B1D31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86726" y="3297239"/>
          <a:ext cx="252413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571252" progId="Equation.3">
                  <p:embed/>
                </p:oleObj>
              </mc:Choice>
              <mc:Fallback>
                <p:oleObj name="Equation" r:id="rId17" imgW="406224" imgH="571252" progId="Equation.3">
                  <p:embed/>
                  <p:pic>
                    <p:nvPicPr>
                      <p:cNvPr id="26656" name="Object 50">
                        <a:extLst>
                          <a:ext uri="{FF2B5EF4-FFF2-40B4-BE49-F238E27FC236}">
                            <a16:creationId xmlns:a16="http://schemas.microsoft.com/office/drawing/2014/main" id="{9D4AC683-C639-585B-92EC-541E1B1D31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6726" y="3297239"/>
                        <a:ext cx="252413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7" name="Oval 51">
            <a:extLst>
              <a:ext uri="{FF2B5EF4-FFF2-40B4-BE49-F238E27FC236}">
                <a16:creationId xmlns:a16="http://schemas.microsoft.com/office/drawing/2014/main" id="{BC6F9FE9-781D-C62D-7BAE-5823C1B6D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0500" y="3200400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26658" name="Object 52">
            <a:extLst>
              <a:ext uri="{FF2B5EF4-FFF2-40B4-BE49-F238E27FC236}">
                <a16:creationId xmlns:a16="http://schemas.microsoft.com/office/drawing/2014/main" id="{7C88B1E9-12F4-4BB0-A55D-9A7EADE7E1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21789" y="3297239"/>
          <a:ext cx="300037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82391" imgH="571252" progId="Equation.3">
                  <p:embed/>
                </p:oleObj>
              </mc:Choice>
              <mc:Fallback>
                <p:oleObj name="Equation" r:id="rId18" imgW="482391" imgH="571252" progId="Equation.3">
                  <p:embed/>
                  <p:pic>
                    <p:nvPicPr>
                      <p:cNvPr id="26658" name="Object 52">
                        <a:extLst>
                          <a:ext uri="{FF2B5EF4-FFF2-40B4-BE49-F238E27FC236}">
                            <a16:creationId xmlns:a16="http://schemas.microsoft.com/office/drawing/2014/main" id="{7C88B1E9-12F4-4BB0-A55D-9A7EADE7E1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1789" y="3297239"/>
                        <a:ext cx="300037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9" name="Object 53">
            <a:extLst>
              <a:ext uri="{FF2B5EF4-FFF2-40B4-BE49-F238E27FC236}">
                <a16:creationId xmlns:a16="http://schemas.microsoft.com/office/drawing/2014/main" id="{75377A59-6B03-D027-C0B5-3630E4FDDA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0775" y="3684588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26659" name="Object 53">
                        <a:extLst>
                          <a:ext uri="{FF2B5EF4-FFF2-40B4-BE49-F238E27FC236}">
                            <a16:creationId xmlns:a16="http://schemas.microsoft.com/office/drawing/2014/main" id="{75377A59-6B03-D027-C0B5-3630E4FDDA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0775" y="3684588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0" name="Object 54">
            <a:extLst>
              <a:ext uri="{FF2B5EF4-FFF2-40B4-BE49-F238E27FC236}">
                <a16:creationId xmlns:a16="http://schemas.microsoft.com/office/drawing/2014/main" id="{3308E6D4-7A53-B841-0ABE-DDA4111353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0775" y="4364038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26660" name="Object 54">
                        <a:extLst>
                          <a:ext uri="{FF2B5EF4-FFF2-40B4-BE49-F238E27FC236}">
                            <a16:creationId xmlns:a16="http://schemas.microsoft.com/office/drawing/2014/main" id="{3308E6D4-7A53-B841-0ABE-DDA4111353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0775" y="4364038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1" name="Object 55">
            <a:extLst>
              <a:ext uri="{FF2B5EF4-FFF2-40B4-BE49-F238E27FC236}">
                <a16:creationId xmlns:a16="http://schemas.microsoft.com/office/drawing/2014/main" id="{3BB34280-953F-7C50-2656-4B5683ECAF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55051" y="3346450"/>
          <a:ext cx="163513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26661" name="Object 55">
                        <a:extLst>
                          <a:ext uri="{FF2B5EF4-FFF2-40B4-BE49-F238E27FC236}">
                            <a16:creationId xmlns:a16="http://schemas.microsoft.com/office/drawing/2014/main" id="{3BB34280-953F-7C50-2656-4B5683ECAF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5051" y="3346450"/>
                        <a:ext cx="163513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2" name="Object 57">
            <a:extLst>
              <a:ext uri="{FF2B5EF4-FFF2-40B4-BE49-F238E27FC236}">
                <a16:creationId xmlns:a16="http://schemas.microsoft.com/office/drawing/2014/main" id="{7E0C8AA0-26D9-D74A-EE2B-1B56D523DF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86726" y="4654551"/>
          <a:ext cx="2841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57002" imgH="583947" progId="Equation.3">
                  <p:embed/>
                </p:oleObj>
              </mc:Choice>
              <mc:Fallback>
                <p:oleObj name="Equation" r:id="rId20" imgW="457002" imgH="583947" progId="Equation.3">
                  <p:embed/>
                  <p:pic>
                    <p:nvPicPr>
                      <p:cNvPr id="26662" name="Object 57">
                        <a:extLst>
                          <a:ext uri="{FF2B5EF4-FFF2-40B4-BE49-F238E27FC236}">
                            <a16:creationId xmlns:a16="http://schemas.microsoft.com/office/drawing/2014/main" id="{7E0C8AA0-26D9-D74A-EE2B-1B56D523DF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6726" y="4654551"/>
                        <a:ext cx="2841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3" name="Text Box 58">
            <a:extLst>
              <a:ext uri="{FF2B5EF4-FFF2-40B4-BE49-F238E27FC236}">
                <a16:creationId xmlns:a16="http://schemas.microsoft.com/office/drawing/2014/main" id="{11FDC086-6DEC-4301-CD4A-6BCE82B37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5146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“reject”</a:t>
            </a:r>
          </a:p>
        </p:txBody>
      </p:sp>
      <p:sp>
        <p:nvSpPr>
          <p:cNvPr id="26664" name="Text Box 59">
            <a:extLst>
              <a:ext uri="{FF2B5EF4-FFF2-40B4-BE49-F238E27FC236}">
                <a16:creationId xmlns:a16="http://schemas.microsoft.com/office/drawing/2014/main" id="{316D8752-6261-647A-4026-6BF52A46C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5557838"/>
            <a:ext cx="834390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20000"/>
              </a:spcBef>
            </a:pPr>
            <a:r>
              <a:rPr lang="en-US" altLang="ar-SA">
                <a:solidFill>
                  <a:schemeClr val="tx1"/>
                </a:solidFill>
              </a:rPr>
              <a:t>All possible computations lead to rejection</a:t>
            </a:r>
          </a:p>
          <a:p>
            <a:pPr algn="r" rtl="1">
              <a:spcBef>
                <a:spcPct val="20000"/>
              </a:spcBef>
            </a:pPr>
            <a:r>
              <a:rPr lang="ar-SA" altLang="ar-SA">
                <a:solidFill>
                  <a:schemeClr val="tx1"/>
                </a:solidFill>
              </a:rPr>
              <a:t>في جميع الحالات نصل إلى حالة رفض</a:t>
            </a:r>
            <a:endParaRPr lang="en-US" altLang="ar-SA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>
            <a:extLst>
              <a:ext uri="{FF2B5EF4-FFF2-40B4-BE49-F238E27FC236}">
                <a16:creationId xmlns:a16="http://schemas.microsoft.com/office/drawing/2014/main" id="{43C99BF9-15CE-8B4F-7CE8-BCF7C3739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7F384CD1-4875-46CC-BC5B-37B15158543B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31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1" name="Text Box 1026">
            <a:extLst>
              <a:ext uri="{FF2B5EF4-FFF2-40B4-BE49-F238E27FC236}">
                <a16:creationId xmlns:a16="http://schemas.microsoft.com/office/drawing/2014/main" id="{117C0125-23D6-44AA-CD8D-DD9172B64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0"/>
            <a:ext cx="4083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chemeClr val="tx1"/>
                </a:solidFill>
              </a:rPr>
              <a:t>Rejection example</a:t>
            </a:r>
          </a:p>
        </p:txBody>
      </p:sp>
      <p:sp>
        <p:nvSpPr>
          <p:cNvPr id="27652" name="Rectangle 1027">
            <a:extLst>
              <a:ext uri="{FF2B5EF4-FFF2-40B4-BE49-F238E27FC236}">
                <a16:creationId xmlns:a16="http://schemas.microsoft.com/office/drawing/2014/main" id="{E9D31EE5-D1DF-2296-A367-F97A3F505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7653" name="Line 1028">
            <a:extLst>
              <a:ext uri="{FF2B5EF4-FFF2-40B4-BE49-F238E27FC236}">
                <a16:creationId xmlns:a16="http://schemas.microsoft.com/office/drawing/2014/main" id="{77F257AF-310A-ED6F-CE3F-BC9289187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Line 1029">
            <a:extLst>
              <a:ext uri="{FF2B5EF4-FFF2-40B4-BE49-F238E27FC236}">
                <a16:creationId xmlns:a16="http://schemas.microsoft.com/office/drawing/2014/main" id="{783A47A0-A44C-C9AC-78FF-1634834416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55" name="Object 1030">
            <a:extLst>
              <a:ext uri="{FF2B5EF4-FFF2-40B4-BE49-F238E27FC236}">
                <a16:creationId xmlns:a16="http://schemas.microsoft.com/office/drawing/2014/main" id="{672A1A5A-4B13-675F-06AC-ED1825B05D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7655" name="Object 1030">
                        <a:extLst>
                          <a:ext uri="{FF2B5EF4-FFF2-40B4-BE49-F238E27FC236}">
                            <a16:creationId xmlns:a16="http://schemas.microsoft.com/office/drawing/2014/main" id="{672A1A5A-4B13-675F-06AC-ED1825B05D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Line 1031">
            <a:extLst>
              <a:ext uri="{FF2B5EF4-FFF2-40B4-BE49-F238E27FC236}">
                <a16:creationId xmlns:a16="http://schemas.microsoft.com/office/drawing/2014/main" id="{9ECF9E27-EEBD-2DC9-E21C-65521D735D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Oval 1032">
            <a:extLst>
              <a:ext uri="{FF2B5EF4-FFF2-40B4-BE49-F238E27FC236}">
                <a16:creationId xmlns:a16="http://schemas.microsoft.com/office/drawing/2014/main" id="{5B984513-DF9F-6DD4-7FC1-304EF1626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7658" name="Oval 1033">
            <a:extLst>
              <a:ext uri="{FF2B5EF4-FFF2-40B4-BE49-F238E27FC236}">
                <a16:creationId xmlns:a16="http://schemas.microsoft.com/office/drawing/2014/main" id="{04A1BFF3-5D5E-B7ED-EB08-9D0D0D87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7659" name="Oval 1034">
            <a:extLst>
              <a:ext uri="{FF2B5EF4-FFF2-40B4-BE49-F238E27FC236}">
                <a16:creationId xmlns:a16="http://schemas.microsoft.com/office/drawing/2014/main" id="{8C3D468A-0473-092D-D4D3-9F19A1837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7660" name="Line 1035">
            <a:extLst>
              <a:ext uri="{FF2B5EF4-FFF2-40B4-BE49-F238E27FC236}">
                <a16:creationId xmlns:a16="http://schemas.microsoft.com/office/drawing/2014/main" id="{FAADCA86-0371-D368-55D7-5B1A159514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1" name="Line 1036">
            <a:extLst>
              <a:ext uri="{FF2B5EF4-FFF2-40B4-BE49-F238E27FC236}">
                <a16:creationId xmlns:a16="http://schemas.microsoft.com/office/drawing/2014/main" id="{4346554D-FB21-8688-89C9-8198DA6C57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2" name="Line 1037">
            <a:extLst>
              <a:ext uri="{FF2B5EF4-FFF2-40B4-BE49-F238E27FC236}">
                <a16:creationId xmlns:a16="http://schemas.microsoft.com/office/drawing/2014/main" id="{2B75CDE4-151B-BFA9-238B-79C2633C8D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7663" name="Object 1038">
            <a:extLst>
              <a:ext uri="{FF2B5EF4-FFF2-40B4-BE49-F238E27FC236}">
                <a16:creationId xmlns:a16="http://schemas.microsoft.com/office/drawing/2014/main" id="{477EC107-D998-2E84-3614-1811A1F3E5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27663" name="Object 1038">
                        <a:extLst>
                          <a:ext uri="{FF2B5EF4-FFF2-40B4-BE49-F238E27FC236}">
                            <a16:creationId xmlns:a16="http://schemas.microsoft.com/office/drawing/2014/main" id="{477EC107-D998-2E84-3614-1811A1F3E5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Oval 1039">
            <a:extLst>
              <a:ext uri="{FF2B5EF4-FFF2-40B4-BE49-F238E27FC236}">
                <a16:creationId xmlns:a16="http://schemas.microsoft.com/office/drawing/2014/main" id="{947AA574-36CF-6830-B004-11341BB56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7665" name="Line 1040">
            <a:extLst>
              <a:ext uri="{FF2B5EF4-FFF2-40B4-BE49-F238E27FC236}">
                <a16:creationId xmlns:a16="http://schemas.microsoft.com/office/drawing/2014/main" id="{19AF1682-B025-39F6-1A00-ECE8D8C81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7666" name="Object 1041">
            <a:extLst>
              <a:ext uri="{FF2B5EF4-FFF2-40B4-BE49-F238E27FC236}">
                <a16:creationId xmlns:a16="http://schemas.microsoft.com/office/drawing/2014/main" id="{55CB5DCE-441A-FB3B-2183-0BD417160A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27666" name="Object 1041">
                        <a:extLst>
                          <a:ext uri="{FF2B5EF4-FFF2-40B4-BE49-F238E27FC236}">
                            <a16:creationId xmlns:a16="http://schemas.microsoft.com/office/drawing/2014/main" id="{55CB5DCE-441A-FB3B-2183-0BD417160A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7" name="Object 1042">
            <a:extLst>
              <a:ext uri="{FF2B5EF4-FFF2-40B4-BE49-F238E27FC236}">
                <a16:creationId xmlns:a16="http://schemas.microsoft.com/office/drawing/2014/main" id="{66A7DE04-1220-49D7-33A3-017D7AAACE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27667" name="Object 1042">
                        <a:extLst>
                          <a:ext uri="{FF2B5EF4-FFF2-40B4-BE49-F238E27FC236}">
                            <a16:creationId xmlns:a16="http://schemas.microsoft.com/office/drawing/2014/main" id="{66A7DE04-1220-49D7-33A3-017D7AAACE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8" name="Oval 1043">
            <a:extLst>
              <a:ext uri="{FF2B5EF4-FFF2-40B4-BE49-F238E27FC236}">
                <a16:creationId xmlns:a16="http://schemas.microsoft.com/office/drawing/2014/main" id="{B146F61D-036A-0F9A-E8FB-12234225E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27669" name="Object 1044">
            <a:extLst>
              <a:ext uri="{FF2B5EF4-FFF2-40B4-BE49-F238E27FC236}">
                <a16:creationId xmlns:a16="http://schemas.microsoft.com/office/drawing/2014/main" id="{33D9AA67-4ABB-A911-EF0F-228DCC3B6D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27669" name="Object 1044">
                        <a:extLst>
                          <a:ext uri="{FF2B5EF4-FFF2-40B4-BE49-F238E27FC236}">
                            <a16:creationId xmlns:a16="http://schemas.microsoft.com/office/drawing/2014/main" id="{33D9AA67-4ABB-A911-EF0F-228DCC3B6D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1045">
            <a:extLst>
              <a:ext uri="{FF2B5EF4-FFF2-40B4-BE49-F238E27FC236}">
                <a16:creationId xmlns:a16="http://schemas.microsoft.com/office/drawing/2014/main" id="{4C307AC5-F912-7D3A-9D56-CE6ED59AB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57002" imgH="583947" progId="Equation.3">
                  <p:embed/>
                </p:oleObj>
              </mc:Choice>
              <mc:Fallback>
                <p:oleObj name="Equation" r:id="rId11" imgW="457002" imgH="583947" progId="Equation.3">
                  <p:embed/>
                  <p:pic>
                    <p:nvPicPr>
                      <p:cNvPr id="27670" name="Object 1045">
                        <a:extLst>
                          <a:ext uri="{FF2B5EF4-FFF2-40B4-BE49-F238E27FC236}">
                            <a16:creationId xmlns:a16="http://schemas.microsoft.com/office/drawing/2014/main" id="{4C307AC5-F912-7D3A-9D56-CE6ED59AB5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1" name="Object 1046">
            <a:extLst>
              <a:ext uri="{FF2B5EF4-FFF2-40B4-BE49-F238E27FC236}">
                <a16:creationId xmlns:a16="http://schemas.microsoft.com/office/drawing/2014/main" id="{B043B02A-6763-D019-5473-AA6247EAE6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27671" name="Object 1046">
                        <a:extLst>
                          <a:ext uri="{FF2B5EF4-FFF2-40B4-BE49-F238E27FC236}">
                            <a16:creationId xmlns:a16="http://schemas.microsoft.com/office/drawing/2014/main" id="{B043B02A-6763-D019-5473-AA6247EAE6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2" name="Object 1047">
            <a:extLst>
              <a:ext uri="{FF2B5EF4-FFF2-40B4-BE49-F238E27FC236}">
                <a16:creationId xmlns:a16="http://schemas.microsoft.com/office/drawing/2014/main" id="{96E2B8A2-BD5E-DB5D-80CD-7EB99E80BD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27672" name="Object 1047">
                        <a:extLst>
                          <a:ext uri="{FF2B5EF4-FFF2-40B4-BE49-F238E27FC236}">
                            <a16:creationId xmlns:a16="http://schemas.microsoft.com/office/drawing/2014/main" id="{96E2B8A2-BD5E-DB5D-80CD-7EB99E80BD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3" name="Object 1048">
            <a:extLst>
              <a:ext uri="{FF2B5EF4-FFF2-40B4-BE49-F238E27FC236}">
                <a16:creationId xmlns:a16="http://schemas.microsoft.com/office/drawing/2014/main" id="{855ECC5F-D41F-FF8E-FDB2-80622536E8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27673" name="Object 1048">
                        <a:extLst>
                          <a:ext uri="{FF2B5EF4-FFF2-40B4-BE49-F238E27FC236}">
                            <a16:creationId xmlns:a16="http://schemas.microsoft.com/office/drawing/2014/main" id="{855ECC5F-D41F-FF8E-FDB2-80622536E8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4" name="Line 1049">
            <a:extLst>
              <a:ext uri="{FF2B5EF4-FFF2-40B4-BE49-F238E27FC236}">
                <a16:creationId xmlns:a16="http://schemas.microsoft.com/office/drawing/2014/main" id="{53DD4677-3655-5220-0B74-B195B4511B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75" name="Line 1050">
            <a:extLst>
              <a:ext uri="{FF2B5EF4-FFF2-40B4-BE49-F238E27FC236}">
                <a16:creationId xmlns:a16="http://schemas.microsoft.com/office/drawing/2014/main" id="{10D02DF4-1D4F-4AB7-9279-94AE947A7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76" name="Object 1051">
            <a:extLst>
              <a:ext uri="{FF2B5EF4-FFF2-40B4-BE49-F238E27FC236}">
                <a16:creationId xmlns:a16="http://schemas.microsoft.com/office/drawing/2014/main" id="{95C17B1B-D700-0B54-F90F-EBDD1879AF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27676" name="Object 1051">
                        <a:extLst>
                          <a:ext uri="{FF2B5EF4-FFF2-40B4-BE49-F238E27FC236}">
                            <a16:creationId xmlns:a16="http://schemas.microsoft.com/office/drawing/2014/main" id="{95C17B1B-D700-0B54-F90F-EBDD1879AF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>
            <a:extLst>
              <a:ext uri="{FF2B5EF4-FFF2-40B4-BE49-F238E27FC236}">
                <a16:creationId xmlns:a16="http://schemas.microsoft.com/office/drawing/2014/main" id="{C8980C38-44A1-075D-62E2-6FF55E43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085ED861-877B-4704-BD0B-79D752CE5876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32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C434D93-098F-188D-C57C-F645D198D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8676" name="Line 3">
            <a:extLst>
              <a:ext uri="{FF2B5EF4-FFF2-40B4-BE49-F238E27FC236}">
                <a16:creationId xmlns:a16="http://schemas.microsoft.com/office/drawing/2014/main" id="{4590B0BB-6AF0-A4B1-B2EF-135BB3601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7" name="Line 4">
            <a:extLst>
              <a:ext uri="{FF2B5EF4-FFF2-40B4-BE49-F238E27FC236}">
                <a16:creationId xmlns:a16="http://schemas.microsoft.com/office/drawing/2014/main" id="{BAA01AF8-994C-CA6B-F10D-110B2943B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8678" name="Object 5">
            <a:extLst>
              <a:ext uri="{FF2B5EF4-FFF2-40B4-BE49-F238E27FC236}">
                <a16:creationId xmlns:a16="http://schemas.microsoft.com/office/drawing/2014/main" id="{244D8733-7181-87F5-7065-54D57A888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8678" name="Object 5">
                        <a:extLst>
                          <a:ext uri="{FF2B5EF4-FFF2-40B4-BE49-F238E27FC236}">
                            <a16:creationId xmlns:a16="http://schemas.microsoft.com/office/drawing/2014/main" id="{244D8733-7181-87F5-7065-54D57A888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Line 6">
            <a:extLst>
              <a:ext uri="{FF2B5EF4-FFF2-40B4-BE49-F238E27FC236}">
                <a16:creationId xmlns:a16="http://schemas.microsoft.com/office/drawing/2014/main" id="{7C658E9B-A8D7-6425-DE9F-792DC80C71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Oval 7">
            <a:extLst>
              <a:ext uri="{FF2B5EF4-FFF2-40B4-BE49-F238E27FC236}">
                <a16:creationId xmlns:a16="http://schemas.microsoft.com/office/drawing/2014/main" id="{AFDE08DB-6EDF-E780-4981-9FE084043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8681" name="Oval 8">
            <a:extLst>
              <a:ext uri="{FF2B5EF4-FFF2-40B4-BE49-F238E27FC236}">
                <a16:creationId xmlns:a16="http://schemas.microsoft.com/office/drawing/2014/main" id="{C778BA35-DD0A-7302-101C-E28B6626E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8682" name="Oval 9">
            <a:extLst>
              <a:ext uri="{FF2B5EF4-FFF2-40B4-BE49-F238E27FC236}">
                <a16:creationId xmlns:a16="http://schemas.microsoft.com/office/drawing/2014/main" id="{B65E374E-A030-F1C6-1599-49357E4FA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8683" name="Line 10">
            <a:extLst>
              <a:ext uri="{FF2B5EF4-FFF2-40B4-BE49-F238E27FC236}">
                <a16:creationId xmlns:a16="http://schemas.microsoft.com/office/drawing/2014/main" id="{81018A04-4C84-55D8-8EF1-8C23556DDA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4" name="Line 11">
            <a:extLst>
              <a:ext uri="{FF2B5EF4-FFF2-40B4-BE49-F238E27FC236}">
                <a16:creationId xmlns:a16="http://schemas.microsoft.com/office/drawing/2014/main" id="{4DC87F03-82C8-147D-23C7-9EC7FABA6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5" name="Line 12">
            <a:extLst>
              <a:ext uri="{FF2B5EF4-FFF2-40B4-BE49-F238E27FC236}">
                <a16:creationId xmlns:a16="http://schemas.microsoft.com/office/drawing/2014/main" id="{66FF4E2C-0B45-5B7A-A723-9075A9213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8686" name="Object 13">
            <a:extLst>
              <a:ext uri="{FF2B5EF4-FFF2-40B4-BE49-F238E27FC236}">
                <a16:creationId xmlns:a16="http://schemas.microsoft.com/office/drawing/2014/main" id="{426378D9-73C7-B039-70B2-5340121DCB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8686" name="Object 13">
                        <a:extLst>
                          <a:ext uri="{FF2B5EF4-FFF2-40B4-BE49-F238E27FC236}">
                            <a16:creationId xmlns:a16="http://schemas.microsoft.com/office/drawing/2014/main" id="{426378D9-73C7-B039-70B2-5340121DCB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7" name="Oval 14">
            <a:extLst>
              <a:ext uri="{FF2B5EF4-FFF2-40B4-BE49-F238E27FC236}">
                <a16:creationId xmlns:a16="http://schemas.microsoft.com/office/drawing/2014/main" id="{40352B13-8C32-27B0-1710-E3D3D5EDD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8688" name="Line 15">
            <a:extLst>
              <a:ext uri="{FF2B5EF4-FFF2-40B4-BE49-F238E27FC236}">
                <a16:creationId xmlns:a16="http://schemas.microsoft.com/office/drawing/2014/main" id="{D5D75624-D1C5-1E2D-FF22-73E6EDB00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8689" name="Object 16">
            <a:extLst>
              <a:ext uri="{FF2B5EF4-FFF2-40B4-BE49-F238E27FC236}">
                <a16:creationId xmlns:a16="http://schemas.microsoft.com/office/drawing/2014/main" id="{8332EAE8-47D3-3E24-9755-8A7A25F3C1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28689" name="Object 16">
                        <a:extLst>
                          <a:ext uri="{FF2B5EF4-FFF2-40B4-BE49-F238E27FC236}">
                            <a16:creationId xmlns:a16="http://schemas.microsoft.com/office/drawing/2014/main" id="{8332EAE8-47D3-3E24-9755-8A7A25F3C1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0" name="Object 17">
            <a:extLst>
              <a:ext uri="{FF2B5EF4-FFF2-40B4-BE49-F238E27FC236}">
                <a16:creationId xmlns:a16="http://schemas.microsoft.com/office/drawing/2014/main" id="{E5E67A4E-04BA-BEA9-6B89-77B29BB234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28690" name="Object 17">
                        <a:extLst>
                          <a:ext uri="{FF2B5EF4-FFF2-40B4-BE49-F238E27FC236}">
                            <a16:creationId xmlns:a16="http://schemas.microsoft.com/office/drawing/2014/main" id="{E5E67A4E-04BA-BEA9-6B89-77B29BB234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1" name="Oval 18">
            <a:extLst>
              <a:ext uri="{FF2B5EF4-FFF2-40B4-BE49-F238E27FC236}">
                <a16:creationId xmlns:a16="http://schemas.microsoft.com/office/drawing/2014/main" id="{6C1BEBFF-C7D1-9CD6-ADEE-6DD8866A1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28692" name="Object 19">
            <a:extLst>
              <a:ext uri="{FF2B5EF4-FFF2-40B4-BE49-F238E27FC236}">
                <a16:creationId xmlns:a16="http://schemas.microsoft.com/office/drawing/2014/main" id="{565F6AB0-EF9A-3D68-36F0-964736B9E4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28692" name="Object 19">
                        <a:extLst>
                          <a:ext uri="{FF2B5EF4-FFF2-40B4-BE49-F238E27FC236}">
                            <a16:creationId xmlns:a16="http://schemas.microsoft.com/office/drawing/2014/main" id="{565F6AB0-EF9A-3D68-36F0-964736B9E4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3" name="Object 20">
            <a:extLst>
              <a:ext uri="{FF2B5EF4-FFF2-40B4-BE49-F238E27FC236}">
                <a16:creationId xmlns:a16="http://schemas.microsoft.com/office/drawing/2014/main" id="{BE6C63DD-9C3A-7BF2-CB84-08F24DC18A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002" imgH="583947" progId="Equation.3">
                  <p:embed/>
                </p:oleObj>
              </mc:Choice>
              <mc:Fallback>
                <p:oleObj name="Equation" r:id="rId10" imgW="457002" imgH="583947" progId="Equation.3">
                  <p:embed/>
                  <p:pic>
                    <p:nvPicPr>
                      <p:cNvPr id="28693" name="Object 20">
                        <a:extLst>
                          <a:ext uri="{FF2B5EF4-FFF2-40B4-BE49-F238E27FC236}">
                            <a16:creationId xmlns:a16="http://schemas.microsoft.com/office/drawing/2014/main" id="{BE6C63DD-9C3A-7BF2-CB84-08F24DC18A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4" name="Object 21">
            <a:extLst>
              <a:ext uri="{FF2B5EF4-FFF2-40B4-BE49-F238E27FC236}">
                <a16:creationId xmlns:a16="http://schemas.microsoft.com/office/drawing/2014/main" id="{08B085F0-F32D-533B-74CE-66FD7DB61A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8694" name="Object 21">
                        <a:extLst>
                          <a:ext uri="{FF2B5EF4-FFF2-40B4-BE49-F238E27FC236}">
                            <a16:creationId xmlns:a16="http://schemas.microsoft.com/office/drawing/2014/main" id="{08B085F0-F32D-533B-74CE-66FD7DB61A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5" name="Object 22">
            <a:extLst>
              <a:ext uri="{FF2B5EF4-FFF2-40B4-BE49-F238E27FC236}">
                <a16:creationId xmlns:a16="http://schemas.microsoft.com/office/drawing/2014/main" id="{7255E14C-EF1C-97E9-B424-5F794165DB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28695" name="Object 22">
                        <a:extLst>
                          <a:ext uri="{FF2B5EF4-FFF2-40B4-BE49-F238E27FC236}">
                            <a16:creationId xmlns:a16="http://schemas.microsoft.com/office/drawing/2014/main" id="{7255E14C-EF1C-97E9-B424-5F794165DB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6" name="Object 23">
            <a:extLst>
              <a:ext uri="{FF2B5EF4-FFF2-40B4-BE49-F238E27FC236}">
                <a16:creationId xmlns:a16="http://schemas.microsoft.com/office/drawing/2014/main" id="{25A2929D-24D0-CFAF-D7C3-D75CA091B2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28696" name="Object 23">
                        <a:extLst>
                          <a:ext uri="{FF2B5EF4-FFF2-40B4-BE49-F238E27FC236}">
                            <a16:creationId xmlns:a16="http://schemas.microsoft.com/office/drawing/2014/main" id="{25A2929D-24D0-CFAF-D7C3-D75CA091B2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7" name="Line 24">
            <a:extLst>
              <a:ext uri="{FF2B5EF4-FFF2-40B4-BE49-F238E27FC236}">
                <a16:creationId xmlns:a16="http://schemas.microsoft.com/office/drawing/2014/main" id="{C7042009-7F9B-17B2-7B15-9BA298E505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8" name="Text Box 25">
            <a:extLst>
              <a:ext uri="{FF2B5EF4-FFF2-40B4-BE49-F238E27FC236}">
                <a16:creationId xmlns:a16="http://schemas.microsoft.com/office/drawing/2014/main" id="{BA4FF5B0-5795-1106-0E8F-1E0672FBC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1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28699" name="Line 26">
            <a:extLst>
              <a:ext uri="{FF2B5EF4-FFF2-40B4-BE49-F238E27FC236}">
                <a16:creationId xmlns:a16="http://schemas.microsoft.com/office/drawing/2014/main" id="{3BFA62F9-6129-9B7B-6ED8-0C0FC666C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8700" name="Object 27">
            <a:extLst>
              <a:ext uri="{FF2B5EF4-FFF2-40B4-BE49-F238E27FC236}">
                <a16:creationId xmlns:a16="http://schemas.microsoft.com/office/drawing/2014/main" id="{EADFCB56-7D33-19CA-D26C-B2BD53098C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28700" name="Object 27">
                        <a:extLst>
                          <a:ext uri="{FF2B5EF4-FFF2-40B4-BE49-F238E27FC236}">
                            <a16:creationId xmlns:a16="http://schemas.microsoft.com/office/drawing/2014/main" id="{EADFCB56-7D33-19CA-D26C-B2BD53098C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>
            <a:extLst>
              <a:ext uri="{FF2B5EF4-FFF2-40B4-BE49-F238E27FC236}">
                <a16:creationId xmlns:a16="http://schemas.microsoft.com/office/drawing/2014/main" id="{64C0843D-86C1-4E96-97E4-5D25220C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B3168335-C00A-4AEC-A43B-6933A3AF29B4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33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0336D45-F264-8872-695B-8850E8858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9700" name="Line 3">
            <a:extLst>
              <a:ext uri="{FF2B5EF4-FFF2-40B4-BE49-F238E27FC236}">
                <a16:creationId xmlns:a16="http://schemas.microsoft.com/office/drawing/2014/main" id="{82EADC4F-72F4-46EE-7C2D-08A53E2F6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1" name="Line 4">
            <a:extLst>
              <a:ext uri="{FF2B5EF4-FFF2-40B4-BE49-F238E27FC236}">
                <a16:creationId xmlns:a16="http://schemas.microsoft.com/office/drawing/2014/main" id="{ABE49845-B502-0E1F-F995-F2ACB6DD6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702" name="Object 5">
            <a:extLst>
              <a:ext uri="{FF2B5EF4-FFF2-40B4-BE49-F238E27FC236}">
                <a16:creationId xmlns:a16="http://schemas.microsoft.com/office/drawing/2014/main" id="{AA9E8D9F-D64C-2452-5109-E26A14F5F6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9702" name="Object 5">
                        <a:extLst>
                          <a:ext uri="{FF2B5EF4-FFF2-40B4-BE49-F238E27FC236}">
                            <a16:creationId xmlns:a16="http://schemas.microsoft.com/office/drawing/2014/main" id="{AA9E8D9F-D64C-2452-5109-E26A14F5F6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Line 6">
            <a:extLst>
              <a:ext uri="{FF2B5EF4-FFF2-40B4-BE49-F238E27FC236}">
                <a16:creationId xmlns:a16="http://schemas.microsoft.com/office/drawing/2014/main" id="{73C2193C-89D0-93F7-AB05-82011DBCF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Oval 7">
            <a:extLst>
              <a:ext uri="{FF2B5EF4-FFF2-40B4-BE49-F238E27FC236}">
                <a16:creationId xmlns:a16="http://schemas.microsoft.com/office/drawing/2014/main" id="{D55AA5FD-53DD-6A7E-9CEA-6616BB034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9705" name="Oval 8">
            <a:extLst>
              <a:ext uri="{FF2B5EF4-FFF2-40B4-BE49-F238E27FC236}">
                <a16:creationId xmlns:a16="http://schemas.microsoft.com/office/drawing/2014/main" id="{5DF07F3C-EA80-913D-A1FA-0973F187A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9706" name="Oval 9">
            <a:extLst>
              <a:ext uri="{FF2B5EF4-FFF2-40B4-BE49-F238E27FC236}">
                <a16:creationId xmlns:a16="http://schemas.microsoft.com/office/drawing/2014/main" id="{A94066AC-9313-F8B1-E193-5B4C5DB73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9707" name="Line 10">
            <a:extLst>
              <a:ext uri="{FF2B5EF4-FFF2-40B4-BE49-F238E27FC236}">
                <a16:creationId xmlns:a16="http://schemas.microsoft.com/office/drawing/2014/main" id="{2A8C8CD5-5C33-F010-1BBC-917FC597DE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8" name="Line 11">
            <a:extLst>
              <a:ext uri="{FF2B5EF4-FFF2-40B4-BE49-F238E27FC236}">
                <a16:creationId xmlns:a16="http://schemas.microsoft.com/office/drawing/2014/main" id="{8F1246D7-FF23-7EF6-6490-F4CC4B5B5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9" name="Line 12">
            <a:extLst>
              <a:ext uri="{FF2B5EF4-FFF2-40B4-BE49-F238E27FC236}">
                <a16:creationId xmlns:a16="http://schemas.microsoft.com/office/drawing/2014/main" id="{4EB89652-DA40-6FBD-424F-CD507846AC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9710" name="Object 13">
            <a:extLst>
              <a:ext uri="{FF2B5EF4-FFF2-40B4-BE49-F238E27FC236}">
                <a16:creationId xmlns:a16="http://schemas.microsoft.com/office/drawing/2014/main" id="{2BC8BED5-ACA2-8535-0335-5FDF2DA5E0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9710" name="Object 13">
                        <a:extLst>
                          <a:ext uri="{FF2B5EF4-FFF2-40B4-BE49-F238E27FC236}">
                            <a16:creationId xmlns:a16="http://schemas.microsoft.com/office/drawing/2014/main" id="{2BC8BED5-ACA2-8535-0335-5FDF2DA5E0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1" name="Oval 14">
            <a:extLst>
              <a:ext uri="{FF2B5EF4-FFF2-40B4-BE49-F238E27FC236}">
                <a16:creationId xmlns:a16="http://schemas.microsoft.com/office/drawing/2014/main" id="{3E8F72F4-8E12-D64F-10D3-7C499D020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29712" name="Line 15">
            <a:extLst>
              <a:ext uri="{FF2B5EF4-FFF2-40B4-BE49-F238E27FC236}">
                <a16:creationId xmlns:a16="http://schemas.microsoft.com/office/drawing/2014/main" id="{90425DE6-5904-AF28-AFF6-47924F727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9713" name="Object 16">
            <a:extLst>
              <a:ext uri="{FF2B5EF4-FFF2-40B4-BE49-F238E27FC236}">
                <a16:creationId xmlns:a16="http://schemas.microsoft.com/office/drawing/2014/main" id="{675D0E08-594C-62F3-D94F-72819CEAF7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29713" name="Object 16">
                        <a:extLst>
                          <a:ext uri="{FF2B5EF4-FFF2-40B4-BE49-F238E27FC236}">
                            <a16:creationId xmlns:a16="http://schemas.microsoft.com/office/drawing/2014/main" id="{675D0E08-594C-62F3-D94F-72819CEAF7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4" name="Object 17">
            <a:extLst>
              <a:ext uri="{FF2B5EF4-FFF2-40B4-BE49-F238E27FC236}">
                <a16:creationId xmlns:a16="http://schemas.microsoft.com/office/drawing/2014/main" id="{8973117E-30FB-FB36-FF13-8792333D67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29714" name="Object 17">
                        <a:extLst>
                          <a:ext uri="{FF2B5EF4-FFF2-40B4-BE49-F238E27FC236}">
                            <a16:creationId xmlns:a16="http://schemas.microsoft.com/office/drawing/2014/main" id="{8973117E-30FB-FB36-FF13-8792333D67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5" name="Oval 18">
            <a:extLst>
              <a:ext uri="{FF2B5EF4-FFF2-40B4-BE49-F238E27FC236}">
                <a16:creationId xmlns:a16="http://schemas.microsoft.com/office/drawing/2014/main" id="{AC8B60F9-554D-46C7-34E1-3EAF527B1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29716" name="Object 19">
            <a:extLst>
              <a:ext uri="{FF2B5EF4-FFF2-40B4-BE49-F238E27FC236}">
                <a16:creationId xmlns:a16="http://schemas.microsoft.com/office/drawing/2014/main" id="{F6781874-D2E4-A266-CA13-F92C08920D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29716" name="Object 19">
                        <a:extLst>
                          <a:ext uri="{FF2B5EF4-FFF2-40B4-BE49-F238E27FC236}">
                            <a16:creationId xmlns:a16="http://schemas.microsoft.com/office/drawing/2014/main" id="{F6781874-D2E4-A266-CA13-F92C08920D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7" name="Object 20">
            <a:extLst>
              <a:ext uri="{FF2B5EF4-FFF2-40B4-BE49-F238E27FC236}">
                <a16:creationId xmlns:a16="http://schemas.microsoft.com/office/drawing/2014/main" id="{8D85193D-1B37-5450-C452-20122168B8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002" imgH="583947" progId="Equation.3">
                  <p:embed/>
                </p:oleObj>
              </mc:Choice>
              <mc:Fallback>
                <p:oleObj name="Equation" r:id="rId10" imgW="457002" imgH="583947" progId="Equation.3">
                  <p:embed/>
                  <p:pic>
                    <p:nvPicPr>
                      <p:cNvPr id="29717" name="Object 20">
                        <a:extLst>
                          <a:ext uri="{FF2B5EF4-FFF2-40B4-BE49-F238E27FC236}">
                            <a16:creationId xmlns:a16="http://schemas.microsoft.com/office/drawing/2014/main" id="{8D85193D-1B37-5450-C452-20122168B8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8" name="Object 21">
            <a:extLst>
              <a:ext uri="{FF2B5EF4-FFF2-40B4-BE49-F238E27FC236}">
                <a16:creationId xmlns:a16="http://schemas.microsoft.com/office/drawing/2014/main" id="{E1B97938-610E-1CAD-310B-97FBF92D2A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9718" name="Object 21">
                        <a:extLst>
                          <a:ext uri="{FF2B5EF4-FFF2-40B4-BE49-F238E27FC236}">
                            <a16:creationId xmlns:a16="http://schemas.microsoft.com/office/drawing/2014/main" id="{E1B97938-610E-1CAD-310B-97FBF92D2A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9" name="Object 22">
            <a:extLst>
              <a:ext uri="{FF2B5EF4-FFF2-40B4-BE49-F238E27FC236}">
                <a16:creationId xmlns:a16="http://schemas.microsoft.com/office/drawing/2014/main" id="{612F202F-CDF2-CEC9-C58A-D9DA3E1057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9719" name="Object 22">
                        <a:extLst>
                          <a:ext uri="{FF2B5EF4-FFF2-40B4-BE49-F238E27FC236}">
                            <a16:creationId xmlns:a16="http://schemas.microsoft.com/office/drawing/2014/main" id="{612F202F-CDF2-CEC9-C58A-D9DA3E1057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0" name="Text Box 23">
            <a:extLst>
              <a:ext uri="{FF2B5EF4-FFF2-40B4-BE49-F238E27FC236}">
                <a16:creationId xmlns:a16="http://schemas.microsoft.com/office/drawing/2014/main" id="{9B90FD7B-EF26-0389-5382-70E223C9E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1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First Choice</a:t>
            </a:r>
          </a:p>
        </p:txBody>
      </p:sp>
      <p:graphicFrame>
        <p:nvGraphicFramePr>
          <p:cNvPr id="29721" name="Object 24">
            <a:extLst>
              <a:ext uri="{FF2B5EF4-FFF2-40B4-BE49-F238E27FC236}">
                <a16:creationId xmlns:a16="http://schemas.microsoft.com/office/drawing/2014/main" id="{01F74B97-46B9-E802-2664-CEB044CC1B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9721" name="Object 24">
                        <a:extLst>
                          <a:ext uri="{FF2B5EF4-FFF2-40B4-BE49-F238E27FC236}">
                            <a16:creationId xmlns:a16="http://schemas.microsoft.com/office/drawing/2014/main" id="{01F74B97-46B9-E802-2664-CEB044CC1B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2" name="Line 25">
            <a:extLst>
              <a:ext uri="{FF2B5EF4-FFF2-40B4-BE49-F238E27FC236}">
                <a16:creationId xmlns:a16="http://schemas.microsoft.com/office/drawing/2014/main" id="{336F904B-D602-8339-84C2-63422ED59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3" name="Line 26">
            <a:extLst>
              <a:ext uri="{FF2B5EF4-FFF2-40B4-BE49-F238E27FC236}">
                <a16:creationId xmlns:a16="http://schemas.microsoft.com/office/drawing/2014/main" id="{DB91D235-39C1-3BD0-FC58-DABBDB79DA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9724" name="Object 27">
            <a:extLst>
              <a:ext uri="{FF2B5EF4-FFF2-40B4-BE49-F238E27FC236}">
                <a16:creationId xmlns:a16="http://schemas.microsoft.com/office/drawing/2014/main" id="{A4B7E2CE-095F-1146-7D0C-9B8C4FF11C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29724" name="Object 27">
                        <a:extLst>
                          <a:ext uri="{FF2B5EF4-FFF2-40B4-BE49-F238E27FC236}">
                            <a16:creationId xmlns:a16="http://schemas.microsoft.com/office/drawing/2014/main" id="{A4B7E2CE-095F-1146-7D0C-9B8C4FF11C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5" name="Text Box 28">
            <a:extLst>
              <a:ext uri="{FF2B5EF4-FFF2-40B4-BE49-F238E27FC236}">
                <a16:creationId xmlns:a16="http://schemas.microsoft.com/office/drawing/2014/main" id="{6F24BE27-C347-6D22-24A2-CB2BEB22D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1614" y="4114800"/>
            <a:ext cx="4155305" cy="11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No transition:</a:t>
            </a:r>
          </a:p>
          <a:p>
            <a:pPr>
              <a:spcBef>
                <a:spcPct val="20000"/>
              </a:spcBef>
            </a:pPr>
            <a:r>
              <a:rPr lang="en-US" altLang="ar-SA"/>
              <a:t>the automaton hangs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>
            <a:extLst>
              <a:ext uri="{FF2B5EF4-FFF2-40B4-BE49-F238E27FC236}">
                <a16:creationId xmlns:a16="http://schemas.microsoft.com/office/drawing/2014/main" id="{6183A88B-0901-8795-D0E7-902133C90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E2870B3C-53FF-412B-9974-9E00D45479A4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34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E395C9B7-FB34-EB4B-5CE5-85F4FC070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0724" name="Line 3">
            <a:extLst>
              <a:ext uri="{FF2B5EF4-FFF2-40B4-BE49-F238E27FC236}">
                <a16:creationId xmlns:a16="http://schemas.microsoft.com/office/drawing/2014/main" id="{87A54372-0997-A5A0-F304-889DC2135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5" name="Line 4">
            <a:extLst>
              <a:ext uri="{FF2B5EF4-FFF2-40B4-BE49-F238E27FC236}">
                <a16:creationId xmlns:a16="http://schemas.microsoft.com/office/drawing/2014/main" id="{92FCB091-43D1-D82E-A8C2-DF7BE6FD60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26" name="Object 5">
            <a:extLst>
              <a:ext uri="{FF2B5EF4-FFF2-40B4-BE49-F238E27FC236}">
                <a16:creationId xmlns:a16="http://schemas.microsoft.com/office/drawing/2014/main" id="{FC3BFF87-7DB0-A599-F4EF-637D5354DD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30726" name="Object 5">
                        <a:extLst>
                          <a:ext uri="{FF2B5EF4-FFF2-40B4-BE49-F238E27FC236}">
                            <a16:creationId xmlns:a16="http://schemas.microsoft.com/office/drawing/2014/main" id="{FC3BFF87-7DB0-A599-F4EF-637D5354DD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Line 6">
            <a:extLst>
              <a:ext uri="{FF2B5EF4-FFF2-40B4-BE49-F238E27FC236}">
                <a16:creationId xmlns:a16="http://schemas.microsoft.com/office/drawing/2014/main" id="{9B776689-7F0F-8B15-D669-47338A289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8" name="Oval 7">
            <a:extLst>
              <a:ext uri="{FF2B5EF4-FFF2-40B4-BE49-F238E27FC236}">
                <a16:creationId xmlns:a16="http://schemas.microsoft.com/office/drawing/2014/main" id="{28EDFFD0-F457-3AD6-39D6-AB66BB157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0729" name="Oval 8">
            <a:extLst>
              <a:ext uri="{FF2B5EF4-FFF2-40B4-BE49-F238E27FC236}">
                <a16:creationId xmlns:a16="http://schemas.microsoft.com/office/drawing/2014/main" id="{113F1AD0-033E-C548-FAB3-FD7715636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0730" name="Oval 9">
            <a:extLst>
              <a:ext uri="{FF2B5EF4-FFF2-40B4-BE49-F238E27FC236}">
                <a16:creationId xmlns:a16="http://schemas.microsoft.com/office/drawing/2014/main" id="{54A6AAF8-2F0C-D4E4-415C-601C7F004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0731" name="Line 10">
            <a:extLst>
              <a:ext uri="{FF2B5EF4-FFF2-40B4-BE49-F238E27FC236}">
                <a16:creationId xmlns:a16="http://schemas.microsoft.com/office/drawing/2014/main" id="{5A351B00-E76B-1AC9-BB72-DFA6ADD227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1">
            <a:extLst>
              <a:ext uri="{FF2B5EF4-FFF2-40B4-BE49-F238E27FC236}">
                <a16:creationId xmlns:a16="http://schemas.microsoft.com/office/drawing/2014/main" id="{96082B74-A8D0-FBBA-D59E-88FB767168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Line 12">
            <a:extLst>
              <a:ext uri="{FF2B5EF4-FFF2-40B4-BE49-F238E27FC236}">
                <a16:creationId xmlns:a16="http://schemas.microsoft.com/office/drawing/2014/main" id="{3E9387EA-01E1-95DA-54AD-EC223C73F0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0734" name="Object 13">
            <a:extLst>
              <a:ext uri="{FF2B5EF4-FFF2-40B4-BE49-F238E27FC236}">
                <a16:creationId xmlns:a16="http://schemas.microsoft.com/office/drawing/2014/main" id="{0E8D1F95-6357-E312-F748-E033064CD4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30734" name="Object 13">
                        <a:extLst>
                          <a:ext uri="{FF2B5EF4-FFF2-40B4-BE49-F238E27FC236}">
                            <a16:creationId xmlns:a16="http://schemas.microsoft.com/office/drawing/2014/main" id="{0E8D1F95-6357-E312-F748-E033064CD4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5" name="Oval 14">
            <a:extLst>
              <a:ext uri="{FF2B5EF4-FFF2-40B4-BE49-F238E27FC236}">
                <a16:creationId xmlns:a16="http://schemas.microsoft.com/office/drawing/2014/main" id="{12F2FC9B-2BC6-81A4-730E-39B9D1CEC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0736" name="Line 15">
            <a:extLst>
              <a:ext uri="{FF2B5EF4-FFF2-40B4-BE49-F238E27FC236}">
                <a16:creationId xmlns:a16="http://schemas.microsoft.com/office/drawing/2014/main" id="{9A65F2B4-B8F8-64C1-2324-9B6A7F1956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0737" name="Object 16">
            <a:extLst>
              <a:ext uri="{FF2B5EF4-FFF2-40B4-BE49-F238E27FC236}">
                <a16:creationId xmlns:a16="http://schemas.microsoft.com/office/drawing/2014/main" id="{60787964-C28D-1D40-559A-8340DD4EB9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30737" name="Object 16">
                        <a:extLst>
                          <a:ext uri="{FF2B5EF4-FFF2-40B4-BE49-F238E27FC236}">
                            <a16:creationId xmlns:a16="http://schemas.microsoft.com/office/drawing/2014/main" id="{60787964-C28D-1D40-559A-8340DD4EB9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17">
            <a:extLst>
              <a:ext uri="{FF2B5EF4-FFF2-40B4-BE49-F238E27FC236}">
                <a16:creationId xmlns:a16="http://schemas.microsoft.com/office/drawing/2014/main" id="{EFCE3F1A-11AC-E9EF-77CC-E9FBDC5090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30738" name="Object 17">
                        <a:extLst>
                          <a:ext uri="{FF2B5EF4-FFF2-40B4-BE49-F238E27FC236}">
                            <a16:creationId xmlns:a16="http://schemas.microsoft.com/office/drawing/2014/main" id="{EFCE3F1A-11AC-E9EF-77CC-E9FBDC5090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9" name="Oval 18">
            <a:extLst>
              <a:ext uri="{FF2B5EF4-FFF2-40B4-BE49-F238E27FC236}">
                <a16:creationId xmlns:a16="http://schemas.microsoft.com/office/drawing/2014/main" id="{19A27362-EF21-3DF8-C0FA-C8DAA93F7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30740" name="Object 19">
            <a:extLst>
              <a:ext uri="{FF2B5EF4-FFF2-40B4-BE49-F238E27FC236}">
                <a16:creationId xmlns:a16="http://schemas.microsoft.com/office/drawing/2014/main" id="{AA9A130E-CE9F-DE80-2ACD-E00AA30ACA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30740" name="Object 19">
                        <a:extLst>
                          <a:ext uri="{FF2B5EF4-FFF2-40B4-BE49-F238E27FC236}">
                            <a16:creationId xmlns:a16="http://schemas.microsoft.com/office/drawing/2014/main" id="{AA9A130E-CE9F-DE80-2ACD-E00AA30ACA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1" name="Object 20">
            <a:extLst>
              <a:ext uri="{FF2B5EF4-FFF2-40B4-BE49-F238E27FC236}">
                <a16:creationId xmlns:a16="http://schemas.microsoft.com/office/drawing/2014/main" id="{AD4755BF-3E8F-A4C0-A5E7-D6050572C3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002" imgH="583947" progId="Equation.3">
                  <p:embed/>
                </p:oleObj>
              </mc:Choice>
              <mc:Fallback>
                <p:oleObj name="Equation" r:id="rId10" imgW="457002" imgH="583947" progId="Equation.3">
                  <p:embed/>
                  <p:pic>
                    <p:nvPicPr>
                      <p:cNvPr id="30741" name="Object 20">
                        <a:extLst>
                          <a:ext uri="{FF2B5EF4-FFF2-40B4-BE49-F238E27FC236}">
                            <a16:creationId xmlns:a16="http://schemas.microsoft.com/office/drawing/2014/main" id="{AD4755BF-3E8F-A4C0-A5E7-D6050572C3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2" name="Object 21">
            <a:extLst>
              <a:ext uri="{FF2B5EF4-FFF2-40B4-BE49-F238E27FC236}">
                <a16:creationId xmlns:a16="http://schemas.microsoft.com/office/drawing/2014/main" id="{9D897FB9-6E03-A11C-07D5-4447C09CFC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30742" name="Object 21">
                        <a:extLst>
                          <a:ext uri="{FF2B5EF4-FFF2-40B4-BE49-F238E27FC236}">
                            <a16:creationId xmlns:a16="http://schemas.microsoft.com/office/drawing/2014/main" id="{9D897FB9-6E03-A11C-07D5-4447C09CFC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3" name="Object 22">
            <a:extLst>
              <a:ext uri="{FF2B5EF4-FFF2-40B4-BE49-F238E27FC236}">
                <a16:creationId xmlns:a16="http://schemas.microsoft.com/office/drawing/2014/main" id="{059932DB-C1ED-1201-B288-D9A1D0B3F9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0743" name="Object 22">
                        <a:extLst>
                          <a:ext uri="{FF2B5EF4-FFF2-40B4-BE49-F238E27FC236}">
                            <a16:creationId xmlns:a16="http://schemas.microsoft.com/office/drawing/2014/main" id="{059932DB-C1ED-1201-B288-D9A1D0B3F9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4" name="Object 23">
            <a:extLst>
              <a:ext uri="{FF2B5EF4-FFF2-40B4-BE49-F238E27FC236}">
                <a16:creationId xmlns:a16="http://schemas.microsoft.com/office/drawing/2014/main" id="{9B29329A-EFCA-A51E-B9F1-BA56C87F21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0744" name="Object 23">
                        <a:extLst>
                          <a:ext uri="{FF2B5EF4-FFF2-40B4-BE49-F238E27FC236}">
                            <a16:creationId xmlns:a16="http://schemas.microsoft.com/office/drawing/2014/main" id="{9B29329A-EFCA-A51E-B9F1-BA56C87F21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5" name="Text Box 24">
            <a:extLst>
              <a:ext uri="{FF2B5EF4-FFF2-40B4-BE49-F238E27FC236}">
                <a16:creationId xmlns:a16="http://schemas.microsoft.com/office/drawing/2014/main" id="{43749C3D-E1BA-179F-0B8D-55752C5D0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2819400"/>
            <a:ext cx="2724150" cy="117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“reject”</a:t>
            </a:r>
          </a:p>
          <a:p>
            <a:pPr>
              <a:spcBef>
                <a:spcPct val="20000"/>
              </a:spcBef>
            </a:pPr>
            <a:r>
              <a:rPr lang="en-US" altLang="ar-SA"/>
              <a:t>No transition</a:t>
            </a:r>
          </a:p>
        </p:txBody>
      </p:sp>
      <p:sp>
        <p:nvSpPr>
          <p:cNvPr id="30746" name="Text Box 25">
            <a:extLst>
              <a:ext uri="{FF2B5EF4-FFF2-40B4-BE49-F238E27FC236}">
                <a16:creationId xmlns:a16="http://schemas.microsoft.com/office/drawing/2014/main" id="{D40099EF-36A0-B32A-3875-1D8DA25A5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1" y="152400"/>
            <a:ext cx="2778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30747" name="Line 26">
            <a:extLst>
              <a:ext uri="{FF2B5EF4-FFF2-40B4-BE49-F238E27FC236}">
                <a16:creationId xmlns:a16="http://schemas.microsoft.com/office/drawing/2014/main" id="{DE65CEA5-D29F-44D6-817A-ADF892DC8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8" name="Line 27">
            <a:extLst>
              <a:ext uri="{FF2B5EF4-FFF2-40B4-BE49-F238E27FC236}">
                <a16:creationId xmlns:a16="http://schemas.microsoft.com/office/drawing/2014/main" id="{226B947A-5FC1-260F-D5A0-7166DC2CA0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0749" name="Object 28">
            <a:extLst>
              <a:ext uri="{FF2B5EF4-FFF2-40B4-BE49-F238E27FC236}">
                <a16:creationId xmlns:a16="http://schemas.microsoft.com/office/drawing/2014/main" id="{C5C2F614-F8B5-9A1E-E638-92886E7687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30749" name="Object 28">
                        <a:extLst>
                          <a:ext uri="{FF2B5EF4-FFF2-40B4-BE49-F238E27FC236}">
                            <a16:creationId xmlns:a16="http://schemas.microsoft.com/office/drawing/2014/main" id="{C5C2F614-F8B5-9A1E-E638-92886E7687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0" name="Text Box 29">
            <a:extLst>
              <a:ext uri="{FF2B5EF4-FFF2-40B4-BE49-F238E27FC236}">
                <a16:creationId xmlns:a16="http://schemas.microsoft.com/office/drawing/2014/main" id="{0386485F-C623-414A-AC69-51585D901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981201"/>
            <a:ext cx="4027488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2400"/>
              <a:t>Input cannot be consumed </a:t>
            </a:r>
            <a:endParaRPr lang="ar-SA" altLang="ar-SA" sz="2400"/>
          </a:p>
          <a:p>
            <a:pPr>
              <a:spcBef>
                <a:spcPct val="20000"/>
              </a:spcBef>
            </a:pPr>
            <a:r>
              <a:rPr lang="ar-SA" altLang="ar-SA" sz="2400"/>
              <a:t>لم يتم استهلاك كامل المدخلات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>
            <a:extLst>
              <a:ext uri="{FF2B5EF4-FFF2-40B4-BE49-F238E27FC236}">
                <a16:creationId xmlns:a16="http://schemas.microsoft.com/office/drawing/2014/main" id="{4A0AEF2E-2D51-6080-11D9-09303FD1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8614249B-69C1-4D0D-95F8-2D97EDA0EFBD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35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16D0763F-50FA-F05C-5A7C-EC2C6B0B6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1748" name="Line 3">
            <a:extLst>
              <a:ext uri="{FF2B5EF4-FFF2-40B4-BE49-F238E27FC236}">
                <a16:creationId xmlns:a16="http://schemas.microsoft.com/office/drawing/2014/main" id="{D38F8B32-AD34-93B3-968E-A3FCAD74FC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9" name="Line 4">
            <a:extLst>
              <a:ext uri="{FF2B5EF4-FFF2-40B4-BE49-F238E27FC236}">
                <a16:creationId xmlns:a16="http://schemas.microsoft.com/office/drawing/2014/main" id="{D167BBC0-D01A-78F4-C06E-0E0AB434E5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50" name="Object 5">
            <a:extLst>
              <a:ext uri="{FF2B5EF4-FFF2-40B4-BE49-F238E27FC236}">
                <a16:creationId xmlns:a16="http://schemas.microsoft.com/office/drawing/2014/main" id="{766D1B8C-9705-AFB2-1C26-E119A1BE30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31750" name="Object 5">
                        <a:extLst>
                          <a:ext uri="{FF2B5EF4-FFF2-40B4-BE49-F238E27FC236}">
                            <a16:creationId xmlns:a16="http://schemas.microsoft.com/office/drawing/2014/main" id="{766D1B8C-9705-AFB2-1C26-E119A1BE30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Line 6">
            <a:extLst>
              <a:ext uri="{FF2B5EF4-FFF2-40B4-BE49-F238E27FC236}">
                <a16:creationId xmlns:a16="http://schemas.microsoft.com/office/drawing/2014/main" id="{8E9B2576-AF9C-1FC3-4BB0-3EBCC63414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2" name="Oval 7">
            <a:extLst>
              <a:ext uri="{FF2B5EF4-FFF2-40B4-BE49-F238E27FC236}">
                <a16:creationId xmlns:a16="http://schemas.microsoft.com/office/drawing/2014/main" id="{8D237D44-6F03-3B82-7AE3-3B354C7B3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1753" name="Oval 8">
            <a:extLst>
              <a:ext uri="{FF2B5EF4-FFF2-40B4-BE49-F238E27FC236}">
                <a16:creationId xmlns:a16="http://schemas.microsoft.com/office/drawing/2014/main" id="{3B09DD15-50BE-4DCB-0ABC-3CC6CC107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1754" name="Oval 9">
            <a:extLst>
              <a:ext uri="{FF2B5EF4-FFF2-40B4-BE49-F238E27FC236}">
                <a16:creationId xmlns:a16="http://schemas.microsoft.com/office/drawing/2014/main" id="{5A5654D7-C3B0-DCE6-4FBA-685DA295D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1755" name="Line 10">
            <a:extLst>
              <a:ext uri="{FF2B5EF4-FFF2-40B4-BE49-F238E27FC236}">
                <a16:creationId xmlns:a16="http://schemas.microsoft.com/office/drawing/2014/main" id="{F5DEC3C5-9A1F-329F-F9C1-0C847D658E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6" name="Line 11">
            <a:extLst>
              <a:ext uri="{FF2B5EF4-FFF2-40B4-BE49-F238E27FC236}">
                <a16:creationId xmlns:a16="http://schemas.microsoft.com/office/drawing/2014/main" id="{D1B40A5D-5516-1AD9-8F30-E356B563F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7" name="Line 12">
            <a:extLst>
              <a:ext uri="{FF2B5EF4-FFF2-40B4-BE49-F238E27FC236}">
                <a16:creationId xmlns:a16="http://schemas.microsoft.com/office/drawing/2014/main" id="{4358306A-9477-15B7-C2D5-A1E3C6F56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1758" name="Object 13">
            <a:extLst>
              <a:ext uri="{FF2B5EF4-FFF2-40B4-BE49-F238E27FC236}">
                <a16:creationId xmlns:a16="http://schemas.microsoft.com/office/drawing/2014/main" id="{86CB3A99-177B-71D8-4D64-6B5722E8D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31758" name="Object 13">
                        <a:extLst>
                          <a:ext uri="{FF2B5EF4-FFF2-40B4-BE49-F238E27FC236}">
                            <a16:creationId xmlns:a16="http://schemas.microsoft.com/office/drawing/2014/main" id="{86CB3A99-177B-71D8-4D64-6B5722E8DC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9" name="Oval 14">
            <a:extLst>
              <a:ext uri="{FF2B5EF4-FFF2-40B4-BE49-F238E27FC236}">
                <a16:creationId xmlns:a16="http://schemas.microsoft.com/office/drawing/2014/main" id="{E36DAF05-0CA7-06E9-6C04-AFC42F0D2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1760" name="Line 15">
            <a:extLst>
              <a:ext uri="{FF2B5EF4-FFF2-40B4-BE49-F238E27FC236}">
                <a16:creationId xmlns:a16="http://schemas.microsoft.com/office/drawing/2014/main" id="{83D8BDED-825B-B212-18DD-F0D42EB6A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1761" name="Object 16">
            <a:extLst>
              <a:ext uri="{FF2B5EF4-FFF2-40B4-BE49-F238E27FC236}">
                <a16:creationId xmlns:a16="http://schemas.microsoft.com/office/drawing/2014/main" id="{75193997-1163-3572-4E4B-8BA94EAF7B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31761" name="Object 16">
                        <a:extLst>
                          <a:ext uri="{FF2B5EF4-FFF2-40B4-BE49-F238E27FC236}">
                            <a16:creationId xmlns:a16="http://schemas.microsoft.com/office/drawing/2014/main" id="{75193997-1163-3572-4E4B-8BA94EAF7B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2" name="Object 17">
            <a:extLst>
              <a:ext uri="{FF2B5EF4-FFF2-40B4-BE49-F238E27FC236}">
                <a16:creationId xmlns:a16="http://schemas.microsoft.com/office/drawing/2014/main" id="{CABB7E00-84B3-3E5C-4D67-CBF3C2E4BD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31762" name="Object 17">
                        <a:extLst>
                          <a:ext uri="{FF2B5EF4-FFF2-40B4-BE49-F238E27FC236}">
                            <a16:creationId xmlns:a16="http://schemas.microsoft.com/office/drawing/2014/main" id="{CABB7E00-84B3-3E5C-4D67-CBF3C2E4BD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3" name="Oval 18">
            <a:extLst>
              <a:ext uri="{FF2B5EF4-FFF2-40B4-BE49-F238E27FC236}">
                <a16:creationId xmlns:a16="http://schemas.microsoft.com/office/drawing/2014/main" id="{65E3A4A5-2524-81AC-31F8-0772D78F8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31764" name="Object 19">
            <a:extLst>
              <a:ext uri="{FF2B5EF4-FFF2-40B4-BE49-F238E27FC236}">
                <a16:creationId xmlns:a16="http://schemas.microsoft.com/office/drawing/2014/main" id="{D4D3721B-379C-9F87-DDAA-980591CF3C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31764" name="Object 19">
                        <a:extLst>
                          <a:ext uri="{FF2B5EF4-FFF2-40B4-BE49-F238E27FC236}">
                            <a16:creationId xmlns:a16="http://schemas.microsoft.com/office/drawing/2014/main" id="{D4D3721B-379C-9F87-DDAA-980591CF3C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5" name="Object 20">
            <a:extLst>
              <a:ext uri="{FF2B5EF4-FFF2-40B4-BE49-F238E27FC236}">
                <a16:creationId xmlns:a16="http://schemas.microsoft.com/office/drawing/2014/main" id="{C0FD7C18-E336-0861-F512-AF63609D44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57002" imgH="583947" progId="Equation.3">
                  <p:embed/>
                </p:oleObj>
              </mc:Choice>
              <mc:Fallback>
                <p:oleObj name="Equation" r:id="rId11" imgW="457002" imgH="583947" progId="Equation.3">
                  <p:embed/>
                  <p:pic>
                    <p:nvPicPr>
                      <p:cNvPr id="31765" name="Object 20">
                        <a:extLst>
                          <a:ext uri="{FF2B5EF4-FFF2-40B4-BE49-F238E27FC236}">
                            <a16:creationId xmlns:a16="http://schemas.microsoft.com/office/drawing/2014/main" id="{C0FD7C18-E336-0861-F512-AF63609D44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6" name="Object 21">
            <a:extLst>
              <a:ext uri="{FF2B5EF4-FFF2-40B4-BE49-F238E27FC236}">
                <a16:creationId xmlns:a16="http://schemas.microsoft.com/office/drawing/2014/main" id="{DA624E71-E5F2-2871-B4E7-DEF4D6DF72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1766" name="Object 21">
                        <a:extLst>
                          <a:ext uri="{FF2B5EF4-FFF2-40B4-BE49-F238E27FC236}">
                            <a16:creationId xmlns:a16="http://schemas.microsoft.com/office/drawing/2014/main" id="{DA624E71-E5F2-2871-B4E7-DEF4D6DF72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7" name="Object 22">
            <a:extLst>
              <a:ext uri="{FF2B5EF4-FFF2-40B4-BE49-F238E27FC236}">
                <a16:creationId xmlns:a16="http://schemas.microsoft.com/office/drawing/2014/main" id="{90F2603A-239D-B08B-C8E2-C3B6EF8230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1767" name="Object 22">
                        <a:extLst>
                          <a:ext uri="{FF2B5EF4-FFF2-40B4-BE49-F238E27FC236}">
                            <a16:creationId xmlns:a16="http://schemas.microsoft.com/office/drawing/2014/main" id="{90F2603A-239D-B08B-C8E2-C3B6EF8230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8" name="Text Box 23">
            <a:extLst>
              <a:ext uri="{FF2B5EF4-FFF2-40B4-BE49-F238E27FC236}">
                <a16:creationId xmlns:a16="http://schemas.microsoft.com/office/drawing/2014/main" id="{37594FD3-E347-FAFE-BF8B-5DAF48051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31769" name="Object 24">
            <a:extLst>
              <a:ext uri="{FF2B5EF4-FFF2-40B4-BE49-F238E27FC236}">
                <a16:creationId xmlns:a16="http://schemas.microsoft.com/office/drawing/2014/main" id="{A13E52F0-5788-D914-27E7-0E95E7F121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31769" name="Object 24">
                        <a:extLst>
                          <a:ext uri="{FF2B5EF4-FFF2-40B4-BE49-F238E27FC236}">
                            <a16:creationId xmlns:a16="http://schemas.microsoft.com/office/drawing/2014/main" id="{A13E52F0-5788-D914-27E7-0E95E7F121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0" name="Line 25">
            <a:extLst>
              <a:ext uri="{FF2B5EF4-FFF2-40B4-BE49-F238E27FC236}">
                <a16:creationId xmlns:a16="http://schemas.microsoft.com/office/drawing/2014/main" id="{6EFC340C-4439-B126-2F12-598F9CC40F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1" name="Line 26">
            <a:extLst>
              <a:ext uri="{FF2B5EF4-FFF2-40B4-BE49-F238E27FC236}">
                <a16:creationId xmlns:a16="http://schemas.microsoft.com/office/drawing/2014/main" id="{C1D361BE-9F6A-0E69-E5FA-A91550F2B1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72" name="Object 27">
            <a:extLst>
              <a:ext uri="{FF2B5EF4-FFF2-40B4-BE49-F238E27FC236}">
                <a16:creationId xmlns:a16="http://schemas.microsoft.com/office/drawing/2014/main" id="{97418A39-D8C3-7159-17E4-A05958331D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31772" name="Object 27">
                        <a:extLst>
                          <a:ext uri="{FF2B5EF4-FFF2-40B4-BE49-F238E27FC236}">
                            <a16:creationId xmlns:a16="http://schemas.microsoft.com/office/drawing/2014/main" id="{97418A39-D8C3-7159-17E4-A05958331D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8FCC1A6E-F33C-12F5-F1D6-E5FC62C4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37B20F32-3B8B-40D8-84B3-013CC46C7909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36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BA846919-12DB-303B-95E6-2E8651B29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2772" name="Line 3">
            <a:extLst>
              <a:ext uri="{FF2B5EF4-FFF2-40B4-BE49-F238E27FC236}">
                <a16:creationId xmlns:a16="http://schemas.microsoft.com/office/drawing/2014/main" id="{F15FDF89-45BD-160B-0046-9E0303E82C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3" name="Line 4">
            <a:extLst>
              <a:ext uri="{FF2B5EF4-FFF2-40B4-BE49-F238E27FC236}">
                <a16:creationId xmlns:a16="http://schemas.microsoft.com/office/drawing/2014/main" id="{9F49D02B-6743-E53D-B28D-E2D2C22CC9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774" name="Object 5">
            <a:extLst>
              <a:ext uri="{FF2B5EF4-FFF2-40B4-BE49-F238E27FC236}">
                <a16:creationId xmlns:a16="http://schemas.microsoft.com/office/drawing/2014/main" id="{49994345-A13C-1C56-4DC2-70A76CA5E3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32774" name="Object 5">
                        <a:extLst>
                          <a:ext uri="{FF2B5EF4-FFF2-40B4-BE49-F238E27FC236}">
                            <a16:creationId xmlns:a16="http://schemas.microsoft.com/office/drawing/2014/main" id="{49994345-A13C-1C56-4DC2-70A76CA5E3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Line 6">
            <a:extLst>
              <a:ext uri="{FF2B5EF4-FFF2-40B4-BE49-F238E27FC236}">
                <a16:creationId xmlns:a16="http://schemas.microsoft.com/office/drawing/2014/main" id="{787352A2-D280-D97A-CB05-8770BC0DEA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Oval 7">
            <a:extLst>
              <a:ext uri="{FF2B5EF4-FFF2-40B4-BE49-F238E27FC236}">
                <a16:creationId xmlns:a16="http://schemas.microsoft.com/office/drawing/2014/main" id="{148E465E-1867-FB65-BDCD-BB938253A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2777" name="Oval 8">
            <a:extLst>
              <a:ext uri="{FF2B5EF4-FFF2-40B4-BE49-F238E27FC236}">
                <a16:creationId xmlns:a16="http://schemas.microsoft.com/office/drawing/2014/main" id="{337098FA-4FE9-DA53-91F9-D8ACE4657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2778" name="Oval 9">
            <a:extLst>
              <a:ext uri="{FF2B5EF4-FFF2-40B4-BE49-F238E27FC236}">
                <a16:creationId xmlns:a16="http://schemas.microsoft.com/office/drawing/2014/main" id="{D930D67A-3A13-8D74-EB72-97DD18B16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2779" name="Line 10">
            <a:extLst>
              <a:ext uri="{FF2B5EF4-FFF2-40B4-BE49-F238E27FC236}">
                <a16:creationId xmlns:a16="http://schemas.microsoft.com/office/drawing/2014/main" id="{C13E1448-EE66-3CD6-6F26-E3C53402C5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0" name="Line 11">
            <a:extLst>
              <a:ext uri="{FF2B5EF4-FFF2-40B4-BE49-F238E27FC236}">
                <a16:creationId xmlns:a16="http://schemas.microsoft.com/office/drawing/2014/main" id="{DBDDC660-2C75-9EE6-0A9D-5AF4CD51E1D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Line 12">
            <a:extLst>
              <a:ext uri="{FF2B5EF4-FFF2-40B4-BE49-F238E27FC236}">
                <a16:creationId xmlns:a16="http://schemas.microsoft.com/office/drawing/2014/main" id="{AFB24A35-6A9F-8200-895F-BB97884370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2782" name="Object 13">
            <a:extLst>
              <a:ext uri="{FF2B5EF4-FFF2-40B4-BE49-F238E27FC236}">
                <a16:creationId xmlns:a16="http://schemas.microsoft.com/office/drawing/2014/main" id="{CF617A96-74E3-31E5-C878-6AA68C05CF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32782" name="Object 13">
                        <a:extLst>
                          <a:ext uri="{FF2B5EF4-FFF2-40B4-BE49-F238E27FC236}">
                            <a16:creationId xmlns:a16="http://schemas.microsoft.com/office/drawing/2014/main" id="{CF617A96-74E3-31E5-C878-6AA68C05CF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3" name="Oval 14">
            <a:extLst>
              <a:ext uri="{FF2B5EF4-FFF2-40B4-BE49-F238E27FC236}">
                <a16:creationId xmlns:a16="http://schemas.microsoft.com/office/drawing/2014/main" id="{E2E0298C-55A4-2676-16F4-4888BFE75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2784" name="Line 15">
            <a:extLst>
              <a:ext uri="{FF2B5EF4-FFF2-40B4-BE49-F238E27FC236}">
                <a16:creationId xmlns:a16="http://schemas.microsoft.com/office/drawing/2014/main" id="{5D2724D0-ADEB-727D-06B3-290C97E61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2785" name="Object 16">
            <a:extLst>
              <a:ext uri="{FF2B5EF4-FFF2-40B4-BE49-F238E27FC236}">
                <a16:creationId xmlns:a16="http://schemas.microsoft.com/office/drawing/2014/main" id="{48FFB3CE-5B71-B26B-DB4D-670FF93CEA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32785" name="Object 16">
                        <a:extLst>
                          <a:ext uri="{FF2B5EF4-FFF2-40B4-BE49-F238E27FC236}">
                            <a16:creationId xmlns:a16="http://schemas.microsoft.com/office/drawing/2014/main" id="{48FFB3CE-5B71-B26B-DB4D-670FF93CEA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6" name="Object 17">
            <a:extLst>
              <a:ext uri="{FF2B5EF4-FFF2-40B4-BE49-F238E27FC236}">
                <a16:creationId xmlns:a16="http://schemas.microsoft.com/office/drawing/2014/main" id="{F1139695-C935-C97C-61B6-4CC9472DC3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32786" name="Object 17">
                        <a:extLst>
                          <a:ext uri="{FF2B5EF4-FFF2-40B4-BE49-F238E27FC236}">
                            <a16:creationId xmlns:a16="http://schemas.microsoft.com/office/drawing/2014/main" id="{F1139695-C935-C97C-61B6-4CC9472DC3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7" name="Oval 18">
            <a:extLst>
              <a:ext uri="{FF2B5EF4-FFF2-40B4-BE49-F238E27FC236}">
                <a16:creationId xmlns:a16="http://schemas.microsoft.com/office/drawing/2014/main" id="{4FE62D35-86B0-F77D-8B69-95F622642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32788" name="Object 19">
            <a:extLst>
              <a:ext uri="{FF2B5EF4-FFF2-40B4-BE49-F238E27FC236}">
                <a16:creationId xmlns:a16="http://schemas.microsoft.com/office/drawing/2014/main" id="{A2641AE9-A254-CAAC-E1AC-E3955D4CDA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32788" name="Object 19">
                        <a:extLst>
                          <a:ext uri="{FF2B5EF4-FFF2-40B4-BE49-F238E27FC236}">
                            <a16:creationId xmlns:a16="http://schemas.microsoft.com/office/drawing/2014/main" id="{A2641AE9-A254-CAAC-E1AC-E3955D4CDA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9" name="Object 20">
            <a:extLst>
              <a:ext uri="{FF2B5EF4-FFF2-40B4-BE49-F238E27FC236}">
                <a16:creationId xmlns:a16="http://schemas.microsoft.com/office/drawing/2014/main" id="{D2EEE6B9-5BD7-B182-42D5-C802997E9E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32789" name="Object 20">
                        <a:extLst>
                          <a:ext uri="{FF2B5EF4-FFF2-40B4-BE49-F238E27FC236}">
                            <a16:creationId xmlns:a16="http://schemas.microsoft.com/office/drawing/2014/main" id="{D2EEE6B9-5BD7-B182-42D5-C802997E9E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0" name="Object 21">
            <a:extLst>
              <a:ext uri="{FF2B5EF4-FFF2-40B4-BE49-F238E27FC236}">
                <a16:creationId xmlns:a16="http://schemas.microsoft.com/office/drawing/2014/main" id="{E662E9AE-4C54-613A-9880-CBF36F5583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32790" name="Object 21">
                        <a:extLst>
                          <a:ext uri="{FF2B5EF4-FFF2-40B4-BE49-F238E27FC236}">
                            <a16:creationId xmlns:a16="http://schemas.microsoft.com/office/drawing/2014/main" id="{E662E9AE-4C54-613A-9880-CBF36F5583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1" name="Text Box 22">
            <a:extLst>
              <a:ext uri="{FF2B5EF4-FFF2-40B4-BE49-F238E27FC236}">
                <a16:creationId xmlns:a16="http://schemas.microsoft.com/office/drawing/2014/main" id="{DCEE4B72-6911-DE36-8F1D-D065865F4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32792" name="Object 23">
            <a:extLst>
              <a:ext uri="{FF2B5EF4-FFF2-40B4-BE49-F238E27FC236}">
                <a16:creationId xmlns:a16="http://schemas.microsoft.com/office/drawing/2014/main" id="{36E79FCD-4B0A-5CC7-4C06-F11C7D461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32792" name="Object 23">
                        <a:extLst>
                          <a:ext uri="{FF2B5EF4-FFF2-40B4-BE49-F238E27FC236}">
                            <a16:creationId xmlns:a16="http://schemas.microsoft.com/office/drawing/2014/main" id="{36E79FCD-4B0A-5CC7-4C06-F11C7D4615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3" name="Line 24">
            <a:extLst>
              <a:ext uri="{FF2B5EF4-FFF2-40B4-BE49-F238E27FC236}">
                <a16:creationId xmlns:a16="http://schemas.microsoft.com/office/drawing/2014/main" id="{761573A4-7281-D199-81DE-473415C68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794" name="Object 25">
            <a:extLst>
              <a:ext uri="{FF2B5EF4-FFF2-40B4-BE49-F238E27FC236}">
                <a16:creationId xmlns:a16="http://schemas.microsoft.com/office/drawing/2014/main" id="{832B858C-2E82-EA4A-6BFE-38747574BC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57002" imgH="583947" progId="Equation.3">
                  <p:embed/>
                </p:oleObj>
              </mc:Choice>
              <mc:Fallback>
                <p:oleObj name="Equation" r:id="rId11" imgW="457002" imgH="583947" progId="Equation.3">
                  <p:embed/>
                  <p:pic>
                    <p:nvPicPr>
                      <p:cNvPr id="32794" name="Object 25">
                        <a:extLst>
                          <a:ext uri="{FF2B5EF4-FFF2-40B4-BE49-F238E27FC236}">
                            <a16:creationId xmlns:a16="http://schemas.microsoft.com/office/drawing/2014/main" id="{832B858C-2E82-EA4A-6BFE-38747574BC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5" name="Line 26">
            <a:extLst>
              <a:ext uri="{FF2B5EF4-FFF2-40B4-BE49-F238E27FC236}">
                <a16:creationId xmlns:a16="http://schemas.microsoft.com/office/drawing/2014/main" id="{8BDAB2C2-C097-B269-0235-099CAAA9E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796" name="Object 27">
            <a:extLst>
              <a:ext uri="{FF2B5EF4-FFF2-40B4-BE49-F238E27FC236}">
                <a16:creationId xmlns:a16="http://schemas.microsoft.com/office/drawing/2014/main" id="{8B465506-240D-60C7-4976-D7614D9484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32796" name="Object 27">
                        <a:extLst>
                          <a:ext uri="{FF2B5EF4-FFF2-40B4-BE49-F238E27FC236}">
                            <a16:creationId xmlns:a16="http://schemas.microsoft.com/office/drawing/2014/main" id="{8B465506-240D-60C7-4976-D7614D9484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A170DA8A-77C9-5838-9C84-EC1619FC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4AE2F0C6-AC96-415A-80C5-C9619DABB9F4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37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37C5F68-01E3-B426-1CEE-859B711EE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3796" name="Line 3">
            <a:extLst>
              <a:ext uri="{FF2B5EF4-FFF2-40B4-BE49-F238E27FC236}">
                <a16:creationId xmlns:a16="http://schemas.microsoft.com/office/drawing/2014/main" id="{3A36C277-9496-8D9A-3E41-784547819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Line 4">
            <a:extLst>
              <a:ext uri="{FF2B5EF4-FFF2-40B4-BE49-F238E27FC236}">
                <a16:creationId xmlns:a16="http://schemas.microsoft.com/office/drawing/2014/main" id="{55F1D41C-8DB9-07CD-5C90-F24DFF0052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798" name="Object 5">
            <a:extLst>
              <a:ext uri="{FF2B5EF4-FFF2-40B4-BE49-F238E27FC236}">
                <a16:creationId xmlns:a16="http://schemas.microsoft.com/office/drawing/2014/main" id="{545B19C1-C184-7E63-8EF8-1B0B4DF082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33798" name="Object 5">
                        <a:extLst>
                          <a:ext uri="{FF2B5EF4-FFF2-40B4-BE49-F238E27FC236}">
                            <a16:creationId xmlns:a16="http://schemas.microsoft.com/office/drawing/2014/main" id="{545B19C1-C184-7E63-8EF8-1B0B4DF082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Line 6">
            <a:extLst>
              <a:ext uri="{FF2B5EF4-FFF2-40B4-BE49-F238E27FC236}">
                <a16:creationId xmlns:a16="http://schemas.microsoft.com/office/drawing/2014/main" id="{C1E2AF5A-9C83-74AB-92F0-C49FC3FC66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Oval 7">
            <a:extLst>
              <a:ext uri="{FF2B5EF4-FFF2-40B4-BE49-F238E27FC236}">
                <a16:creationId xmlns:a16="http://schemas.microsoft.com/office/drawing/2014/main" id="{CB4F84CF-716A-525F-4065-76351A3AB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3801" name="Oval 8">
            <a:extLst>
              <a:ext uri="{FF2B5EF4-FFF2-40B4-BE49-F238E27FC236}">
                <a16:creationId xmlns:a16="http://schemas.microsoft.com/office/drawing/2014/main" id="{D01EDCB6-7B00-4E0E-B421-5806555FF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3802" name="Oval 9">
            <a:extLst>
              <a:ext uri="{FF2B5EF4-FFF2-40B4-BE49-F238E27FC236}">
                <a16:creationId xmlns:a16="http://schemas.microsoft.com/office/drawing/2014/main" id="{8EA35BB9-0BC0-99E0-A52A-8D0DE04EC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3803" name="Line 10">
            <a:extLst>
              <a:ext uri="{FF2B5EF4-FFF2-40B4-BE49-F238E27FC236}">
                <a16:creationId xmlns:a16="http://schemas.microsoft.com/office/drawing/2014/main" id="{CE48670C-B9B3-051F-EC38-1017ACEDDA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4" name="Line 11">
            <a:extLst>
              <a:ext uri="{FF2B5EF4-FFF2-40B4-BE49-F238E27FC236}">
                <a16:creationId xmlns:a16="http://schemas.microsoft.com/office/drawing/2014/main" id="{0E78F24C-C9BC-478C-0998-B33169191F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5" name="Line 12">
            <a:extLst>
              <a:ext uri="{FF2B5EF4-FFF2-40B4-BE49-F238E27FC236}">
                <a16:creationId xmlns:a16="http://schemas.microsoft.com/office/drawing/2014/main" id="{DFCB1282-F088-52C8-DD95-AB97B95F48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3806" name="Object 13">
            <a:extLst>
              <a:ext uri="{FF2B5EF4-FFF2-40B4-BE49-F238E27FC236}">
                <a16:creationId xmlns:a16="http://schemas.microsoft.com/office/drawing/2014/main" id="{3010E1E6-19F1-257E-B1D2-C281A9EB13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33806" name="Object 13">
                        <a:extLst>
                          <a:ext uri="{FF2B5EF4-FFF2-40B4-BE49-F238E27FC236}">
                            <a16:creationId xmlns:a16="http://schemas.microsoft.com/office/drawing/2014/main" id="{3010E1E6-19F1-257E-B1D2-C281A9EB13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7" name="Oval 14">
            <a:extLst>
              <a:ext uri="{FF2B5EF4-FFF2-40B4-BE49-F238E27FC236}">
                <a16:creationId xmlns:a16="http://schemas.microsoft.com/office/drawing/2014/main" id="{17825664-E1D0-360D-8E90-F7C3801DB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3808" name="Line 15">
            <a:extLst>
              <a:ext uri="{FF2B5EF4-FFF2-40B4-BE49-F238E27FC236}">
                <a16:creationId xmlns:a16="http://schemas.microsoft.com/office/drawing/2014/main" id="{3B3181C2-7734-C63B-447C-DDE42C23D8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3809" name="Object 16">
            <a:extLst>
              <a:ext uri="{FF2B5EF4-FFF2-40B4-BE49-F238E27FC236}">
                <a16:creationId xmlns:a16="http://schemas.microsoft.com/office/drawing/2014/main" id="{A39D8113-2228-4CEE-F576-B73ED525CA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33809" name="Object 16">
                        <a:extLst>
                          <a:ext uri="{FF2B5EF4-FFF2-40B4-BE49-F238E27FC236}">
                            <a16:creationId xmlns:a16="http://schemas.microsoft.com/office/drawing/2014/main" id="{A39D8113-2228-4CEE-F576-B73ED525CA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0" name="Object 17">
            <a:extLst>
              <a:ext uri="{FF2B5EF4-FFF2-40B4-BE49-F238E27FC236}">
                <a16:creationId xmlns:a16="http://schemas.microsoft.com/office/drawing/2014/main" id="{A55A031D-00A4-E801-CA2A-E2384D8F3F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33810" name="Object 17">
                        <a:extLst>
                          <a:ext uri="{FF2B5EF4-FFF2-40B4-BE49-F238E27FC236}">
                            <a16:creationId xmlns:a16="http://schemas.microsoft.com/office/drawing/2014/main" id="{A55A031D-00A4-E801-CA2A-E2384D8F3F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1" name="Oval 18">
            <a:extLst>
              <a:ext uri="{FF2B5EF4-FFF2-40B4-BE49-F238E27FC236}">
                <a16:creationId xmlns:a16="http://schemas.microsoft.com/office/drawing/2014/main" id="{FF95C83D-A29D-3DE1-E992-F188ECE8F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33812" name="Object 19">
            <a:extLst>
              <a:ext uri="{FF2B5EF4-FFF2-40B4-BE49-F238E27FC236}">
                <a16:creationId xmlns:a16="http://schemas.microsoft.com/office/drawing/2014/main" id="{F08FA244-CC5E-F26C-030D-D5DCC72D97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33812" name="Object 19">
                        <a:extLst>
                          <a:ext uri="{FF2B5EF4-FFF2-40B4-BE49-F238E27FC236}">
                            <a16:creationId xmlns:a16="http://schemas.microsoft.com/office/drawing/2014/main" id="{F08FA244-CC5E-F26C-030D-D5DCC72D9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3" name="Object 20">
            <a:extLst>
              <a:ext uri="{FF2B5EF4-FFF2-40B4-BE49-F238E27FC236}">
                <a16:creationId xmlns:a16="http://schemas.microsoft.com/office/drawing/2014/main" id="{E37DC326-8C6E-E5D6-4449-48A0048260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33813" name="Object 20">
                        <a:extLst>
                          <a:ext uri="{FF2B5EF4-FFF2-40B4-BE49-F238E27FC236}">
                            <a16:creationId xmlns:a16="http://schemas.microsoft.com/office/drawing/2014/main" id="{E37DC326-8C6E-E5D6-4449-48A0048260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4" name="Object 21">
            <a:extLst>
              <a:ext uri="{FF2B5EF4-FFF2-40B4-BE49-F238E27FC236}">
                <a16:creationId xmlns:a16="http://schemas.microsoft.com/office/drawing/2014/main" id="{BF98998B-B92A-1DAF-4A63-276300ED65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33814" name="Object 21">
                        <a:extLst>
                          <a:ext uri="{FF2B5EF4-FFF2-40B4-BE49-F238E27FC236}">
                            <a16:creationId xmlns:a16="http://schemas.microsoft.com/office/drawing/2014/main" id="{BF98998B-B92A-1DAF-4A63-276300ED65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5" name="Object 22">
            <a:extLst>
              <a:ext uri="{FF2B5EF4-FFF2-40B4-BE49-F238E27FC236}">
                <a16:creationId xmlns:a16="http://schemas.microsoft.com/office/drawing/2014/main" id="{36FAACA3-E506-4C55-9521-86FC492F14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33815" name="Object 22">
                        <a:extLst>
                          <a:ext uri="{FF2B5EF4-FFF2-40B4-BE49-F238E27FC236}">
                            <a16:creationId xmlns:a16="http://schemas.microsoft.com/office/drawing/2014/main" id="{36FAACA3-E506-4C55-9521-86FC492F14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6" name="Line 23">
            <a:extLst>
              <a:ext uri="{FF2B5EF4-FFF2-40B4-BE49-F238E27FC236}">
                <a16:creationId xmlns:a16="http://schemas.microsoft.com/office/drawing/2014/main" id="{2F103657-E35F-D97F-411F-5798F5468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817" name="Object 24">
            <a:extLst>
              <a:ext uri="{FF2B5EF4-FFF2-40B4-BE49-F238E27FC236}">
                <a16:creationId xmlns:a16="http://schemas.microsoft.com/office/drawing/2014/main" id="{DAFCC033-D216-DC38-A730-D829EAF78A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57002" imgH="583947" progId="Equation.3">
                  <p:embed/>
                </p:oleObj>
              </mc:Choice>
              <mc:Fallback>
                <p:oleObj name="Equation" r:id="rId12" imgW="457002" imgH="583947" progId="Equation.3">
                  <p:embed/>
                  <p:pic>
                    <p:nvPicPr>
                      <p:cNvPr id="33817" name="Object 24">
                        <a:extLst>
                          <a:ext uri="{FF2B5EF4-FFF2-40B4-BE49-F238E27FC236}">
                            <a16:creationId xmlns:a16="http://schemas.microsoft.com/office/drawing/2014/main" id="{DAFCC033-D216-DC38-A730-D829EAF78A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8" name="Text Box 25">
            <a:extLst>
              <a:ext uri="{FF2B5EF4-FFF2-40B4-BE49-F238E27FC236}">
                <a16:creationId xmlns:a16="http://schemas.microsoft.com/office/drawing/2014/main" id="{A86CBD58-36DF-EFBE-6B3C-2FC39838B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33819" name="Text Box 26">
            <a:extLst>
              <a:ext uri="{FF2B5EF4-FFF2-40B4-BE49-F238E27FC236}">
                <a16:creationId xmlns:a16="http://schemas.microsoft.com/office/drawing/2014/main" id="{E79DF822-7BD5-9F8D-52D4-6176B34E4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6" y="4673600"/>
            <a:ext cx="4155305" cy="11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No transition:</a:t>
            </a:r>
          </a:p>
          <a:p>
            <a:pPr>
              <a:spcBef>
                <a:spcPct val="20000"/>
              </a:spcBef>
            </a:pPr>
            <a:r>
              <a:rPr lang="en-US" altLang="ar-SA"/>
              <a:t>the automaton hangs</a:t>
            </a:r>
          </a:p>
        </p:txBody>
      </p:sp>
      <p:sp>
        <p:nvSpPr>
          <p:cNvPr id="33820" name="Line 27">
            <a:extLst>
              <a:ext uri="{FF2B5EF4-FFF2-40B4-BE49-F238E27FC236}">
                <a16:creationId xmlns:a16="http://schemas.microsoft.com/office/drawing/2014/main" id="{528B2519-4674-65EF-B0DD-5D9F896F8A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821" name="Object 28">
            <a:extLst>
              <a:ext uri="{FF2B5EF4-FFF2-40B4-BE49-F238E27FC236}">
                <a16:creationId xmlns:a16="http://schemas.microsoft.com/office/drawing/2014/main" id="{6312EC16-46CE-F8DE-7A52-55C2738870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33821" name="Object 28">
                        <a:extLst>
                          <a:ext uri="{FF2B5EF4-FFF2-40B4-BE49-F238E27FC236}">
                            <a16:creationId xmlns:a16="http://schemas.microsoft.com/office/drawing/2014/main" id="{6312EC16-46CE-F8DE-7A52-55C2738870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3">
            <a:extLst>
              <a:ext uri="{FF2B5EF4-FFF2-40B4-BE49-F238E27FC236}">
                <a16:creationId xmlns:a16="http://schemas.microsoft.com/office/drawing/2014/main" id="{CF56D43F-2470-78AA-8E00-D530D4F6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5ACEF9B9-E3B2-4352-86FA-E95C33FB1915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38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FF215358-714C-2D19-172C-AEEE7189E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4820" name="Line 3">
            <a:extLst>
              <a:ext uri="{FF2B5EF4-FFF2-40B4-BE49-F238E27FC236}">
                <a16:creationId xmlns:a16="http://schemas.microsoft.com/office/drawing/2014/main" id="{E7E8C9F4-7B87-0D9C-EDFD-05204C137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Line 4">
            <a:extLst>
              <a:ext uri="{FF2B5EF4-FFF2-40B4-BE49-F238E27FC236}">
                <a16:creationId xmlns:a16="http://schemas.microsoft.com/office/drawing/2014/main" id="{BBB8569B-A822-58C4-3D33-09F926705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22" name="Object 5">
            <a:extLst>
              <a:ext uri="{FF2B5EF4-FFF2-40B4-BE49-F238E27FC236}">
                <a16:creationId xmlns:a16="http://schemas.microsoft.com/office/drawing/2014/main" id="{50A4B872-3C1D-8BC9-542E-352E8C5C5A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34822" name="Object 5">
                        <a:extLst>
                          <a:ext uri="{FF2B5EF4-FFF2-40B4-BE49-F238E27FC236}">
                            <a16:creationId xmlns:a16="http://schemas.microsoft.com/office/drawing/2014/main" id="{50A4B872-3C1D-8BC9-542E-352E8C5C5A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Line 6">
            <a:extLst>
              <a:ext uri="{FF2B5EF4-FFF2-40B4-BE49-F238E27FC236}">
                <a16:creationId xmlns:a16="http://schemas.microsoft.com/office/drawing/2014/main" id="{A99EFBEF-B556-A2DE-6A4D-AD8FAFA73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Oval 7">
            <a:extLst>
              <a:ext uri="{FF2B5EF4-FFF2-40B4-BE49-F238E27FC236}">
                <a16:creationId xmlns:a16="http://schemas.microsoft.com/office/drawing/2014/main" id="{0E94B058-2BEE-11AE-89C5-85850213D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4825" name="Oval 8">
            <a:extLst>
              <a:ext uri="{FF2B5EF4-FFF2-40B4-BE49-F238E27FC236}">
                <a16:creationId xmlns:a16="http://schemas.microsoft.com/office/drawing/2014/main" id="{62C565FE-D3A8-7ACB-94EA-CDA527590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4826" name="Oval 9">
            <a:extLst>
              <a:ext uri="{FF2B5EF4-FFF2-40B4-BE49-F238E27FC236}">
                <a16:creationId xmlns:a16="http://schemas.microsoft.com/office/drawing/2014/main" id="{552031D6-068F-21E6-20B9-B2D5A05CE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4827" name="Line 10">
            <a:extLst>
              <a:ext uri="{FF2B5EF4-FFF2-40B4-BE49-F238E27FC236}">
                <a16:creationId xmlns:a16="http://schemas.microsoft.com/office/drawing/2014/main" id="{01EDDDFC-2229-03E6-693F-1254B27C5F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8" name="Line 11">
            <a:extLst>
              <a:ext uri="{FF2B5EF4-FFF2-40B4-BE49-F238E27FC236}">
                <a16:creationId xmlns:a16="http://schemas.microsoft.com/office/drawing/2014/main" id="{F20994EF-99A7-C690-67BA-37449ED906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9" name="Line 12">
            <a:extLst>
              <a:ext uri="{FF2B5EF4-FFF2-40B4-BE49-F238E27FC236}">
                <a16:creationId xmlns:a16="http://schemas.microsoft.com/office/drawing/2014/main" id="{C9FA1838-6E1F-105A-C009-4DE29DDD3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4830" name="Object 13">
            <a:extLst>
              <a:ext uri="{FF2B5EF4-FFF2-40B4-BE49-F238E27FC236}">
                <a16:creationId xmlns:a16="http://schemas.microsoft.com/office/drawing/2014/main" id="{B9062C2B-771B-18F5-12C0-5294D3A8D6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34830" name="Object 13">
                        <a:extLst>
                          <a:ext uri="{FF2B5EF4-FFF2-40B4-BE49-F238E27FC236}">
                            <a16:creationId xmlns:a16="http://schemas.microsoft.com/office/drawing/2014/main" id="{B9062C2B-771B-18F5-12C0-5294D3A8D6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1" name="Oval 14">
            <a:extLst>
              <a:ext uri="{FF2B5EF4-FFF2-40B4-BE49-F238E27FC236}">
                <a16:creationId xmlns:a16="http://schemas.microsoft.com/office/drawing/2014/main" id="{7ACF38B7-36E0-9785-7779-AFA14A5E6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4832" name="Line 15">
            <a:extLst>
              <a:ext uri="{FF2B5EF4-FFF2-40B4-BE49-F238E27FC236}">
                <a16:creationId xmlns:a16="http://schemas.microsoft.com/office/drawing/2014/main" id="{D5E74227-FE0A-6DAE-3410-BF4EAF842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4833" name="Object 16">
            <a:extLst>
              <a:ext uri="{FF2B5EF4-FFF2-40B4-BE49-F238E27FC236}">
                <a16:creationId xmlns:a16="http://schemas.microsoft.com/office/drawing/2014/main" id="{EE1C744A-FB5F-36DD-8766-35686A6688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391" imgH="583947" progId="Equation.3">
                  <p:embed/>
                </p:oleObj>
              </mc:Choice>
              <mc:Fallback>
                <p:oleObj name="Equation" r:id="rId5" imgW="482391" imgH="583947" progId="Equation.3">
                  <p:embed/>
                  <p:pic>
                    <p:nvPicPr>
                      <p:cNvPr id="34833" name="Object 16">
                        <a:extLst>
                          <a:ext uri="{FF2B5EF4-FFF2-40B4-BE49-F238E27FC236}">
                            <a16:creationId xmlns:a16="http://schemas.microsoft.com/office/drawing/2014/main" id="{EE1C744A-FB5F-36DD-8766-35686A6688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4" name="Object 17">
            <a:extLst>
              <a:ext uri="{FF2B5EF4-FFF2-40B4-BE49-F238E27FC236}">
                <a16:creationId xmlns:a16="http://schemas.microsoft.com/office/drawing/2014/main" id="{DFFCD487-4BD5-2AD2-0724-9DB97CEBB7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224" imgH="571252" progId="Equation.3">
                  <p:embed/>
                </p:oleObj>
              </mc:Choice>
              <mc:Fallback>
                <p:oleObj name="Equation" r:id="rId7" imgW="406224" imgH="571252" progId="Equation.3">
                  <p:embed/>
                  <p:pic>
                    <p:nvPicPr>
                      <p:cNvPr id="34834" name="Object 17">
                        <a:extLst>
                          <a:ext uri="{FF2B5EF4-FFF2-40B4-BE49-F238E27FC236}">
                            <a16:creationId xmlns:a16="http://schemas.microsoft.com/office/drawing/2014/main" id="{DFFCD487-4BD5-2AD2-0724-9DB97CEBB7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5" name="Oval 18">
            <a:extLst>
              <a:ext uri="{FF2B5EF4-FFF2-40B4-BE49-F238E27FC236}">
                <a16:creationId xmlns:a16="http://schemas.microsoft.com/office/drawing/2014/main" id="{BEDAC8A2-991D-6D5D-5ED3-1208102D9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34836" name="Object 19">
            <a:extLst>
              <a:ext uri="{FF2B5EF4-FFF2-40B4-BE49-F238E27FC236}">
                <a16:creationId xmlns:a16="http://schemas.microsoft.com/office/drawing/2014/main" id="{C776D970-BE57-8773-E623-CFCD686510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71252" progId="Equation.3">
                  <p:embed/>
                </p:oleObj>
              </mc:Choice>
              <mc:Fallback>
                <p:oleObj name="Equation" r:id="rId9" imgW="482391" imgH="571252" progId="Equation.3">
                  <p:embed/>
                  <p:pic>
                    <p:nvPicPr>
                      <p:cNvPr id="34836" name="Object 19">
                        <a:extLst>
                          <a:ext uri="{FF2B5EF4-FFF2-40B4-BE49-F238E27FC236}">
                            <a16:creationId xmlns:a16="http://schemas.microsoft.com/office/drawing/2014/main" id="{C776D970-BE57-8773-E623-CFCD686510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7" name="Object 20">
            <a:extLst>
              <a:ext uri="{FF2B5EF4-FFF2-40B4-BE49-F238E27FC236}">
                <a16:creationId xmlns:a16="http://schemas.microsoft.com/office/drawing/2014/main" id="{59C8133F-E109-8CC4-519C-6B37A392A6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34837" name="Object 20">
                        <a:extLst>
                          <a:ext uri="{FF2B5EF4-FFF2-40B4-BE49-F238E27FC236}">
                            <a16:creationId xmlns:a16="http://schemas.microsoft.com/office/drawing/2014/main" id="{59C8133F-E109-8CC4-519C-6B37A392A6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8" name="Object 21">
            <a:extLst>
              <a:ext uri="{FF2B5EF4-FFF2-40B4-BE49-F238E27FC236}">
                <a16:creationId xmlns:a16="http://schemas.microsoft.com/office/drawing/2014/main" id="{9B8D93DF-CFB7-A4E2-00C9-84CAC0D46C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34838" name="Object 21">
                        <a:extLst>
                          <a:ext uri="{FF2B5EF4-FFF2-40B4-BE49-F238E27FC236}">
                            <a16:creationId xmlns:a16="http://schemas.microsoft.com/office/drawing/2014/main" id="{9B8D93DF-CFB7-A4E2-00C9-84CAC0D46C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9" name="Object 22">
            <a:extLst>
              <a:ext uri="{FF2B5EF4-FFF2-40B4-BE49-F238E27FC236}">
                <a16:creationId xmlns:a16="http://schemas.microsoft.com/office/drawing/2014/main" id="{9C132E87-27B7-F501-BE89-2937C8067D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34839" name="Object 22">
                        <a:extLst>
                          <a:ext uri="{FF2B5EF4-FFF2-40B4-BE49-F238E27FC236}">
                            <a16:creationId xmlns:a16="http://schemas.microsoft.com/office/drawing/2014/main" id="{9C132E87-27B7-F501-BE89-2937C8067D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0" name="Line 23">
            <a:extLst>
              <a:ext uri="{FF2B5EF4-FFF2-40B4-BE49-F238E27FC236}">
                <a16:creationId xmlns:a16="http://schemas.microsoft.com/office/drawing/2014/main" id="{F62EB16D-13B2-5A31-78ED-9B3657FC04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41" name="Object 24">
            <a:extLst>
              <a:ext uri="{FF2B5EF4-FFF2-40B4-BE49-F238E27FC236}">
                <a16:creationId xmlns:a16="http://schemas.microsoft.com/office/drawing/2014/main" id="{BFC952BB-A040-CB25-5B37-FD7E285CB3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57002" imgH="583947" progId="Equation.3">
                  <p:embed/>
                </p:oleObj>
              </mc:Choice>
              <mc:Fallback>
                <p:oleObj name="Equation" r:id="rId13" imgW="457002" imgH="583947" progId="Equation.3">
                  <p:embed/>
                  <p:pic>
                    <p:nvPicPr>
                      <p:cNvPr id="34841" name="Object 24">
                        <a:extLst>
                          <a:ext uri="{FF2B5EF4-FFF2-40B4-BE49-F238E27FC236}">
                            <a16:creationId xmlns:a16="http://schemas.microsoft.com/office/drawing/2014/main" id="{BFC952BB-A040-CB25-5B37-FD7E285CB3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2" name="Text Box 25">
            <a:extLst>
              <a:ext uri="{FF2B5EF4-FFF2-40B4-BE49-F238E27FC236}">
                <a16:creationId xmlns:a16="http://schemas.microsoft.com/office/drawing/2014/main" id="{15B74C21-1324-A5F1-0479-CE7A56451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52400"/>
            <a:ext cx="32654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34843" name="Text Box 26">
            <a:extLst>
              <a:ext uri="{FF2B5EF4-FFF2-40B4-BE49-F238E27FC236}">
                <a16:creationId xmlns:a16="http://schemas.microsoft.com/office/drawing/2014/main" id="{1470966F-86BA-14B4-1EAE-350FBDB64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0292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“reject”</a:t>
            </a:r>
          </a:p>
        </p:txBody>
      </p:sp>
      <p:sp>
        <p:nvSpPr>
          <p:cNvPr id="34844" name="Line 27">
            <a:extLst>
              <a:ext uri="{FF2B5EF4-FFF2-40B4-BE49-F238E27FC236}">
                <a16:creationId xmlns:a16="http://schemas.microsoft.com/office/drawing/2014/main" id="{9484C651-7B6C-7584-D683-0B30D77334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45" name="Object 28">
            <a:extLst>
              <a:ext uri="{FF2B5EF4-FFF2-40B4-BE49-F238E27FC236}">
                <a16:creationId xmlns:a16="http://schemas.microsoft.com/office/drawing/2014/main" id="{ED89B7BD-7625-D97F-660D-2D7D31D43A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34845" name="Object 28">
                        <a:extLst>
                          <a:ext uri="{FF2B5EF4-FFF2-40B4-BE49-F238E27FC236}">
                            <a16:creationId xmlns:a16="http://schemas.microsoft.com/office/drawing/2014/main" id="{ED89B7BD-7625-D97F-660D-2D7D31D43A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6" name="Text Box 29">
            <a:extLst>
              <a:ext uri="{FF2B5EF4-FFF2-40B4-BE49-F238E27FC236}">
                <a16:creationId xmlns:a16="http://schemas.microsoft.com/office/drawing/2014/main" id="{308495EA-257D-CE81-3924-309724932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1981200"/>
            <a:ext cx="5141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Input cannot be consumed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4">
            <a:extLst>
              <a:ext uri="{FF2B5EF4-FFF2-40B4-BE49-F238E27FC236}">
                <a16:creationId xmlns:a16="http://schemas.microsoft.com/office/drawing/2014/main" id="{68424503-F38A-1FB5-CBB3-41B1F886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7AE05735-0EF3-4A9F-8F9D-51303A06A25F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39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5843" name="Object 3">
            <a:extLst>
              <a:ext uri="{FF2B5EF4-FFF2-40B4-BE49-F238E27FC236}">
                <a16:creationId xmlns:a16="http://schemas.microsoft.com/office/drawing/2014/main" id="{F66E9C43-EFBA-934C-E61B-CFB0973396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6450" y="1358900"/>
          <a:ext cx="812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447" imgH="330057" progId="Equation.3">
                  <p:embed/>
                </p:oleObj>
              </mc:Choice>
              <mc:Fallback>
                <p:oleObj name="Equation" r:id="rId2" imgW="812447" imgH="330057" progId="Equation.3">
                  <p:embed/>
                  <p:pic>
                    <p:nvPicPr>
                      <p:cNvPr id="35843" name="Object 3">
                        <a:extLst>
                          <a:ext uri="{FF2B5EF4-FFF2-40B4-BE49-F238E27FC236}">
                            <a16:creationId xmlns:a16="http://schemas.microsoft.com/office/drawing/2014/main" id="{F66E9C43-EFBA-934C-E61B-CFB0973396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1358900"/>
                        <a:ext cx="812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4">
            <a:extLst>
              <a:ext uri="{FF2B5EF4-FFF2-40B4-BE49-F238E27FC236}">
                <a16:creationId xmlns:a16="http://schemas.microsoft.com/office/drawing/2014/main" id="{BE441C64-2F11-1CFF-4A29-F1E629032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1219200"/>
            <a:ext cx="4741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is rejected by the NFA:</a:t>
            </a:r>
          </a:p>
        </p:txBody>
      </p:sp>
      <p:grpSp>
        <p:nvGrpSpPr>
          <p:cNvPr id="35845" name="Group 5">
            <a:extLst>
              <a:ext uri="{FF2B5EF4-FFF2-40B4-BE49-F238E27FC236}">
                <a16:creationId xmlns:a16="http://schemas.microsoft.com/office/drawing/2014/main" id="{F62F878E-5F80-512D-2832-A1413C28FAF9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200400"/>
            <a:ext cx="3200400" cy="1752600"/>
            <a:chOff x="672" y="1680"/>
            <a:chExt cx="3264" cy="1872"/>
          </a:xfrm>
        </p:grpSpPr>
        <p:sp>
          <p:nvSpPr>
            <p:cNvPr id="35865" name="Oval 6">
              <a:extLst>
                <a:ext uri="{FF2B5EF4-FFF2-40B4-BE49-F238E27FC236}">
                  <a16:creationId xmlns:a16="http://schemas.microsoft.com/office/drawing/2014/main" id="{101B9DD5-2E1B-563A-99DB-45EDE4EC6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20000"/>
                </a:spcBef>
              </a:pPr>
              <a:endParaRPr lang="ar-JO" altLang="ar-SA"/>
            </a:p>
          </p:txBody>
        </p:sp>
        <p:sp>
          <p:nvSpPr>
            <p:cNvPr id="35866" name="Oval 7">
              <a:extLst>
                <a:ext uri="{FF2B5EF4-FFF2-40B4-BE49-F238E27FC236}">
                  <a16:creationId xmlns:a16="http://schemas.microsoft.com/office/drawing/2014/main" id="{68B308D9-7271-8D74-F87B-FA3CF2FF3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544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20000"/>
                </a:spcBef>
              </a:pPr>
              <a:endParaRPr lang="ar-JO" altLang="ar-SA"/>
            </a:p>
          </p:txBody>
        </p:sp>
        <p:sp>
          <p:nvSpPr>
            <p:cNvPr id="35867" name="Oval 8">
              <a:extLst>
                <a:ext uri="{FF2B5EF4-FFF2-40B4-BE49-F238E27FC236}">
                  <a16:creationId xmlns:a16="http://schemas.microsoft.com/office/drawing/2014/main" id="{9066D404-9291-BCE3-0E0D-463EE0217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120"/>
              <a:ext cx="432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20000"/>
                </a:spcBef>
              </a:pPr>
              <a:endParaRPr lang="ar-JO" altLang="ar-SA"/>
            </a:p>
          </p:txBody>
        </p:sp>
        <p:sp>
          <p:nvSpPr>
            <p:cNvPr id="35868" name="Line 9">
              <a:extLst>
                <a:ext uri="{FF2B5EF4-FFF2-40B4-BE49-F238E27FC236}">
                  <a16:creationId xmlns:a16="http://schemas.microsoft.com/office/drawing/2014/main" id="{937D6D87-FBC8-2108-3843-6DD2769A5C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2064"/>
              <a:ext cx="816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9" name="Line 10">
              <a:extLst>
                <a:ext uri="{FF2B5EF4-FFF2-40B4-BE49-F238E27FC236}">
                  <a16:creationId xmlns:a16="http://schemas.microsoft.com/office/drawing/2014/main" id="{0F82CB0A-DEDC-4DC7-87D0-19650B6C9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3" y="2877"/>
              <a:ext cx="81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0" name="Line 11">
              <a:extLst>
                <a:ext uri="{FF2B5EF4-FFF2-40B4-BE49-F238E27FC236}">
                  <a16:creationId xmlns:a16="http://schemas.microsoft.com/office/drawing/2014/main" id="{B5C7A3C1-C5CD-0E81-DBC2-AC8C3DBB3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2784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1" name="Oval 12">
              <a:extLst>
                <a:ext uri="{FF2B5EF4-FFF2-40B4-BE49-F238E27FC236}">
                  <a16:creationId xmlns:a16="http://schemas.microsoft.com/office/drawing/2014/main" id="{599CC5B7-3105-EDF3-A5E2-3E7863FBA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776"/>
              <a:ext cx="432" cy="432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20000"/>
                </a:spcBef>
              </a:pPr>
              <a:endParaRPr lang="ar-JO" altLang="ar-SA"/>
            </a:p>
          </p:txBody>
        </p:sp>
        <p:sp>
          <p:nvSpPr>
            <p:cNvPr id="35872" name="Line 13">
              <a:extLst>
                <a:ext uri="{FF2B5EF4-FFF2-40B4-BE49-F238E27FC236}">
                  <a16:creationId xmlns:a16="http://schemas.microsoft.com/office/drawing/2014/main" id="{3C20EE24-3173-71D3-9139-48A6979AD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016"/>
              <a:ext cx="6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35873" name="Object 14">
              <a:extLst>
                <a:ext uri="{FF2B5EF4-FFF2-40B4-BE49-F238E27FC236}">
                  <a16:creationId xmlns:a16="http://schemas.microsoft.com/office/drawing/2014/main" id="{10BCEACC-73CB-4A8C-E9BC-37DCD9CD45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2544"/>
            <a:ext cx="304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82391" imgH="583947" progId="Equation.3">
                    <p:embed/>
                  </p:oleObj>
                </mc:Choice>
                <mc:Fallback>
                  <p:oleObj name="Equation" r:id="rId4" imgW="482391" imgH="583947" progId="Equation.3">
                    <p:embed/>
                    <p:pic>
                      <p:nvPicPr>
                        <p:cNvPr id="35873" name="Object 14">
                          <a:extLst>
                            <a:ext uri="{FF2B5EF4-FFF2-40B4-BE49-F238E27FC236}">
                              <a16:creationId xmlns:a16="http://schemas.microsoft.com/office/drawing/2014/main" id="{10BCEACC-73CB-4A8C-E9BC-37DCD9CD45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544"/>
                          <a:ext cx="304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4" name="Object 15">
              <a:extLst>
                <a:ext uri="{FF2B5EF4-FFF2-40B4-BE49-F238E27FC236}">
                  <a16:creationId xmlns:a16="http://schemas.microsoft.com/office/drawing/2014/main" id="{41E2C6B0-239C-25C1-726B-D4DA176172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1776"/>
            <a:ext cx="256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06224" imgH="571252" progId="Equation.3">
                    <p:embed/>
                  </p:oleObj>
                </mc:Choice>
                <mc:Fallback>
                  <p:oleObj name="Equation" r:id="rId6" imgW="406224" imgH="571252" progId="Equation.3">
                    <p:embed/>
                    <p:pic>
                      <p:nvPicPr>
                        <p:cNvPr id="35874" name="Object 15">
                          <a:extLst>
                            <a:ext uri="{FF2B5EF4-FFF2-40B4-BE49-F238E27FC236}">
                              <a16:creationId xmlns:a16="http://schemas.microsoft.com/office/drawing/2014/main" id="{41E2C6B0-239C-25C1-726B-D4DA176172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776"/>
                          <a:ext cx="256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5" name="Oval 16">
              <a:extLst>
                <a:ext uri="{FF2B5EF4-FFF2-40B4-BE49-F238E27FC236}">
                  <a16:creationId xmlns:a16="http://schemas.microsoft.com/office/drawing/2014/main" id="{67827B2B-F855-E328-7ECF-ED94B2534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680"/>
              <a:ext cx="624" cy="62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20000"/>
                </a:spcBef>
              </a:pPr>
              <a:endParaRPr lang="ar-JO" altLang="ar-SA"/>
            </a:p>
          </p:txBody>
        </p:sp>
        <p:graphicFrame>
          <p:nvGraphicFramePr>
            <p:cNvPr id="35876" name="Object 17">
              <a:extLst>
                <a:ext uri="{FF2B5EF4-FFF2-40B4-BE49-F238E27FC236}">
                  <a16:creationId xmlns:a16="http://schemas.microsoft.com/office/drawing/2014/main" id="{4365F3D1-B4C0-7A93-A346-14329BF74D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1776"/>
            <a:ext cx="30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82391" imgH="571252" progId="Equation.3">
                    <p:embed/>
                  </p:oleObj>
                </mc:Choice>
                <mc:Fallback>
                  <p:oleObj name="Equation" r:id="rId8" imgW="482391" imgH="571252" progId="Equation.3">
                    <p:embed/>
                    <p:pic>
                      <p:nvPicPr>
                        <p:cNvPr id="35876" name="Object 17">
                          <a:extLst>
                            <a:ext uri="{FF2B5EF4-FFF2-40B4-BE49-F238E27FC236}">
                              <a16:creationId xmlns:a16="http://schemas.microsoft.com/office/drawing/2014/main" id="{4365F3D1-B4C0-7A93-A346-14329BF74D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776"/>
                          <a:ext cx="30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7" name="Object 18">
              <a:extLst>
                <a:ext uri="{FF2B5EF4-FFF2-40B4-BE49-F238E27FC236}">
                  <a16:creationId xmlns:a16="http://schemas.microsoft.com/office/drawing/2014/main" id="{732CB87B-4621-0BAB-F9F5-CA5AC5AFD7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3120"/>
            <a:ext cx="288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57002" imgH="583947" progId="Equation.3">
                    <p:embed/>
                  </p:oleObj>
                </mc:Choice>
                <mc:Fallback>
                  <p:oleObj name="Equation" r:id="rId10" imgW="457002" imgH="583947" progId="Equation.3">
                    <p:embed/>
                    <p:pic>
                      <p:nvPicPr>
                        <p:cNvPr id="35877" name="Object 18">
                          <a:extLst>
                            <a:ext uri="{FF2B5EF4-FFF2-40B4-BE49-F238E27FC236}">
                              <a16:creationId xmlns:a16="http://schemas.microsoft.com/office/drawing/2014/main" id="{732CB87B-4621-0BAB-F9F5-CA5AC5AFD7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120"/>
                          <a:ext cx="288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8" name="Object 19">
              <a:extLst>
                <a:ext uri="{FF2B5EF4-FFF2-40B4-BE49-F238E27FC236}">
                  <a16:creationId xmlns:a16="http://schemas.microsoft.com/office/drawing/2014/main" id="{6F53A77F-FB31-3631-CD45-21D184FAAA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2160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66584" imgH="279279" progId="Equation.3">
                    <p:embed/>
                  </p:oleObj>
                </mc:Choice>
                <mc:Fallback>
                  <p:oleObj name="Equation" r:id="rId12" imgW="266584" imgH="279279" progId="Equation.3">
                    <p:embed/>
                    <p:pic>
                      <p:nvPicPr>
                        <p:cNvPr id="35878" name="Object 19">
                          <a:extLst>
                            <a:ext uri="{FF2B5EF4-FFF2-40B4-BE49-F238E27FC236}">
                              <a16:creationId xmlns:a16="http://schemas.microsoft.com/office/drawing/2014/main" id="{6F53A77F-FB31-3631-CD45-21D184FAAA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160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9" name="Object 20">
              <a:extLst>
                <a:ext uri="{FF2B5EF4-FFF2-40B4-BE49-F238E27FC236}">
                  <a16:creationId xmlns:a16="http://schemas.microsoft.com/office/drawing/2014/main" id="{1EEE41EA-C7AB-F903-19A8-5942F8E366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2832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66584" imgH="279279" progId="Equation.3">
                    <p:embed/>
                  </p:oleObj>
                </mc:Choice>
                <mc:Fallback>
                  <p:oleObj name="Equation" r:id="rId14" imgW="266584" imgH="279279" progId="Equation.3">
                    <p:embed/>
                    <p:pic>
                      <p:nvPicPr>
                        <p:cNvPr id="35879" name="Object 20">
                          <a:extLst>
                            <a:ext uri="{FF2B5EF4-FFF2-40B4-BE49-F238E27FC236}">
                              <a16:creationId xmlns:a16="http://schemas.microsoft.com/office/drawing/2014/main" id="{1EEE41EA-C7AB-F903-19A8-5942F8E366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832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0" name="Object 21">
              <a:extLst>
                <a:ext uri="{FF2B5EF4-FFF2-40B4-BE49-F238E27FC236}">
                  <a16:creationId xmlns:a16="http://schemas.microsoft.com/office/drawing/2014/main" id="{3663E13F-7AE7-9E6C-91D4-C1569CD490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1824"/>
            <a:ext cx="16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66584" imgH="279279" progId="Equation.3">
                    <p:embed/>
                  </p:oleObj>
                </mc:Choice>
                <mc:Fallback>
                  <p:oleObj name="Equation" r:id="rId14" imgW="266584" imgH="279279" progId="Equation.3">
                    <p:embed/>
                    <p:pic>
                      <p:nvPicPr>
                        <p:cNvPr id="35880" name="Object 21">
                          <a:extLst>
                            <a:ext uri="{FF2B5EF4-FFF2-40B4-BE49-F238E27FC236}">
                              <a16:creationId xmlns:a16="http://schemas.microsoft.com/office/drawing/2014/main" id="{3663E13F-7AE7-9E6C-91D4-C1569CD490D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824"/>
                          <a:ext cx="167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6" name="Text Box 22">
            <a:extLst>
              <a:ext uri="{FF2B5EF4-FFF2-40B4-BE49-F238E27FC236}">
                <a16:creationId xmlns:a16="http://schemas.microsoft.com/office/drawing/2014/main" id="{1B3B50A3-2CFC-4B4F-6A14-8E1E15C95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5908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“reject”</a:t>
            </a:r>
          </a:p>
        </p:txBody>
      </p:sp>
      <p:sp>
        <p:nvSpPr>
          <p:cNvPr id="35847" name="Oval 23">
            <a:extLst>
              <a:ext uri="{FF2B5EF4-FFF2-40B4-BE49-F238E27FC236}">
                <a16:creationId xmlns:a16="http://schemas.microsoft.com/office/drawing/2014/main" id="{650F936C-279A-2993-54A5-7134BA8B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2939" y="3230563"/>
            <a:ext cx="427037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5848" name="Oval 24">
            <a:extLst>
              <a:ext uri="{FF2B5EF4-FFF2-40B4-BE49-F238E27FC236}">
                <a16:creationId xmlns:a16="http://schemas.microsoft.com/office/drawing/2014/main" id="{2B489552-A1CB-12AD-AA30-9216C3607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250" y="4006851"/>
            <a:ext cx="425450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5849" name="Oval 25">
            <a:extLst>
              <a:ext uri="{FF2B5EF4-FFF2-40B4-BE49-F238E27FC236}">
                <a16:creationId xmlns:a16="http://schemas.microsoft.com/office/drawing/2014/main" id="{7FC5A705-BF52-4C35-6C05-8462EFBA2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2939" y="4587876"/>
            <a:ext cx="427037" cy="436563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5850" name="Line 26">
            <a:extLst>
              <a:ext uri="{FF2B5EF4-FFF2-40B4-BE49-F238E27FC236}">
                <a16:creationId xmlns:a16="http://schemas.microsoft.com/office/drawing/2014/main" id="{F6B5C9CD-6ABB-027F-313E-5C4A70503D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8076" y="3521076"/>
            <a:ext cx="804863" cy="58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Line 27">
            <a:extLst>
              <a:ext uri="{FF2B5EF4-FFF2-40B4-BE49-F238E27FC236}">
                <a16:creationId xmlns:a16="http://schemas.microsoft.com/office/drawing/2014/main" id="{B29CD50A-68B2-180C-32F4-ABF33F90C40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9663" y="4343401"/>
            <a:ext cx="806450" cy="4349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2" name="Line 28">
            <a:extLst>
              <a:ext uri="{FF2B5EF4-FFF2-40B4-BE49-F238E27FC236}">
                <a16:creationId xmlns:a16="http://schemas.microsoft.com/office/drawing/2014/main" id="{6AAB678E-8886-8905-BEAC-966E211A2E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72264" y="4248151"/>
            <a:ext cx="407987" cy="28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3" name="Oval 29">
            <a:extLst>
              <a:ext uri="{FF2B5EF4-FFF2-40B4-BE49-F238E27FC236}">
                <a16:creationId xmlns:a16="http://schemas.microsoft.com/office/drawing/2014/main" id="{FC00A9E3-0BD1-CF5A-0A0B-C92568B2B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7213" y="3230563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5854" name="Line 30">
            <a:extLst>
              <a:ext uri="{FF2B5EF4-FFF2-40B4-BE49-F238E27FC236}">
                <a16:creationId xmlns:a16="http://schemas.microsoft.com/office/drawing/2014/main" id="{6E94CE30-ACC2-7C3C-A6F3-17940A87215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9975" y="3473450"/>
            <a:ext cx="661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855" name="Object 31">
            <a:extLst>
              <a:ext uri="{FF2B5EF4-FFF2-40B4-BE49-F238E27FC236}">
                <a16:creationId xmlns:a16="http://schemas.microsoft.com/office/drawing/2014/main" id="{5431C9C5-3FF3-56C1-6872-E75C2A8567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27875" y="4006851"/>
          <a:ext cx="2984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82391" imgH="583947" progId="Equation.3">
                  <p:embed/>
                </p:oleObj>
              </mc:Choice>
              <mc:Fallback>
                <p:oleObj name="Equation" r:id="rId15" imgW="482391" imgH="583947" progId="Equation.3">
                  <p:embed/>
                  <p:pic>
                    <p:nvPicPr>
                      <p:cNvPr id="35855" name="Object 31">
                        <a:extLst>
                          <a:ext uri="{FF2B5EF4-FFF2-40B4-BE49-F238E27FC236}">
                            <a16:creationId xmlns:a16="http://schemas.microsoft.com/office/drawing/2014/main" id="{5431C9C5-3FF3-56C1-6872-E75C2A8567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75" y="4006851"/>
                        <a:ext cx="2984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6" name="Object 32">
            <a:extLst>
              <a:ext uri="{FF2B5EF4-FFF2-40B4-BE49-F238E27FC236}">
                <a16:creationId xmlns:a16="http://schemas.microsoft.com/office/drawing/2014/main" id="{A2C82121-F933-5B08-E7F5-777E0A6491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8188" y="3230564"/>
          <a:ext cx="252412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224" imgH="571252" progId="Equation.3">
                  <p:embed/>
                </p:oleObj>
              </mc:Choice>
              <mc:Fallback>
                <p:oleObj name="Equation" r:id="rId16" imgW="406224" imgH="571252" progId="Equation.3">
                  <p:embed/>
                  <p:pic>
                    <p:nvPicPr>
                      <p:cNvPr id="35856" name="Object 32">
                        <a:extLst>
                          <a:ext uri="{FF2B5EF4-FFF2-40B4-BE49-F238E27FC236}">
                            <a16:creationId xmlns:a16="http://schemas.microsoft.com/office/drawing/2014/main" id="{A2C82121-F933-5B08-E7F5-777E0A6491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8188" y="3230564"/>
                        <a:ext cx="252412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7" name="Oval 33">
            <a:extLst>
              <a:ext uri="{FF2B5EF4-FFF2-40B4-BE49-F238E27FC236}">
                <a16:creationId xmlns:a16="http://schemas.microsoft.com/office/drawing/2014/main" id="{C5C04D5F-C568-2A05-1BB4-532B8EC6C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1963" y="3133725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35858" name="Object 34">
            <a:extLst>
              <a:ext uri="{FF2B5EF4-FFF2-40B4-BE49-F238E27FC236}">
                <a16:creationId xmlns:a16="http://schemas.microsoft.com/office/drawing/2014/main" id="{BA8FB82C-7A7F-A35C-A6C4-7AF503DAA9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93250" y="3230564"/>
          <a:ext cx="300038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82391" imgH="571252" progId="Equation.3">
                  <p:embed/>
                </p:oleObj>
              </mc:Choice>
              <mc:Fallback>
                <p:oleObj name="Equation" r:id="rId17" imgW="482391" imgH="571252" progId="Equation.3">
                  <p:embed/>
                  <p:pic>
                    <p:nvPicPr>
                      <p:cNvPr id="35858" name="Object 34">
                        <a:extLst>
                          <a:ext uri="{FF2B5EF4-FFF2-40B4-BE49-F238E27FC236}">
                            <a16:creationId xmlns:a16="http://schemas.microsoft.com/office/drawing/2014/main" id="{BA8FB82C-7A7F-A35C-A6C4-7AF503DAA9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0" y="3230564"/>
                        <a:ext cx="300038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9" name="Object 35">
            <a:extLst>
              <a:ext uri="{FF2B5EF4-FFF2-40B4-BE49-F238E27FC236}">
                <a16:creationId xmlns:a16="http://schemas.microsoft.com/office/drawing/2014/main" id="{FC4649DB-5558-4BED-84E2-11D7C4525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2238" y="3617913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35859" name="Object 35">
                        <a:extLst>
                          <a:ext uri="{FF2B5EF4-FFF2-40B4-BE49-F238E27FC236}">
                            <a16:creationId xmlns:a16="http://schemas.microsoft.com/office/drawing/2014/main" id="{FC4649DB-5558-4BED-84E2-11D7C4525C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2238" y="3617913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0" name="Object 36">
            <a:extLst>
              <a:ext uri="{FF2B5EF4-FFF2-40B4-BE49-F238E27FC236}">
                <a16:creationId xmlns:a16="http://schemas.microsoft.com/office/drawing/2014/main" id="{8F519637-05CC-90C0-737E-96177CB02B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2238" y="4297363"/>
          <a:ext cx="165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35860" name="Object 36">
                        <a:extLst>
                          <a:ext uri="{FF2B5EF4-FFF2-40B4-BE49-F238E27FC236}">
                            <a16:creationId xmlns:a16="http://schemas.microsoft.com/office/drawing/2014/main" id="{8F519637-05CC-90C0-737E-96177CB02B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2238" y="4297363"/>
                        <a:ext cx="1651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1" name="Object 37">
            <a:extLst>
              <a:ext uri="{FF2B5EF4-FFF2-40B4-BE49-F238E27FC236}">
                <a16:creationId xmlns:a16="http://schemas.microsoft.com/office/drawing/2014/main" id="{BF28ED5C-31B7-DA82-A2B4-320D0BEFBF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26513" y="3279775"/>
          <a:ext cx="163512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35861" name="Object 37">
                        <a:extLst>
                          <a:ext uri="{FF2B5EF4-FFF2-40B4-BE49-F238E27FC236}">
                            <a16:creationId xmlns:a16="http://schemas.microsoft.com/office/drawing/2014/main" id="{BF28ED5C-31B7-DA82-A2B4-320D0BEFBF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6513" y="3279775"/>
                        <a:ext cx="163512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2" name="Object 38">
            <a:extLst>
              <a:ext uri="{FF2B5EF4-FFF2-40B4-BE49-F238E27FC236}">
                <a16:creationId xmlns:a16="http://schemas.microsoft.com/office/drawing/2014/main" id="{18BCFD71-8992-AE3B-6DEC-5959597788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8188" y="4587876"/>
          <a:ext cx="2841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57002" imgH="583947" progId="Equation.3">
                  <p:embed/>
                </p:oleObj>
              </mc:Choice>
              <mc:Fallback>
                <p:oleObj name="Equation" r:id="rId20" imgW="457002" imgH="583947" progId="Equation.3">
                  <p:embed/>
                  <p:pic>
                    <p:nvPicPr>
                      <p:cNvPr id="35862" name="Object 38">
                        <a:extLst>
                          <a:ext uri="{FF2B5EF4-FFF2-40B4-BE49-F238E27FC236}">
                            <a16:creationId xmlns:a16="http://schemas.microsoft.com/office/drawing/2014/main" id="{18BCFD71-8992-AE3B-6DEC-5959597788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8188" y="4587876"/>
                        <a:ext cx="284162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3" name="Text Box 39">
            <a:extLst>
              <a:ext uri="{FF2B5EF4-FFF2-40B4-BE49-F238E27FC236}">
                <a16:creationId xmlns:a16="http://schemas.microsoft.com/office/drawing/2014/main" id="{CC4EFEB9-F7A4-8CAF-6291-3ACA5A9E5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8264" y="4505325"/>
            <a:ext cx="17097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“reject”</a:t>
            </a:r>
          </a:p>
        </p:txBody>
      </p:sp>
      <p:sp>
        <p:nvSpPr>
          <p:cNvPr id="35864" name="Text Box 43">
            <a:extLst>
              <a:ext uri="{FF2B5EF4-FFF2-40B4-BE49-F238E27FC236}">
                <a16:creationId xmlns:a16="http://schemas.microsoft.com/office/drawing/2014/main" id="{B2FB5030-645C-0BBA-48C0-5753BC8CB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3439" y="5529264"/>
            <a:ext cx="82645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All possible computations lead to rejection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>
            <a:extLst>
              <a:ext uri="{FF2B5EF4-FFF2-40B4-BE49-F238E27FC236}">
                <a16:creationId xmlns:a16="http://schemas.microsoft.com/office/drawing/2014/main" id="{D1335098-4992-9B99-711A-B76663C5B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3C696206-D5E4-4BF3-89FB-5A4B1E9E6B0C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40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7" name="Oval 2">
            <a:extLst>
              <a:ext uri="{FF2B5EF4-FFF2-40B4-BE49-F238E27FC236}">
                <a16:creationId xmlns:a16="http://schemas.microsoft.com/office/drawing/2014/main" id="{3E7B3DC4-090E-ACE7-9C35-34BF18A54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6868" name="Oval 3">
            <a:extLst>
              <a:ext uri="{FF2B5EF4-FFF2-40B4-BE49-F238E27FC236}">
                <a16:creationId xmlns:a16="http://schemas.microsoft.com/office/drawing/2014/main" id="{AA4734C1-7CD8-AC6C-B341-27B93F37F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6869" name="Oval 4">
            <a:extLst>
              <a:ext uri="{FF2B5EF4-FFF2-40B4-BE49-F238E27FC236}">
                <a16:creationId xmlns:a16="http://schemas.microsoft.com/office/drawing/2014/main" id="{74012F87-78D0-C98C-BC33-2404F47CD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6870" name="Line 5">
            <a:extLst>
              <a:ext uri="{FF2B5EF4-FFF2-40B4-BE49-F238E27FC236}">
                <a16:creationId xmlns:a16="http://schemas.microsoft.com/office/drawing/2014/main" id="{5C227491-3CC2-E4D3-B07D-6A657241EE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1" name="Line 6">
            <a:extLst>
              <a:ext uri="{FF2B5EF4-FFF2-40B4-BE49-F238E27FC236}">
                <a16:creationId xmlns:a16="http://schemas.microsoft.com/office/drawing/2014/main" id="{1F6A935F-36F6-3B2C-044F-A7C5F9910F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389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2" name="Line 7">
            <a:extLst>
              <a:ext uri="{FF2B5EF4-FFF2-40B4-BE49-F238E27FC236}">
                <a16:creationId xmlns:a16="http://schemas.microsoft.com/office/drawing/2014/main" id="{50926C8B-B339-9343-B149-02862B8B0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3" name="Oval 8">
            <a:extLst>
              <a:ext uri="{FF2B5EF4-FFF2-40B4-BE49-F238E27FC236}">
                <a16:creationId xmlns:a16="http://schemas.microsoft.com/office/drawing/2014/main" id="{13B92F01-4046-202C-5B2D-45ECDABCB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6874" name="Line 9">
            <a:extLst>
              <a:ext uri="{FF2B5EF4-FFF2-40B4-BE49-F238E27FC236}">
                <a16:creationId xmlns:a16="http://schemas.microsoft.com/office/drawing/2014/main" id="{2D4D109D-8172-47F8-A4F1-105CC6D894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875" name="Object 10">
            <a:extLst>
              <a:ext uri="{FF2B5EF4-FFF2-40B4-BE49-F238E27FC236}">
                <a16:creationId xmlns:a16="http://schemas.microsoft.com/office/drawing/2014/main" id="{BD25D32C-BF2B-66D0-7C2A-7B4CE1F470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8194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224" imgH="571252" progId="Equation.3">
                  <p:embed/>
                </p:oleObj>
              </mc:Choice>
              <mc:Fallback>
                <p:oleObj name="Equation" r:id="rId2" imgW="406224" imgH="571252" progId="Equation.3">
                  <p:embed/>
                  <p:pic>
                    <p:nvPicPr>
                      <p:cNvPr id="36875" name="Object 10">
                        <a:extLst>
                          <a:ext uri="{FF2B5EF4-FFF2-40B4-BE49-F238E27FC236}">
                            <a16:creationId xmlns:a16="http://schemas.microsoft.com/office/drawing/2014/main" id="{BD25D32C-BF2B-66D0-7C2A-7B4CE1F470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8194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6" name="Oval 11">
            <a:extLst>
              <a:ext uri="{FF2B5EF4-FFF2-40B4-BE49-F238E27FC236}">
                <a16:creationId xmlns:a16="http://schemas.microsoft.com/office/drawing/2014/main" id="{BA7A164E-4AA9-0FC9-C11F-7D953A99D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36877" name="Object 12">
            <a:extLst>
              <a:ext uri="{FF2B5EF4-FFF2-40B4-BE49-F238E27FC236}">
                <a16:creationId xmlns:a16="http://schemas.microsoft.com/office/drawing/2014/main" id="{A414359B-4A02-A7AD-8C61-9E94412E73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8194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71252" progId="Equation.3">
                  <p:embed/>
                </p:oleObj>
              </mc:Choice>
              <mc:Fallback>
                <p:oleObj name="Equation" r:id="rId4" imgW="482391" imgH="571252" progId="Equation.3">
                  <p:embed/>
                  <p:pic>
                    <p:nvPicPr>
                      <p:cNvPr id="36877" name="Object 12">
                        <a:extLst>
                          <a:ext uri="{FF2B5EF4-FFF2-40B4-BE49-F238E27FC236}">
                            <a16:creationId xmlns:a16="http://schemas.microsoft.com/office/drawing/2014/main" id="{A414359B-4A02-A7AD-8C61-9E94412E73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8194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8" name="Object 13">
            <a:extLst>
              <a:ext uri="{FF2B5EF4-FFF2-40B4-BE49-F238E27FC236}">
                <a16:creationId xmlns:a16="http://schemas.microsoft.com/office/drawing/2014/main" id="{04A2E4B2-2582-85D7-1007-BB02028380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495300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583947" progId="Equation.3">
                  <p:embed/>
                </p:oleObj>
              </mc:Choice>
              <mc:Fallback>
                <p:oleObj name="Equation" r:id="rId6" imgW="457002" imgH="583947" progId="Equation.3">
                  <p:embed/>
                  <p:pic>
                    <p:nvPicPr>
                      <p:cNvPr id="36878" name="Object 13">
                        <a:extLst>
                          <a:ext uri="{FF2B5EF4-FFF2-40B4-BE49-F238E27FC236}">
                            <a16:creationId xmlns:a16="http://schemas.microsoft.com/office/drawing/2014/main" id="{04A2E4B2-2582-85D7-1007-BB02028380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95300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9" name="Object 14">
            <a:extLst>
              <a:ext uri="{FF2B5EF4-FFF2-40B4-BE49-F238E27FC236}">
                <a16:creationId xmlns:a16="http://schemas.microsoft.com/office/drawing/2014/main" id="{6806F5FA-3177-A6AB-38F7-F3AEBA37F5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3429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36879" name="Object 14">
                        <a:extLst>
                          <a:ext uri="{FF2B5EF4-FFF2-40B4-BE49-F238E27FC236}">
                            <a16:creationId xmlns:a16="http://schemas.microsoft.com/office/drawing/2014/main" id="{6806F5FA-3177-A6AB-38F7-F3AEBA37F5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3429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0" name="Object 15">
            <a:extLst>
              <a:ext uri="{FF2B5EF4-FFF2-40B4-BE49-F238E27FC236}">
                <a16:creationId xmlns:a16="http://schemas.microsoft.com/office/drawing/2014/main" id="{8544CA5B-1DA2-A65E-2BE4-4A177BC096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36880" name="Object 15">
                        <a:extLst>
                          <a:ext uri="{FF2B5EF4-FFF2-40B4-BE49-F238E27FC236}">
                            <a16:creationId xmlns:a16="http://schemas.microsoft.com/office/drawing/2014/main" id="{8544CA5B-1DA2-A65E-2BE4-4A177BC096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1" name="Object 16">
            <a:extLst>
              <a:ext uri="{FF2B5EF4-FFF2-40B4-BE49-F238E27FC236}">
                <a16:creationId xmlns:a16="http://schemas.microsoft.com/office/drawing/2014/main" id="{8296432A-A149-8C2B-F573-55576EB02D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1" y="2895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36881" name="Object 16">
                        <a:extLst>
                          <a:ext uri="{FF2B5EF4-FFF2-40B4-BE49-F238E27FC236}">
                            <a16:creationId xmlns:a16="http://schemas.microsoft.com/office/drawing/2014/main" id="{8296432A-A149-8C2B-F573-55576EB02D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2895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2" name="Object 17">
            <a:extLst>
              <a:ext uri="{FF2B5EF4-FFF2-40B4-BE49-F238E27FC236}">
                <a16:creationId xmlns:a16="http://schemas.microsoft.com/office/drawing/2014/main" id="{B6FB2A3D-3D19-9982-96D2-D2A2C73E24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40386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82391" imgH="583947" progId="Equation.3">
                  <p:embed/>
                </p:oleObj>
              </mc:Choice>
              <mc:Fallback>
                <p:oleObj name="Equation" r:id="rId11" imgW="482391" imgH="583947" progId="Equation.3">
                  <p:embed/>
                  <p:pic>
                    <p:nvPicPr>
                      <p:cNvPr id="36882" name="Object 17">
                        <a:extLst>
                          <a:ext uri="{FF2B5EF4-FFF2-40B4-BE49-F238E27FC236}">
                            <a16:creationId xmlns:a16="http://schemas.microsoft.com/office/drawing/2014/main" id="{B6FB2A3D-3D19-9982-96D2-D2A2C73E24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0386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3" name="Text Box 18">
            <a:extLst>
              <a:ext uri="{FF2B5EF4-FFF2-40B4-BE49-F238E27FC236}">
                <a16:creationId xmlns:a16="http://schemas.microsoft.com/office/drawing/2014/main" id="{6B05DCB9-6B8E-68E6-D6E9-5EDA3EAC5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1219200"/>
            <a:ext cx="3865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Language accepted:</a:t>
            </a:r>
          </a:p>
        </p:txBody>
      </p:sp>
      <p:graphicFrame>
        <p:nvGraphicFramePr>
          <p:cNvPr id="36884" name="Object 19">
            <a:extLst>
              <a:ext uri="{FF2B5EF4-FFF2-40B4-BE49-F238E27FC236}">
                <a16:creationId xmlns:a16="http://schemas.microsoft.com/office/drawing/2014/main" id="{406D8539-6624-1B3E-63CF-7B6483265E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21475" y="1193800"/>
          <a:ext cx="1727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26451" imgH="533169" progId="Equation.3">
                  <p:embed/>
                </p:oleObj>
              </mc:Choice>
              <mc:Fallback>
                <p:oleObj name="Equation" r:id="rId13" imgW="1726451" imgH="533169" progId="Equation.3">
                  <p:embed/>
                  <p:pic>
                    <p:nvPicPr>
                      <p:cNvPr id="36884" name="Object 19">
                        <a:extLst>
                          <a:ext uri="{FF2B5EF4-FFF2-40B4-BE49-F238E27FC236}">
                            <a16:creationId xmlns:a16="http://schemas.microsoft.com/office/drawing/2014/main" id="{406D8539-6624-1B3E-63CF-7B6483265E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1475" y="1193800"/>
                        <a:ext cx="1727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754A667-2FD7-D1B9-7B59-4A4531289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ar-SA" dirty="0">
                <a:cs typeface="Times New Roman" panose="02020603050405020304" pitchFamily="18" charset="0"/>
              </a:rPr>
              <a:t>Lambda Transitions</a:t>
            </a:r>
            <a:br>
              <a:rPr lang="ar-SA" altLang="ar-SA" dirty="0">
                <a:cs typeface="Times New Roman" panose="02020603050405020304" pitchFamily="18" charset="0"/>
              </a:rPr>
            </a:br>
            <a:r>
              <a:rPr lang="ar-SA" altLang="ar-SA" dirty="0">
                <a:cs typeface="Times New Roman" panose="02020603050405020304" pitchFamily="18" charset="0"/>
              </a:rPr>
              <a:t>الانتقال بالكلمة الفارغة</a:t>
            </a:r>
            <a:endParaRPr lang="en-US" altLang="ar-SA" dirty="0">
              <a:cs typeface="Times New Roman" panose="02020603050405020304" pitchFamily="18" charset="0"/>
            </a:endParaRPr>
          </a:p>
        </p:txBody>
      </p:sp>
      <p:sp>
        <p:nvSpPr>
          <p:cNvPr id="37891" name="Slide Number Placeholder 4">
            <a:extLst>
              <a:ext uri="{FF2B5EF4-FFF2-40B4-BE49-F238E27FC236}">
                <a16:creationId xmlns:a16="http://schemas.microsoft.com/office/drawing/2014/main" id="{68EB7B91-71F5-0390-E6EF-18A7EAAB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360EC986-0243-407F-A9C9-E9ED3A194413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41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Oval 20">
            <a:extLst>
              <a:ext uri="{FF2B5EF4-FFF2-40B4-BE49-F238E27FC236}">
                <a16:creationId xmlns:a16="http://schemas.microsoft.com/office/drawing/2014/main" id="{D7698C5A-74D5-B018-9BD4-BF05EBA8D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7893" name="Oval 21">
            <a:extLst>
              <a:ext uri="{FF2B5EF4-FFF2-40B4-BE49-F238E27FC236}">
                <a16:creationId xmlns:a16="http://schemas.microsoft.com/office/drawing/2014/main" id="{1154BB47-CFBF-6426-529A-DBD1DD9CE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7894" name="Line 25">
            <a:extLst>
              <a:ext uri="{FF2B5EF4-FFF2-40B4-BE49-F238E27FC236}">
                <a16:creationId xmlns:a16="http://schemas.microsoft.com/office/drawing/2014/main" id="{43835D1F-445A-3659-F8B3-E432523A2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5" name="Oval 26">
            <a:extLst>
              <a:ext uri="{FF2B5EF4-FFF2-40B4-BE49-F238E27FC236}">
                <a16:creationId xmlns:a16="http://schemas.microsoft.com/office/drawing/2014/main" id="{941BE0FE-FE9D-CEF3-FA94-E36B79386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7896" name="Line 27">
            <a:extLst>
              <a:ext uri="{FF2B5EF4-FFF2-40B4-BE49-F238E27FC236}">
                <a16:creationId xmlns:a16="http://schemas.microsoft.com/office/drawing/2014/main" id="{FDD73BC8-CE51-AFB6-3AA1-9A79DAE56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7897" name="Object 28">
            <a:extLst>
              <a:ext uri="{FF2B5EF4-FFF2-40B4-BE49-F238E27FC236}">
                <a16:creationId xmlns:a16="http://schemas.microsoft.com/office/drawing/2014/main" id="{541A1A33-DCEA-65F5-E113-5E630BA129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224" imgH="571252" progId="Equation.3">
                  <p:embed/>
                </p:oleObj>
              </mc:Choice>
              <mc:Fallback>
                <p:oleObj name="Equation" r:id="rId2" imgW="406224" imgH="571252" progId="Equation.3">
                  <p:embed/>
                  <p:pic>
                    <p:nvPicPr>
                      <p:cNvPr id="37897" name="Object 28">
                        <a:extLst>
                          <a:ext uri="{FF2B5EF4-FFF2-40B4-BE49-F238E27FC236}">
                            <a16:creationId xmlns:a16="http://schemas.microsoft.com/office/drawing/2014/main" id="{541A1A33-DCEA-65F5-E113-5E630BA129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8" name="Oval 29">
            <a:extLst>
              <a:ext uri="{FF2B5EF4-FFF2-40B4-BE49-F238E27FC236}">
                <a16:creationId xmlns:a16="http://schemas.microsoft.com/office/drawing/2014/main" id="{E4DCAAAF-BC70-4C42-CECC-037467DE3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37899" name="Object 30">
            <a:extLst>
              <a:ext uri="{FF2B5EF4-FFF2-40B4-BE49-F238E27FC236}">
                <a16:creationId xmlns:a16="http://schemas.microsoft.com/office/drawing/2014/main" id="{A44303BC-3734-0646-6BE5-01826D4C59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002" imgH="583947" progId="Equation.3">
                  <p:embed/>
                </p:oleObj>
              </mc:Choice>
              <mc:Fallback>
                <p:oleObj name="Equation" r:id="rId4" imgW="457002" imgH="583947" progId="Equation.3">
                  <p:embed/>
                  <p:pic>
                    <p:nvPicPr>
                      <p:cNvPr id="37899" name="Object 30">
                        <a:extLst>
                          <a:ext uri="{FF2B5EF4-FFF2-40B4-BE49-F238E27FC236}">
                            <a16:creationId xmlns:a16="http://schemas.microsoft.com/office/drawing/2014/main" id="{A44303BC-3734-0646-6BE5-01826D4C59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32">
            <a:extLst>
              <a:ext uri="{FF2B5EF4-FFF2-40B4-BE49-F238E27FC236}">
                <a16:creationId xmlns:a16="http://schemas.microsoft.com/office/drawing/2014/main" id="{67138EC5-1097-8167-D790-F0DDDC3E8D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37900" name="Object 32">
                        <a:extLst>
                          <a:ext uri="{FF2B5EF4-FFF2-40B4-BE49-F238E27FC236}">
                            <a16:creationId xmlns:a16="http://schemas.microsoft.com/office/drawing/2014/main" id="{67138EC5-1097-8167-D790-F0DDDC3E8D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1" name="Object 35">
            <a:extLst>
              <a:ext uri="{FF2B5EF4-FFF2-40B4-BE49-F238E27FC236}">
                <a16:creationId xmlns:a16="http://schemas.microsoft.com/office/drawing/2014/main" id="{7ADEC8FD-FB86-B7D4-9F92-6743C4E35F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83947" progId="Equation.3">
                  <p:embed/>
                </p:oleObj>
              </mc:Choice>
              <mc:Fallback>
                <p:oleObj name="Equation" r:id="rId8" imgW="482391" imgH="583947" progId="Equation.3">
                  <p:embed/>
                  <p:pic>
                    <p:nvPicPr>
                      <p:cNvPr id="37901" name="Object 35">
                        <a:extLst>
                          <a:ext uri="{FF2B5EF4-FFF2-40B4-BE49-F238E27FC236}">
                            <a16:creationId xmlns:a16="http://schemas.microsoft.com/office/drawing/2014/main" id="{7ADEC8FD-FB86-B7D4-9F92-6743C4E35F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2" name="Object 39">
            <a:extLst>
              <a:ext uri="{FF2B5EF4-FFF2-40B4-BE49-F238E27FC236}">
                <a16:creationId xmlns:a16="http://schemas.microsoft.com/office/drawing/2014/main" id="{C9600FFD-3B76-4A0F-6956-00693C6554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37902" name="Object 39">
                        <a:extLst>
                          <a:ext uri="{FF2B5EF4-FFF2-40B4-BE49-F238E27FC236}">
                            <a16:creationId xmlns:a16="http://schemas.microsoft.com/office/drawing/2014/main" id="{C9600FFD-3B76-4A0F-6956-00693C6554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3" name="Line 40">
            <a:extLst>
              <a:ext uri="{FF2B5EF4-FFF2-40B4-BE49-F238E27FC236}">
                <a16:creationId xmlns:a16="http://schemas.microsoft.com/office/drawing/2014/main" id="{F880740F-A558-8631-3A82-B17BB3F082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4" name="Oval 47">
            <a:extLst>
              <a:ext uri="{FF2B5EF4-FFF2-40B4-BE49-F238E27FC236}">
                <a16:creationId xmlns:a16="http://schemas.microsoft.com/office/drawing/2014/main" id="{51BF7CA9-B347-9EA4-8A71-AEB3DCC00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37905" name="Object 48">
            <a:extLst>
              <a:ext uri="{FF2B5EF4-FFF2-40B4-BE49-F238E27FC236}">
                <a16:creationId xmlns:a16="http://schemas.microsoft.com/office/drawing/2014/main" id="{4CE82BB2-1E9D-7B82-D535-2D0BFF6FC3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1150" y="4191000"/>
          <a:ext cx="495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95085" imgH="571252" progId="Equation.3">
                  <p:embed/>
                </p:oleObj>
              </mc:Choice>
              <mc:Fallback>
                <p:oleObj name="Equation" r:id="rId12" imgW="495085" imgH="571252" progId="Equation.3">
                  <p:embed/>
                  <p:pic>
                    <p:nvPicPr>
                      <p:cNvPr id="37905" name="Object 48">
                        <a:extLst>
                          <a:ext uri="{FF2B5EF4-FFF2-40B4-BE49-F238E27FC236}">
                            <a16:creationId xmlns:a16="http://schemas.microsoft.com/office/drawing/2014/main" id="{4CE82BB2-1E9D-7B82-D535-2D0BFF6FC3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4191000"/>
                        <a:ext cx="495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6" name="Line 49">
            <a:extLst>
              <a:ext uri="{FF2B5EF4-FFF2-40B4-BE49-F238E27FC236}">
                <a16:creationId xmlns:a16="http://schemas.microsoft.com/office/drawing/2014/main" id="{791F1BC4-ACE3-944F-F675-2C7DC2A73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7907" name="Object 50">
            <a:extLst>
              <a:ext uri="{FF2B5EF4-FFF2-40B4-BE49-F238E27FC236}">
                <a16:creationId xmlns:a16="http://schemas.microsoft.com/office/drawing/2014/main" id="{2B35ECEC-9185-5F2E-B4C4-8EFDDACCE4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37907" name="Object 50">
                        <a:extLst>
                          <a:ext uri="{FF2B5EF4-FFF2-40B4-BE49-F238E27FC236}">
                            <a16:creationId xmlns:a16="http://schemas.microsoft.com/office/drawing/2014/main" id="{2B35ECEC-9185-5F2E-B4C4-8EFDDACCE4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>
            <a:extLst>
              <a:ext uri="{FF2B5EF4-FFF2-40B4-BE49-F238E27FC236}">
                <a16:creationId xmlns:a16="http://schemas.microsoft.com/office/drawing/2014/main" id="{50581C61-8EBD-2EAE-2E10-3005C69A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866ACD65-F5BC-44F4-A2BF-C097E43F3627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42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EE3F990-16D6-7EB5-CDED-D0A07E973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8916" name="Line 4">
            <a:extLst>
              <a:ext uri="{FF2B5EF4-FFF2-40B4-BE49-F238E27FC236}">
                <a16:creationId xmlns:a16="http://schemas.microsoft.com/office/drawing/2014/main" id="{35C7EDFD-CF1E-DB4A-7A4C-8487889729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7" name="Line 5">
            <a:extLst>
              <a:ext uri="{FF2B5EF4-FFF2-40B4-BE49-F238E27FC236}">
                <a16:creationId xmlns:a16="http://schemas.microsoft.com/office/drawing/2014/main" id="{D73E3257-DB92-C36B-1007-FA343090B7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18" name="Object 6">
            <a:extLst>
              <a:ext uri="{FF2B5EF4-FFF2-40B4-BE49-F238E27FC236}">
                <a16:creationId xmlns:a16="http://schemas.microsoft.com/office/drawing/2014/main" id="{5824CE69-9B82-A449-F532-65F82D6E04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38918" name="Object 6">
                        <a:extLst>
                          <a:ext uri="{FF2B5EF4-FFF2-40B4-BE49-F238E27FC236}">
                            <a16:creationId xmlns:a16="http://schemas.microsoft.com/office/drawing/2014/main" id="{5824CE69-9B82-A449-F532-65F82D6E04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Line 7">
            <a:extLst>
              <a:ext uri="{FF2B5EF4-FFF2-40B4-BE49-F238E27FC236}">
                <a16:creationId xmlns:a16="http://schemas.microsoft.com/office/drawing/2014/main" id="{110E27F2-4117-45E1-6106-81E14E0B64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20" name="Object 8">
            <a:extLst>
              <a:ext uri="{FF2B5EF4-FFF2-40B4-BE49-F238E27FC236}">
                <a16:creationId xmlns:a16="http://schemas.microsoft.com/office/drawing/2014/main" id="{CB58518E-D4A7-7D3D-0D09-F577DE282C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38920" name="Object 8">
                        <a:extLst>
                          <a:ext uri="{FF2B5EF4-FFF2-40B4-BE49-F238E27FC236}">
                            <a16:creationId xmlns:a16="http://schemas.microsoft.com/office/drawing/2014/main" id="{CB58518E-D4A7-7D3D-0D09-F577DE282C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1" name="Oval 9">
            <a:extLst>
              <a:ext uri="{FF2B5EF4-FFF2-40B4-BE49-F238E27FC236}">
                <a16:creationId xmlns:a16="http://schemas.microsoft.com/office/drawing/2014/main" id="{24720EB3-3B1E-BF2B-97F4-082B6EC0D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8922" name="Oval 10">
            <a:extLst>
              <a:ext uri="{FF2B5EF4-FFF2-40B4-BE49-F238E27FC236}">
                <a16:creationId xmlns:a16="http://schemas.microsoft.com/office/drawing/2014/main" id="{001E6F21-5D42-D36C-32BA-48E56928B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8923" name="Line 11">
            <a:extLst>
              <a:ext uri="{FF2B5EF4-FFF2-40B4-BE49-F238E27FC236}">
                <a16:creationId xmlns:a16="http://schemas.microsoft.com/office/drawing/2014/main" id="{5F6E659A-6C1B-E1D0-0EAC-26F02F6ECC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5720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4" name="Oval 12">
            <a:extLst>
              <a:ext uri="{FF2B5EF4-FFF2-40B4-BE49-F238E27FC236}">
                <a16:creationId xmlns:a16="http://schemas.microsoft.com/office/drawing/2014/main" id="{86F9BE84-978A-72FE-61ED-C4C5B8C30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8925" name="Line 13">
            <a:extLst>
              <a:ext uri="{FF2B5EF4-FFF2-40B4-BE49-F238E27FC236}">
                <a16:creationId xmlns:a16="http://schemas.microsoft.com/office/drawing/2014/main" id="{A548413E-A539-8855-CE55-85056DA0E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8926" name="Object 14">
            <a:extLst>
              <a:ext uri="{FF2B5EF4-FFF2-40B4-BE49-F238E27FC236}">
                <a16:creationId xmlns:a16="http://schemas.microsoft.com/office/drawing/2014/main" id="{213B6B4F-7F81-F0EE-41EC-942FB58EC1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224" imgH="571252" progId="Equation.3">
                  <p:embed/>
                </p:oleObj>
              </mc:Choice>
              <mc:Fallback>
                <p:oleObj name="Equation" r:id="rId4" imgW="406224" imgH="571252" progId="Equation.3">
                  <p:embed/>
                  <p:pic>
                    <p:nvPicPr>
                      <p:cNvPr id="38926" name="Object 14">
                        <a:extLst>
                          <a:ext uri="{FF2B5EF4-FFF2-40B4-BE49-F238E27FC236}">
                            <a16:creationId xmlns:a16="http://schemas.microsoft.com/office/drawing/2014/main" id="{213B6B4F-7F81-F0EE-41EC-942FB58EC1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7" name="Oval 15">
            <a:extLst>
              <a:ext uri="{FF2B5EF4-FFF2-40B4-BE49-F238E27FC236}">
                <a16:creationId xmlns:a16="http://schemas.microsoft.com/office/drawing/2014/main" id="{915A2B2A-2142-CECE-45DF-1449839CF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38928" name="Object 16">
            <a:extLst>
              <a:ext uri="{FF2B5EF4-FFF2-40B4-BE49-F238E27FC236}">
                <a16:creationId xmlns:a16="http://schemas.microsoft.com/office/drawing/2014/main" id="{76663485-CB52-F976-4026-1CD2338E2E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583947" progId="Equation.3">
                  <p:embed/>
                </p:oleObj>
              </mc:Choice>
              <mc:Fallback>
                <p:oleObj name="Equation" r:id="rId6" imgW="457002" imgH="583947" progId="Equation.3">
                  <p:embed/>
                  <p:pic>
                    <p:nvPicPr>
                      <p:cNvPr id="38928" name="Object 16">
                        <a:extLst>
                          <a:ext uri="{FF2B5EF4-FFF2-40B4-BE49-F238E27FC236}">
                            <a16:creationId xmlns:a16="http://schemas.microsoft.com/office/drawing/2014/main" id="{76663485-CB52-F976-4026-1CD2338E2E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9" name="Object 17">
            <a:extLst>
              <a:ext uri="{FF2B5EF4-FFF2-40B4-BE49-F238E27FC236}">
                <a16:creationId xmlns:a16="http://schemas.microsoft.com/office/drawing/2014/main" id="{7E6B3510-66AA-8B8A-3F20-9222787DA9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38929" name="Object 17">
                        <a:extLst>
                          <a:ext uri="{FF2B5EF4-FFF2-40B4-BE49-F238E27FC236}">
                            <a16:creationId xmlns:a16="http://schemas.microsoft.com/office/drawing/2014/main" id="{7E6B3510-66AA-8B8A-3F20-9222787DA9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0" name="Object 18">
            <a:extLst>
              <a:ext uri="{FF2B5EF4-FFF2-40B4-BE49-F238E27FC236}">
                <a16:creationId xmlns:a16="http://schemas.microsoft.com/office/drawing/2014/main" id="{E4F1C186-D6EE-2912-0A21-42835560CD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83947" progId="Equation.3">
                  <p:embed/>
                </p:oleObj>
              </mc:Choice>
              <mc:Fallback>
                <p:oleObj name="Equation" r:id="rId9" imgW="482391" imgH="583947" progId="Equation.3">
                  <p:embed/>
                  <p:pic>
                    <p:nvPicPr>
                      <p:cNvPr id="38930" name="Object 18">
                        <a:extLst>
                          <a:ext uri="{FF2B5EF4-FFF2-40B4-BE49-F238E27FC236}">
                            <a16:creationId xmlns:a16="http://schemas.microsoft.com/office/drawing/2014/main" id="{E4F1C186-D6EE-2912-0A21-42835560CD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1" name="Object 19">
            <a:extLst>
              <a:ext uri="{FF2B5EF4-FFF2-40B4-BE49-F238E27FC236}">
                <a16:creationId xmlns:a16="http://schemas.microsoft.com/office/drawing/2014/main" id="{921045E9-B090-0437-6DFC-05488E2660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38931" name="Object 19">
                        <a:extLst>
                          <a:ext uri="{FF2B5EF4-FFF2-40B4-BE49-F238E27FC236}">
                            <a16:creationId xmlns:a16="http://schemas.microsoft.com/office/drawing/2014/main" id="{921045E9-B090-0437-6DFC-05488E2660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2" name="Line 20">
            <a:extLst>
              <a:ext uri="{FF2B5EF4-FFF2-40B4-BE49-F238E27FC236}">
                <a16:creationId xmlns:a16="http://schemas.microsoft.com/office/drawing/2014/main" id="{3A93C055-0CFC-5F5B-AD30-0C69E6758B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33" name="Oval 21">
            <a:extLst>
              <a:ext uri="{FF2B5EF4-FFF2-40B4-BE49-F238E27FC236}">
                <a16:creationId xmlns:a16="http://schemas.microsoft.com/office/drawing/2014/main" id="{5967C248-449D-AF90-A494-F59BF1712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38934" name="Object 22">
            <a:extLst>
              <a:ext uri="{FF2B5EF4-FFF2-40B4-BE49-F238E27FC236}">
                <a16:creationId xmlns:a16="http://schemas.microsoft.com/office/drawing/2014/main" id="{1DC33CCB-B1B5-0228-AEDA-49794F9724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82391" imgH="571252" progId="Equation.3">
                  <p:embed/>
                </p:oleObj>
              </mc:Choice>
              <mc:Fallback>
                <p:oleObj name="Equation" r:id="rId13" imgW="482391" imgH="571252" progId="Equation.3">
                  <p:embed/>
                  <p:pic>
                    <p:nvPicPr>
                      <p:cNvPr id="38934" name="Object 22">
                        <a:extLst>
                          <a:ext uri="{FF2B5EF4-FFF2-40B4-BE49-F238E27FC236}">
                            <a16:creationId xmlns:a16="http://schemas.microsoft.com/office/drawing/2014/main" id="{1DC33CCB-B1B5-0228-AEDA-49794F9724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5" name="Line 23">
            <a:extLst>
              <a:ext uri="{FF2B5EF4-FFF2-40B4-BE49-F238E27FC236}">
                <a16:creationId xmlns:a16="http://schemas.microsoft.com/office/drawing/2014/main" id="{FCE790D3-67AE-71F8-3214-4E6386E8A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8936" name="Object 24">
            <a:extLst>
              <a:ext uri="{FF2B5EF4-FFF2-40B4-BE49-F238E27FC236}">
                <a16:creationId xmlns:a16="http://schemas.microsoft.com/office/drawing/2014/main" id="{899BF948-B304-28BC-E001-60AF75FDAA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38936" name="Object 24">
                        <a:extLst>
                          <a:ext uri="{FF2B5EF4-FFF2-40B4-BE49-F238E27FC236}">
                            <a16:creationId xmlns:a16="http://schemas.microsoft.com/office/drawing/2014/main" id="{899BF948-B304-28BC-E001-60AF75FDAA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7" name="Line 26">
            <a:extLst>
              <a:ext uri="{FF2B5EF4-FFF2-40B4-BE49-F238E27FC236}">
                <a16:creationId xmlns:a16="http://schemas.microsoft.com/office/drawing/2014/main" id="{130B236D-266D-52FB-519B-A29A97DA4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3">
            <a:extLst>
              <a:ext uri="{FF2B5EF4-FFF2-40B4-BE49-F238E27FC236}">
                <a16:creationId xmlns:a16="http://schemas.microsoft.com/office/drawing/2014/main" id="{AA598B48-9CD6-0E36-D7E1-6DEBD7CB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CF2DDDD2-DDFC-468B-BFFB-CF5131AF97E3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43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D6DBAA99-902B-6147-38BF-6D710FF94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9940" name="Line 3">
            <a:extLst>
              <a:ext uri="{FF2B5EF4-FFF2-40B4-BE49-F238E27FC236}">
                <a16:creationId xmlns:a16="http://schemas.microsoft.com/office/drawing/2014/main" id="{A2A1B7F4-48AF-D6E8-438E-53290E91EA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1" name="Line 4">
            <a:extLst>
              <a:ext uri="{FF2B5EF4-FFF2-40B4-BE49-F238E27FC236}">
                <a16:creationId xmlns:a16="http://schemas.microsoft.com/office/drawing/2014/main" id="{F7AB3FAD-486C-BF1D-938F-EF69EDD34D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42" name="Object 5">
            <a:extLst>
              <a:ext uri="{FF2B5EF4-FFF2-40B4-BE49-F238E27FC236}">
                <a16:creationId xmlns:a16="http://schemas.microsoft.com/office/drawing/2014/main" id="{0EBA939C-DFAF-26F5-683D-FD0B7845D9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39942" name="Object 5">
                        <a:extLst>
                          <a:ext uri="{FF2B5EF4-FFF2-40B4-BE49-F238E27FC236}">
                            <a16:creationId xmlns:a16="http://schemas.microsoft.com/office/drawing/2014/main" id="{0EBA939C-DFAF-26F5-683D-FD0B7845D9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Line 6">
            <a:extLst>
              <a:ext uri="{FF2B5EF4-FFF2-40B4-BE49-F238E27FC236}">
                <a16:creationId xmlns:a16="http://schemas.microsoft.com/office/drawing/2014/main" id="{A867F9B4-6081-BF1E-E0FF-1CC92F66DD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44" name="Object 7">
            <a:extLst>
              <a:ext uri="{FF2B5EF4-FFF2-40B4-BE49-F238E27FC236}">
                <a16:creationId xmlns:a16="http://schemas.microsoft.com/office/drawing/2014/main" id="{EA92C387-852C-1E5F-238D-D3573CE94F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39944" name="Object 7">
                        <a:extLst>
                          <a:ext uri="{FF2B5EF4-FFF2-40B4-BE49-F238E27FC236}">
                            <a16:creationId xmlns:a16="http://schemas.microsoft.com/office/drawing/2014/main" id="{EA92C387-852C-1E5F-238D-D3573CE94F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Oval 24">
            <a:extLst>
              <a:ext uri="{FF2B5EF4-FFF2-40B4-BE49-F238E27FC236}">
                <a16:creationId xmlns:a16="http://schemas.microsoft.com/office/drawing/2014/main" id="{C753CC87-4295-DBDD-093C-959834ED6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9946" name="Oval 25">
            <a:extLst>
              <a:ext uri="{FF2B5EF4-FFF2-40B4-BE49-F238E27FC236}">
                <a16:creationId xmlns:a16="http://schemas.microsoft.com/office/drawing/2014/main" id="{8F3739CC-34BA-E2AC-60BC-D01884F56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9947" name="Line 26">
            <a:extLst>
              <a:ext uri="{FF2B5EF4-FFF2-40B4-BE49-F238E27FC236}">
                <a16:creationId xmlns:a16="http://schemas.microsoft.com/office/drawing/2014/main" id="{5AD4DE42-6940-9134-D0DC-60ACCF55D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8" name="Oval 27">
            <a:extLst>
              <a:ext uri="{FF2B5EF4-FFF2-40B4-BE49-F238E27FC236}">
                <a16:creationId xmlns:a16="http://schemas.microsoft.com/office/drawing/2014/main" id="{CEC2BB34-08EA-DB4C-E95D-CD9EAA445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39949" name="Line 28">
            <a:extLst>
              <a:ext uri="{FF2B5EF4-FFF2-40B4-BE49-F238E27FC236}">
                <a16:creationId xmlns:a16="http://schemas.microsoft.com/office/drawing/2014/main" id="{C0B77E67-9CCF-4E59-FF60-8A4FECF590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9950" name="Object 29">
            <a:extLst>
              <a:ext uri="{FF2B5EF4-FFF2-40B4-BE49-F238E27FC236}">
                <a16:creationId xmlns:a16="http://schemas.microsoft.com/office/drawing/2014/main" id="{7B77A6CE-363E-3FF8-EDE8-836CB4A71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224" imgH="571252" progId="Equation.3">
                  <p:embed/>
                </p:oleObj>
              </mc:Choice>
              <mc:Fallback>
                <p:oleObj name="Equation" r:id="rId5" imgW="406224" imgH="571252" progId="Equation.3">
                  <p:embed/>
                  <p:pic>
                    <p:nvPicPr>
                      <p:cNvPr id="39950" name="Object 29">
                        <a:extLst>
                          <a:ext uri="{FF2B5EF4-FFF2-40B4-BE49-F238E27FC236}">
                            <a16:creationId xmlns:a16="http://schemas.microsoft.com/office/drawing/2014/main" id="{7B77A6CE-363E-3FF8-EDE8-836CB4A712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1" name="Oval 30">
            <a:extLst>
              <a:ext uri="{FF2B5EF4-FFF2-40B4-BE49-F238E27FC236}">
                <a16:creationId xmlns:a16="http://schemas.microsoft.com/office/drawing/2014/main" id="{EF0A7BCF-A928-AB04-2ABE-0B52F90A6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39952" name="Object 31">
            <a:extLst>
              <a:ext uri="{FF2B5EF4-FFF2-40B4-BE49-F238E27FC236}">
                <a16:creationId xmlns:a16="http://schemas.microsoft.com/office/drawing/2014/main" id="{F7CBD2B2-9F37-FB4A-47A0-650F83D26F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002" imgH="583947" progId="Equation.3">
                  <p:embed/>
                </p:oleObj>
              </mc:Choice>
              <mc:Fallback>
                <p:oleObj name="Equation" r:id="rId7" imgW="457002" imgH="583947" progId="Equation.3">
                  <p:embed/>
                  <p:pic>
                    <p:nvPicPr>
                      <p:cNvPr id="39952" name="Object 31">
                        <a:extLst>
                          <a:ext uri="{FF2B5EF4-FFF2-40B4-BE49-F238E27FC236}">
                            <a16:creationId xmlns:a16="http://schemas.microsoft.com/office/drawing/2014/main" id="{F7CBD2B2-9F37-FB4A-47A0-650F83D26F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3" name="Object 32">
            <a:extLst>
              <a:ext uri="{FF2B5EF4-FFF2-40B4-BE49-F238E27FC236}">
                <a16:creationId xmlns:a16="http://schemas.microsoft.com/office/drawing/2014/main" id="{DABBE190-930D-5DBB-6497-9CFB30FD3C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39953" name="Object 32">
                        <a:extLst>
                          <a:ext uri="{FF2B5EF4-FFF2-40B4-BE49-F238E27FC236}">
                            <a16:creationId xmlns:a16="http://schemas.microsoft.com/office/drawing/2014/main" id="{DABBE190-930D-5DBB-6497-9CFB30FD3C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4" name="Object 33">
            <a:extLst>
              <a:ext uri="{FF2B5EF4-FFF2-40B4-BE49-F238E27FC236}">
                <a16:creationId xmlns:a16="http://schemas.microsoft.com/office/drawing/2014/main" id="{81790B4F-6818-A5DE-74A1-C15410A73A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83947" progId="Equation.3">
                  <p:embed/>
                </p:oleObj>
              </mc:Choice>
              <mc:Fallback>
                <p:oleObj name="Equation" r:id="rId9" imgW="482391" imgH="583947" progId="Equation.3">
                  <p:embed/>
                  <p:pic>
                    <p:nvPicPr>
                      <p:cNvPr id="39954" name="Object 33">
                        <a:extLst>
                          <a:ext uri="{FF2B5EF4-FFF2-40B4-BE49-F238E27FC236}">
                            <a16:creationId xmlns:a16="http://schemas.microsoft.com/office/drawing/2014/main" id="{81790B4F-6818-A5DE-74A1-C15410A73A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5" name="Object 34">
            <a:extLst>
              <a:ext uri="{FF2B5EF4-FFF2-40B4-BE49-F238E27FC236}">
                <a16:creationId xmlns:a16="http://schemas.microsoft.com/office/drawing/2014/main" id="{0BDE17CF-41F2-7E3D-510F-E242A7CEC6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39955" name="Object 34">
                        <a:extLst>
                          <a:ext uri="{FF2B5EF4-FFF2-40B4-BE49-F238E27FC236}">
                            <a16:creationId xmlns:a16="http://schemas.microsoft.com/office/drawing/2014/main" id="{0BDE17CF-41F2-7E3D-510F-E242A7CEC6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6" name="Line 35">
            <a:extLst>
              <a:ext uri="{FF2B5EF4-FFF2-40B4-BE49-F238E27FC236}">
                <a16:creationId xmlns:a16="http://schemas.microsoft.com/office/drawing/2014/main" id="{07E0BA3C-01EC-6150-B6A0-845F9C2AEF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7" name="Oval 36">
            <a:extLst>
              <a:ext uri="{FF2B5EF4-FFF2-40B4-BE49-F238E27FC236}">
                <a16:creationId xmlns:a16="http://schemas.microsoft.com/office/drawing/2014/main" id="{8F2D646A-923D-877C-5E10-4713EB901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39958" name="Object 37">
            <a:extLst>
              <a:ext uri="{FF2B5EF4-FFF2-40B4-BE49-F238E27FC236}">
                <a16:creationId xmlns:a16="http://schemas.microsoft.com/office/drawing/2014/main" id="{D10A3D70-21FF-B699-1AD3-98AFD493AD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82391" imgH="571252" progId="Equation.3">
                  <p:embed/>
                </p:oleObj>
              </mc:Choice>
              <mc:Fallback>
                <p:oleObj name="Equation" r:id="rId13" imgW="482391" imgH="571252" progId="Equation.3">
                  <p:embed/>
                  <p:pic>
                    <p:nvPicPr>
                      <p:cNvPr id="39958" name="Object 37">
                        <a:extLst>
                          <a:ext uri="{FF2B5EF4-FFF2-40B4-BE49-F238E27FC236}">
                            <a16:creationId xmlns:a16="http://schemas.microsoft.com/office/drawing/2014/main" id="{D10A3D70-21FF-B699-1AD3-98AFD493AD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9" name="Line 38">
            <a:extLst>
              <a:ext uri="{FF2B5EF4-FFF2-40B4-BE49-F238E27FC236}">
                <a16:creationId xmlns:a16="http://schemas.microsoft.com/office/drawing/2014/main" id="{9402FDE8-1E9C-061F-2605-0BC98C7D0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9960" name="Object 39">
            <a:extLst>
              <a:ext uri="{FF2B5EF4-FFF2-40B4-BE49-F238E27FC236}">
                <a16:creationId xmlns:a16="http://schemas.microsoft.com/office/drawing/2014/main" id="{4BFC4832-D6A6-588B-4465-E8194823A4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39960" name="Object 39">
                        <a:extLst>
                          <a:ext uri="{FF2B5EF4-FFF2-40B4-BE49-F238E27FC236}">
                            <a16:creationId xmlns:a16="http://schemas.microsoft.com/office/drawing/2014/main" id="{4BFC4832-D6A6-588B-4465-E8194823A4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1" name="Line 40">
            <a:extLst>
              <a:ext uri="{FF2B5EF4-FFF2-40B4-BE49-F238E27FC236}">
                <a16:creationId xmlns:a16="http://schemas.microsoft.com/office/drawing/2014/main" id="{F97A68C5-C743-1F52-EF2E-87676C2D3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07887FF9-AC19-F63C-AA42-FCB44820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1AAFF674-5A97-4C8F-A468-4A1158F7B739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44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0EED1333-B9B4-3CF2-FDBD-10ED9A86D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0964" name="Line 3">
            <a:extLst>
              <a:ext uri="{FF2B5EF4-FFF2-40B4-BE49-F238E27FC236}">
                <a16:creationId xmlns:a16="http://schemas.microsoft.com/office/drawing/2014/main" id="{C6A98F86-EE3D-DEAC-A8E7-07DCAD5CE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5" name="Line 4">
            <a:extLst>
              <a:ext uri="{FF2B5EF4-FFF2-40B4-BE49-F238E27FC236}">
                <a16:creationId xmlns:a16="http://schemas.microsoft.com/office/drawing/2014/main" id="{02BCD120-8C17-40C5-33ED-AB030D78E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6" name="Object 5">
            <a:extLst>
              <a:ext uri="{FF2B5EF4-FFF2-40B4-BE49-F238E27FC236}">
                <a16:creationId xmlns:a16="http://schemas.microsoft.com/office/drawing/2014/main" id="{02DA858B-582C-8E29-27B6-9B03306254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40966" name="Object 5">
                        <a:extLst>
                          <a:ext uri="{FF2B5EF4-FFF2-40B4-BE49-F238E27FC236}">
                            <a16:creationId xmlns:a16="http://schemas.microsoft.com/office/drawing/2014/main" id="{02DA858B-582C-8E29-27B6-9B03306254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Line 6">
            <a:extLst>
              <a:ext uri="{FF2B5EF4-FFF2-40B4-BE49-F238E27FC236}">
                <a16:creationId xmlns:a16="http://schemas.microsoft.com/office/drawing/2014/main" id="{B042BB20-6A15-B48E-CF7C-4760145EF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8" name="Object 7">
            <a:extLst>
              <a:ext uri="{FF2B5EF4-FFF2-40B4-BE49-F238E27FC236}">
                <a16:creationId xmlns:a16="http://schemas.microsoft.com/office/drawing/2014/main" id="{270D4E1B-3B7D-76C7-8076-6C28F1A662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40968" name="Object 7">
                        <a:extLst>
                          <a:ext uri="{FF2B5EF4-FFF2-40B4-BE49-F238E27FC236}">
                            <a16:creationId xmlns:a16="http://schemas.microsoft.com/office/drawing/2014/main" id="{270D4E1B-3B7D-76C7-8076-6C28F1A662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Oval 8">
            <a:extLst>
              <a:ext uri="{FF2B5EF4-FFF2-40B4-BE49-F238E27FC236}">
                <a16:creationId xmlns:a16="http://schemas.microsoft.com/office/drawing/2014/main" id="{595938C3-4ED9-2D36-DE73-24ED6502B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0970" name="Oval 9">
            <a:extLst>
              <a:ext uri="{FF2B5EF4-FFF2-40B4-BE49-F238E27FC236}">
                <a16:creationId xmlns:a16="http://schemas.microsoft.com/office/drawing/2014/main" id="{D5BCF590-D502-EB4B-E874-53C554DA7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0971" name="Line 10">
            <a:extLst>
              <a:ext uri="{FF2B5EF4-FFF2-40B4-BE49-F238E27FC236}">
                <a16:creationId xmlns:a16="http://schemas.microsoft.com/office/drawing/2014/main" id="{0322412F-2D45-4040-546C-A82EE7D744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2" name="Oval 11">
            <a:extLst>
              <a:ext uri="{FF2B5EF4-FFF2-40B4-BE49-F238E27FC236}">
                <a16:creationId xmlns:a16="http://schemas.microsoft.com/office/drawing/2014/main" id="{C711B980-7243-1FB5-3C98-D9E33E8E0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0973" name="Line 12">
            <a:extLst>
              <a:ext uri="{FF2B5EF4-FFF2-40B4-BE49-F238E27FC236}">
                <a16:creationId xmlns:a16="http://schemas.microsoft.com/office/drawing/2014/main" id="{61BE4849-0E51-305B-9D20-066D7A5CAC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0974" name="Object 13">
            <a:extLst>
              <a:ext uri="{FF2B5EF4-FFF2-40B4-BE49-F238E27FC236}">
                <a16:creationId xmlns:a16="http://schemas.microsoft.com/office/drawing/2014/main" id="{91801598-7922-8B76-C8B3-F3700E668B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224" imgH="571252" progId="Equation.3">
                  <p:embed/>
                </p:oleObj>
              </mc:Choice>
              <mc:Fallback>
                <p:oleObj name="Equation" r:id="rId4" imgW="406224" imgH="571252" progId="Equation.3">
                  <p:embed/>
                  <p:pic>
                    <p:nvPicPr>
                      <p:cNvPr id="40974" name="Object 13">
                        <a:extLst>
                          <a:ext uri="{FF2B5EF4-FFF2-40B4-BE49-F238E27FC236}">
                            <a16:creationId xmlns:a16="http://schemas.microsoft.com/office/drawing/2014/main" id="{91801598-7922-8B76-C8B3-F3700E668B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5" name="Oval 14">
            <a:extLst>
              <a:ext uri="{FF2B5EF4-FFF2-40B4-BE49-F238E27FC236}">
                <a16:creationId xmlns:a16="http://schemas.microsoft.com/office/drawing/2014/main" id="{3C23D2EE-24FA-FD54-2712-B388B3AD1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0976" name="Object 15">
            <a:extLst>
              <a:ext uri="{FF2B5EF4-FFF2-40B4-BE49-F238E27FC236}">
                <a16:creationId xmlns:a16="http://schemas.microsoft.com/office/drawing/2014/main" id="{A30AAB04-BC15-8762-BB40-C2F691A603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583947" progId="Equation.3">
                  <p:embed/>
                </p:oleObj>
              </mc:Choice>
              <mc:Fallback>
                <p:oleObj name="Equation" r:id="rId6" imgW="457002" imgH="583947" progId="Equation.3">
                  <p:embed/>
                  <p:pic>
                    <p:nvPicPr>
                      <p:cNvPr id="40976" name="Object 15">
                        <a:extLst>
                          <a:ext uri="{FF2B5EF4-FFF2-40B4-BE49-F238E27FC236}">
                            <a16:creationId xmlns:a16="http://schemas.microsoft.com/office/drawing/2014/main" id="{A30AAB04-BC15-8762-BB40-C2F691A603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7" name="Object 16">
            <a:extLst>
              <a:ext uri="{FF2B5EF4-FFF2-40B4-BE49-F238E27FC236}">
                <a16:creationId xmlns:a16="http://schemas.microsoft.com/office/drawing/2014/main" id="{28BC8781-C38C-4972-0BF5-964F33251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40977" name="Object 16">
                        <a:extLst>
                          <a:ext uri="{FF2B5EF4-FFF2-40B4-BE49-F238E27FC236}">
                            <a16:creationId xmlns:a16="http://schemas.microsoft.com/office/drawing/2014/main" id="{28BC8781-C38C-4972-0BF5-964F332512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8" name="Object 17">
            <a:extLst>
              <a:ext uri="{FF2B5EF4-FFF2-40B4-BE49-F238E27FC236}">
                <a16:creationId xmlns:a16="http://schemas.microsoft.com/office/drawing/2014/main" id="{6FEA5886-F7C3-667B-7E40-2CD8EEBA9B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83947" progId="Equation.3">
                  <p:embed/>
                </p:oleObj>
              </mc:Choice>
              <mc:Fallback>
                <p:oleObj name="Equation" r:id="rId9" imgW="482391" imgH="583947" progId="Equation.3">
                  <p:embed/>
                  <p:pic>
                    <p:nvPicPr>
                      <p:cNvPr id="40978" name="Object 17">
                        <a:extLst>
                          <a:ext uri="{FF2B5EF4-FFF2-40B4-BE49-F238E27FC236}">
                            <a16:creationId xmlns:a16="http://schemas.microsoft.com/office/drawing/2014/main" id="{6FEA5886-F7C3-667B-7E40-2CD8EEBA9B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9" name="Object 18">
            <a:extLst>
              <a:ext uri="{FF2B5EF4-FFF2-40B4-BE49-F238E27FC236}">
                <a16:creationId xmlns:a16="http://schemas.microsoft.com/office/drawing/2014/main" id="{6880B6A3-D733-2608-EFF7-90C6B1AC67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40979" name="Object 18">
                        <a:extLst>
                          <a:ext uri="{FF2B5EF4-FFF2-40B4-BE49-F238E27FC236}">
                            <a16:creationId xmlns:a16="http://schemas.microsoft.com/office/drawing/2014/main" id="{6880B6A3-D733-2608-EFF7-90C6B1AC67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0" name="Line 19">
            <a:extLst>
              <a:ext uri="{FF2B5EF4-FFF2-40B4-BE49-F238E27FC236}">
                <a16:creationId xmlns:a16="http://schemas.microsoft.com/office/drawing/2014/main" id="{DF273D34-3C69-9C79-6A86-979AD3494A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1" name="Oval 20">
            <a:extLst>
              <a:ext uri="{FF2B5EF4-FFF2-40B4-BE49-F238E27FC236}">
                <a16:creationId xmlns:a16="http://schemas.microsoft.com/office/drawing/2014/main" id="{718D2553-289E-D6EA-CB29-5AF071668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0982" name="Object 21">
            <a:extLst>
              <a:ext uri="{FF2B5EF4-FFF2-40B4-BE49-F238E27FC236}">
                <a16:creationId xmlns:a16="http://schemas.microsoft.com/office/drawing/2014/main" id="{A8B5C138-9EAA-F81A-42E5-C3D20AA47C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82391" imgH="571252" progId="Equation.3">
                  <p:embed/>
                </p:oleObj>
              </mc:Choice>
              <mc:Fallback>
                <p:oleObj name="Equation" r:id="rId13" imgW="482391" imgH="571252" progId="Equation.3">
                  <p:embed/>
                  <p:pic>
                    <p:nvPicPr>
                      <p:cNvPr id="40982" name="Object 21">
                        <a:extLst>
                          <a:ext uri="{FF2B5EF4-FFF2-40B4-BE49-F238E27FC236}">
                            <a16:creationId xmlns:a16="http://schemas.microsoft.com/office/drawing/2014/main" id="{A8B5C138-9EAA-F81A-42E5-C3D20AA47C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3" name="Line 22">
            <a:extLst>
              <a:ext uri="{FF2B5EF4-FFF2-40B4-BE49-F238E27FC236}">
                <a16:creationId xmlns:a16="http://schemas.microsoft.com/office/drawing/2014/main" id="{08C7D9E2-E122-A69E-70D8-7AA7D010EBE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0984" name="Object 23">
            <a:extLst>
              <a:ext uri="{FF2B5EF4-FFF2-40B4-BE49-F238E27FC236}">
                <a16:creationId xmlns:a16="http://schemas.microsoft.com/office/drawing/2014/main" id="{21BA6CF8-6A6B-337F-1FB0-1985C713C2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0984" name="Object 23">
                        <a:extLst>
                          <a:ext uri="{FF2B5EF4-FFF2-40B4-BE49-F238E27FC236}">
                            <a16:creationId xmlns:a16="http://schemas.microsoft.com/office/drawing/2014/main" id="{21BA6CF8-6A6B-337F-1FB0-1985C713C2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5" name="Line 24">
            <a:extLst>
              <a:ext uri="{FF2B5EF4-FFF2-40B4-BE49-F238E27FC236}">
                <a16:creationId xmlns:a16="http://schemas.microsoft.com/office/drawing/2014/main" id="{5BC47053-5416-8F52-1723-139336C442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86" name="Text Box 25">
            <a:extLst>
              <a:ext uri="{FF2B5EF4-FFF2-40B4-BE49-F238E27FC236}">
                <a16:creationId xmlns:a16="http://schemas.microsoft.com/office/drawing/2014/main" id="{3C978F84-B19C-EC98-5007-79A6D43B6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1" y="228600"/>
            <a:ext cx="4918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(read head doesn’t move)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>
            <a:extLst>
              <a:ext uri="{FF2B5EF4-FFF2-40B4-BE49-F238E27FC236}">
                <a16:creationId xmlns:a16="http://schemas.microsoft.com/office/drawing/2014/main" id="{1A948CBD-06A6-9227-32B4-9D338A0C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EAF347AF-EE8E-415C-A9F7-14632744F2F5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45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AA3C79DA-079E-9CB7-318C-824C5F0FB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1988" name="Line 3">
            <a:extLst>
              <a:ext uri="{FF2B5EF4-FFF2-40B4-BE49-F238E27FC236}">
                <a16:creationId xmlns:a16="http://schemas.microsoft.com/office/drawing/2014/main" id="{346DD6F2-91E0-92F3-AC37-25801750BF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" name="Line 4">
            <a:extLst>
              <a:ext uri="{FF2B5EF4-FFF2-40B4-BE49-F238E27FC236}">
                <a16:creationId xmlns:a16="http://schemas.microsoft.com/office/drawing/2014/main" id="{5B551770-DB8E-D8CB-8654-93EA6C09B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990" name="Object 5">
            <a:extLst>
              <a:ext uri="{FF2B5EF4-FFF2-40B4-BE49-F238E27FC236}">
                <a16:creationId xmlns:a16="http://schemas.microsoft.com/office/drawing/2014/main" id="{7988B406-806D-FFE4-6B5A-0E43F0EB89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41990" name="Object 5">
                        <a:extLst>
                          <a:ext uri="{FF2B5EF4-FFF2-40B4-BE49-F238E27FC236}">
                            <a16:creationId xmlns:a16="http://schemas.microsoft.com/office/drawing/2014/main" id="{7988B406-806D-FFE4-6B5A-0E43F0EB89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Line 6">
            <a:extLst>
              <a:ext uri="{FF2B5EF4-FFF2-40B4-BE49-F238E27FC236}">
                <a16:creationId xmlns:a16="http://schemas.microsoft.com/office/drawing/2014/main" id="{991024BF-4C72-3349-56B1-DB87FE839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992" name="Object 7">
            <a:extLst>
              <a:ext uri="{FF2B5EF4-FFF2-40B4-BE49-F238E27FC236}">
                <a16:creationId xmlns:a16="http://schemas.microsoft.com/office/drawing/2014/main" id="{2A9FAFD5-94EF-2AAA-1FDC-2606CAB5CE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41992" name="Object 7">
                        <a:extLst>
                          <a:ext uri="{FF2B5EF4-FFF2-40B4-BE49-F238E27FC236}">
                            <a16:creationId xmlns:a16="http://schemas.microsoft.com/office/drawing/2014/main" id="{2A9FAFD5-94EF-2AAA-1FDC-2606CAB5CE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Oval 8">
            <a:extLst>
              <a:ext uri="{FF2B5EF4-FFF2-40B4-BE49-F238E27FC236}">
                <a16:creationId xmlns:a16="http://schemas.microsoft.com/office/drawing/2014/main" id="{36188ECB-729E-18FF-029F-33B918B30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1994" name="Oval 9">
            <a:extLst>
              <a:ext uri="{FF2B5EF4-FFF2-40B4-BE49-F238E27FC236}">
                <a16:creationId xmlns:a16="http://schemas.microsoft.com/office/drawing/2014/main" id="{EA38CD4E-75B8-4BDD-DC6D-CE8A52E77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1995" name="Line 10">
            <a:extLst>
              <a:ext uri="{FF2B5EF4-FFF2-40B4-BE49-F238E27FC236}">
                <a16:creationId xmlns:a16="http://schemas.microsoft.com/office/drawing/2014/main" id="{E5F38941-C35C-00D6-D155-8F075D94DF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6" name="Oval 11">
            <a:extLst>
              <a:ext uri="{FF2B5EF4-FFF2-40B4-BE49-F238E27FC236}">
                <a16:creationId xmlns:a16="http://schemas.microsoft.com/office/drawing/2014/main" id="{4718A63A-0390-7F72-9868-4EAD51654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1997" name="Line 12">
            <a:extLst>
              <a:ext uri="{FF2B5EF4-FFF2-40B4-BE49-F238E27FC236}">
                <a16:creationId xmlns:a16="http://schemas.microsoft.com/office/drawing/2014/main" id="{21CE8BC8-9F87-CD4F-405F-8FA1E6ACE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1998" name="Object 13">
            <a:extLst>
              <a:ext uri="{FF2B5EF4-FFF2-40B4-BE49-F238E27FC236}">
                <a16:creationId xmlns:a16="http://schemas.microsoft.com/office/drawing/2014/main" id="{CC82B7D0-5E69-88B1-3997-77318CC424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224" imgH="571252" progId="Equation.3">
                  <p:embed/>
                </p:oleObj>
              </mc:Choice>
              <mc:Fallback>
                <p:oleObj name="Equation" r:id="rId5" imgW="406224" imgH="571252" progId="Equation.3">
                  <p:embed/>
                  <p:pic>
                    <p:nvPicPr>
                      <p:cNvPr id="41998" name="Object 13">
                        <a:extLst>
                          <a:ext uri="{FF2B5EF4-FFF2-40B4-BE49-F238E27FC236}">
                            <a16:creationId xmlns:a16="http://schemas.microsoft.com/office/drawing/2014/main" id="{CC82B7D0-5E69-88B1-3997-77318CC424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9" name="Oval 14">
            <a:extLst>
              <a:ext uri="{FF2B5EF4-FFF2-40B4-BE49-F238E27FC236}">
                <a16:creationId xmlns:a16="http://schemas.microsoft.com/office/drawing/2014/main" id="{3C1B8F85-6D53-81EF-14C1-B2190BD8D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2000" name="Object 15">
            <a:extLst>
              <a:ext uri="{FF2B5EF4-FFF2-40B4-BE49-F238E27FC236}">
                <a16:creationId xmlns:a16="http://schemas.microsoft.com/office/drawing/2014/main" id="{7297275B-06EB-1118-855B-94100AFE03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002" imgH="583947" progId="Equation.3">
                  <p:embed/>
                </p:oleObj>
              </mc:Choice>
              <mc:Fallback>
                <p:oleObj name="Equation" r:id="rId7" imgW="457002" imgH="583947" progId="Equation.3">
                  <p:embed/>
                  <p:pic>
                    <p:nvPicPr>
                      <p:cNvPr id="42000" name="Object 15">
                        <a:extLst>
                          <a:ext uri="{FF2B5EF4-FFF2-40B4-BE49-F238E27FC236}">
                            <a16:creationId xmlns:a16="http://schemas.microsoft.com/office/drawing/2014/main" id="{7297275B-06EB-1118-855B-94100AFE03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1" name="Object 16">
            <a:extLst>
              <a:ext uri="{FF2B5EF4-FFF2-40B4-BE49-F238E27FC236}">
                <a16:creationId xmlns:a16="http://schemas.microsoft.com/office/drawing/2014/main" id="{08655D51-E9E8-50EE-BD5B-A95E0431F2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42001" name="Object 16">
                        <a:extLst>
                          <a:ext uri="{FF2B5EF4-FFF2-40B4-BE49-F238E27FC236}">
                            <a16:creationId xmlns:a16="http://schemas.microsoft.com/office/drawing/2014/main" id="{08655D51-E9E8-50EE-BD5B-A95E0431F2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2" name="Object 17">
            <a:extLst>
              <a:ext uri="{FF2B5EF4-FFF2-40B4-BE49-F238E27FC236}">
                <a16:creationId xmlns:a16="http://schemas.microsoft.com/office/drawing/2014/main" id="{C7FB63A3-378A-48F3-75F7-089AC46F72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2391" imgH="583947" progId="Equation.3">
                  <p:embed/>
                </p:oleObj>
              </mc:Choice>
              <mc:Fallback>
                <p:oleObj name="Equation" r:id="rId10" imgW="482391" imgH="583947" progId="Equation.3">
                  <p:embed/>
                  <p:pic>
                    <p:nvPicPr>
                      <p:cNvPr id="42002" name="Object 17">
                        <a:extLst>
                          <a:ext uri="{FF2B5EF4-FFF2-40B4-BE49-F238E27FC236}">
                            <a16:creationId xmlns:a16="http://schemas.microsoft.com/office/drawing/2014/main" id="{C7FB63A3-378A-48F3-75F7-089AC46F72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3" name="Object 18">
            <a:extLst>
              <a:ext uri="{FF2B5EF4-FFF2-40B4-BE49-F238E27FC236}">
                <a16:creationId xmlns:a16="http://schemas.microsoft.com/office/drawing/2014/main" id="{E2F5D0E0-F6E7-804F-F6E4-F9B0ED04D9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200" imgH="419100" progId="Equation.3">
                  <p:embed/>
                </p:oleObj>
              </mc:Choice>
              <mc:Fallback>
                <p:oleObj name="Equation" r:id="rId12" imgW="330200" imgH="419100" progId="Equation.3">
                  <p:embed/>
                  <p:pic>
                    <p:nvPicPr>
                      <p:cNvPr id="42003" name="Object 18">
                        <a:extLst>
                          <a:ext uri="{FF2B5EF4-FFF2-40B4-BE49-F238E27FC236}">
                            <a16:creationId xmlns:a16="http://schemas.microsoft.com/office/drawing/2014/main" id="{E2F5D0E0-F6E7-804F-F6E4-F9B0ED04D9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4" name="Line 19">
            <a:extLst>
              <a:ext uri="{FF2B5EF4-FFF2-40B4-BE49-F238E27FC236}">
                <a16:creationId xmlns:a16="http://schemas.microsoft.com/office/drawing/2014/main" id="{6849BE92-8A8C-B683-F874-A75511AC16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05" name="Oval 20">
            <a:extLst>
              <a:ext uri="{FF2B5EF4-FFF2-40B4-BE49-F238E27FC236}">
                <a16:creationId xmlns:a16="http://schemas.microsoft.com/office/drawing/2014/main" id="{4E499D86-9768-5579-3727-AB58E8292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2006" name="Object 21">
            <a:extLst>
              <a:ext uri="{FF2B5EF4-FFF2-40B4-BE49-F238E27FC236}">
                <a16:creationId xmlns:a16="http://schemas.microsoft.com/office/drawing/2014/main" id="{8F07BF28-4312-B54E-754E-54F07F3A61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2391" imgH="571252" progId="Equation.3">
                  <p:embed/>
                </p:oleObj>
              </mc:Choice>
              <mc:Fallback>
                <p:oleObj name="Equation" r:id="rId14" imgW="482391" imgH="571252" progId="Equation.3">
                  <p:embed/>
                  <p:pic>
                    <p:nvPicPr>
                      <p:cNvPr id="42006" name="Object 21">
                        <a:extLst>
                          <a:ext uri="{FF2B5EF4-FFF2-40B4-BE49-F238E27FC236}">
                            <a16:creationId xmlns:a16="http://schemas.microsoft.com/office/drawing/2014/main" id="{8F07BF28-4312-B54E-754E-54F07F3A61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7" name="Line 22">
            <a:extLst>
              <a:ext uri="{FF2B5EF4-FFF2-40B4-BE49-F238E27FC236}">
                <a16:creationId xmlns:a16="http://schemas.microsoft.com/office/drawing/2014/main" id="{873F4493-CFCE-1834-94D0-F56B1C30B68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2008" name="Object 23">
            <a:extLst>
              <a:ext uri="{FF2B5EF4-FFF2-40B4-BE49-F238E27FC236}">
                <a16:creationId xmlns:a16="http://schemas.microsoft.com/office/drawing/2014/main" id="{AD142586-D952-627B-15ED-5762CEF5EB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42008" name="Object 23">
                        <a:extLst>
                          <a:ext uri="{FF2B5EF4-FFF2-40B4-BE49-F238E27FC236}">
                            <a16:creationId xmlns:a16="http://schemas.microsoft.com/office/drawing/2014/main" id="{AD142586-D952-627B-15ED-5762CEF5EB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9" name="Line 24">
            <a:extLst>
              <a:ext uri="{FF2B5EF4-FFF2-40B4-BE49-F238E27FC236}">
                <a16:creationId xmlns:a16="http://schemas.microsoft.com/office/drawing/2014/main" id="{77B9858E-FEAD-1C2D-AFEC-2194B29CB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60EA3146-6F66-5C47-AEA3-66C10477C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9F4552D1-E45C-49D7-B69D-ADBEEB6E7C4D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46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856BDABF-0646-1A51-0AF9-85BFA602C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3012" name="Line 3">
            <a:extLst>
              <a:ext uri="{FF2B5EF4-FFF2-40B4-BE49-F238E27FC236}">
                <a16:creationId xmlns:a16="http://schemas.microsoft.com/office/drawing/2014/main" id="{1C127F3B-1143-1497-F5B6-B013EB4EDC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3" name="Line 4">
            <a:extLst>
              <a:ext uri="{FF2B5EF4-FFF2-40B4-BE49-F238E27FC236}">
                <a16:creationId xmlns:a16="http://schemas.microsoft.com/office/drawing/2014/main" id="{8358CCC4-7C4A-BC7A-A913-20B32F41E2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014" name="Object 5">
            <a:extLst>
              <a:ext uri="{FF2B5EF4-FFF2-40B4-BE49-F238E27FC236}">
                <a16:creationId xmlns:a16="http://schemas.microsoft.com/office/drawing/2014/main" id="{789DF927-6A43-2DD1-A81B-43A2128476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43014" name="Object 5">
                        <a:extLst>
                          <a:ext uri="{FF2B5EF4-FFF2-40B4-BE49-F238E27FC236}">
                            <a16:creationId xmlns:a16="http://schemas.microsoft.com/office/drawing/2014/main" id="{789DF927-6A43-2DD1-A81B-43A2128476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Line 6">
            <a:extLst>
              <a:ext uri="{FF2B5EF4-FFF2-40B4-BE49-F238E27FC236}">
                <a16:creationId xmlns:a16="http://schemas.microsoft.com/office/drawing/2014/main" id="{04754998-10DA-B8B0-F0DA-34D73C9E59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016" name="Object 7">
            <a:extLst>
              <a:ext uri="{FF2B5EF4-FFF2-40B4-BE49-F238E27FC236}">
                <a16:creationId xmlns:a16="http://schemas.microsoft.com/office/drawing/2014/main" id="{4838D0CD-DBD2-90A2-7DCA-90EC9E080A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43016" name="Object 7">
                        <a:extLst>
                          <a:ext uri="{FF2B5EF4-FFF2-40B4-BE49-F238E27FC236}">
                            <a16:creationId xmlns:a16="http://schemas.microsoft.com/office/drawing/2014/main" id="{4838D0CD-DBD2-90A2-7DCA-90EC9E080A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Oval 8">
            <a:extLst>
              <a:ext uri="{FF2B5EF4-FFF2-40B4-BE49-F238E27FC236}">
                <a16:creationId xmlns:a16="http://schemas.microsoft.com/office/drawing/2014/main" id="{CB551B27-EBDB-F8CB-18E5-158D076F9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3018" name="Oval 9">
            <a:extLst>
              <a:ext uri="{FF2B5EF4-FFF2-40B4-BE49-F238E27FC236}">
                <a16:creationId xmlns:a16="http://schemas.microsoft.com/office/drawing/2014/main" id="{EF79EB00-48FE-AE36-F786-D3A76ECAB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3019" name="Line 10">
            <a:extLst>
              <a:ext uri="{FF2B5EF4-FFF2-40B4-BE49-F238E27FC236}">
                <a16:creationId xmlns:a16="http://schemas.microsoft.com/office/drawing/2014/main" id="{7AA29A8A-F330-6704-7A2B-88ACD5C980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0" name="Oval 11">
            <a:extLst>
              <a:ext uri="{FF2B5EF4-FFF2-40B4-BE49-F238E27FC236}">
                <a16:creationId xmlns:a16="http://schemas.microsoft.com/office/drawing/2014/main" id="{14F4B5EE-AB74-BE8A-E08D-88632C182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3021" name="Line 12">
            <a:extLst>
              <a:ext uri="{FF2B5EF4-FFF2-40B4-BE49-F238E27FC236}">
                <a16:creationId xmlns:a16="http://schemas.microsoft.com/office/drawing/2014/main" id="{881C0430-D993-1650-E6DB-FBDD33C3EC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3022" name="Object 13">
            <a:extLst>
              <a:ext uri="{FF2B5EF4-FFF2-40B4-BE49-F238E27FC236}">
                <a16:creationId xmlns:a16="http://schemas.microsoft.com/office/drawing/2014/main" id="{9E29305D-862D-7CE8-B6C1-5639EDE613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224" imgH="571252" progId="Equation.3">
                  <p:embed/>
                </p:oleObj>
              </mc:Choice>
              <mc:Fallback>
                <p:oleObj name="Equation" r:id="rId5" imgW="406224" imgH="571252" progId="Equation.3">
                  <p:embed/>
                  <p:pic>
                    <p:nvPicPr>
                      <p:cNvPr id="43022" name="Object 13">
                        <a:extLst>
                          <a:ext uri="{FF2B5EF4-FFF2-40B4-BE49-F238E27FC236}">
                            <a16:creationId xmlns:a16="http://schemas.microsoft.com/office/drawing/2014/main" id="{9E29305D-862D-7CE8-B6C1-5639EDE613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3" name="Oval 14">
            <a:extLst>
              <a:ext uri="{FF2B5EF4-FFF2-40B4-BE49-F238E27FC236}">
                <a16:creationId xmlns:a16="http://schemas.microsoft.com/office/drawing/2014/main" id="{5947887E-DB6D-08A5-F90B-4BDCB3CB7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3024" name="Object 15">
            <a:extLst>
              <a:ext uri="{FF2B5EF4-FFF2-40B4-BE49-F238E27FC236}">
                <a16:creationId xmlns:a16="http://schemas.microsoft.com/office/drawing/2014/main" id="{B51F23F2-3CCD-11A8-51E2-2DC8BB016C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002" imgH="583947" progId="Equation.3">
                  <p:embed/>
                </p:oleObj>
              </mc:Choice>
              <mc:Fallback>
                <p:oleObj name="Equation" r:id="rId7" imgW="457002" imgH="583947" progId="Equation.3">
                  <p:embed/>
                  <p:pic>
                    <p:nvPicPr>
                      <p:cNvPr id="43024" name="Object 15">
                        <a:extLst>
                          <a:ext uri="{FF2B5EF4-FFF2-40B4-BE49-F238E27FC236}">
                            <a16:creationId xmlns:a16="http://schemas.microsoft.com/office/drawing/2014/main" id="{B51F23F2-3CCD-11A8-51E2-2DC8BB016C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5" name="Object 16">
            <a:extLst>
              <a:ext uri="{FF2B5EF4-FFF2-40B4-BE49-F238E27FC236}">
                <a16:creationId xmlns:a16="http://schemas.microsoft.com/office/drawing/2014/main" id="{07F16169-08FF-53F9-294F-9B1D77FCCE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43025" name="Object 16">
                        <a:extLst>
                          <a:ext uri="{FF2B5EF4-FFF2-40B4-BE49-F238E27FC236}">
                            <a16:creationId xmlns:a16="http://schemas.microsoft.com/office/drawing/2014/main" id="{07F16169-08FF-53F9-294F-9B1D77FCCE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6" name="Object 17">
            <a:extLst>
              <a:ext uri="{FF2B5EF4-FFF2-40B4-BE49-F238E27FC236}">
                <a16:creationId xmlns:a16="http://schemas.microsoft.com/office/drawing/2014/main" id="{6F01650F-C98A-1BA5-A688-465A977824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2391" imgH="583947" progId="Equation.3">
                  <p:embed/>
                </p:oleObj>
              </mc:Choice>
              <mc:Fallback>
                <p:oleObj name="Equation" r:id="rId10" imgW="482391" imgH="583947" progId="Equation.3">
                  <p:embed/>
                  <p:pic>
                    <p:nvPicPr>
                      <p:cNvPr id="43026" name="Object 17">
                        <a:extLst>
                          <a:ext uri="{FF2B5EF4-FFF2-40B4-BE49-F238E27FC236}">
                            <a16:creationId xmlns:a16="http://schemas.microsoft.com/office/drawing/2014/main" id="{6F01650F-C98A-1BA5-A688-465A977824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7" name="Object 18">
            <a:extLst>
              <a:ext uri="{FF2B5EF4-FFF2-40B4-BE49-F238E27FC236}">
                <a16:creationId xmlns:a16="http://schemas.microsoft.com/office/drawing/2014/main" id="{1CD73011-6418-F38F-6552-AA0373A63A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200" imgH="419100" progId="Equation.3">
                  <p:embed/>
                </p:oleObj>
              </mc:Choice>
              <mc:Fallback>
                <p:oleObj name="Equation" r:id="rId12" imgW="330200" imgH="419100" progId="Equation.3">
                  <p:embed/>
                  <p:pic>
                    <p:nvPicPr>
                      <p:cNvPr id="43027" name="Object 18">
                        <a:extLst>
                          <a:ext uri="{FF2B5EF4-FFF2-40B4-BE49-F238E27FC236}">
                            <a16:creationId xmlns:a16="http://schemas.microsoft.com/office/drawing/2014/main" id="{1CD73011-6418-F38F-6552-AA0373A63A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8" name="Line 19">
            <a:extLst>
              <a:ext uri="{FF2B5EF4-FFF2-40B4-BE49-F238E27FC236}">
                <a16:creationId xmlns:a16="http://schemas.microsoft.com/office/drawing/2014/main" id="{5BA2A3A6-BBF1-4B94-56EC-AA0F4F5640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9" name="Oval 20">
            <a:extLst>
              <a:ext uri="{FF2B5EF4-FFF2-40B4-BE49-F238E27FC236}">
                <a16:creationId xmlns:a16="http://schemas.microsoft.com/office/drawing/2014/main" id="{16456A3F-32F9-1598-A6C9-B025586BC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3030" name="Object 21">
            <a:extLst>
              <a:ext uri="{FF2B5EF4-FFF2-40B4-BE49-F238E27FC236}">
                <a16:creationId xmlns:a16="http://schemas.microsoft.com/office/drawing/2014/main" id="{B275D97E-8199-4E70-BF7B-02ED3640B0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2391" imgH="571252" progId="Equation.3">
                  <p:embed/>
                </p:oleObj>
              </mc:Choice>
              <mc:Fallback>
                <p:oleObj name="Equation" r:id="rId14" imgW="482391" imgH="571252" progId="Equation.3">
                  <p:embed/>
                  <p:pic>
                    <p:nvPicPr>
                      <p:cNvPr id="43030" name="Object 21">
                        <a:extLst>
                          <a:ext uri="{FF2B5EF4-FFF2-40B4-BE49-F238E27FC236}">
                            <a16:creationId xmlns:a16="http://schemas.microsoft.com/office/drawing/2014/main" id="{B275D97E-8199-4E70-BF7B-02ED3640B0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1" name="Line 22">
            <a:extLst>
              <a:ext uri="{FF2B5EF4-FFF2-40B4-BE49-F238E27FC236}">
                <a16:creationId xmlns:a16="http://schemas.microsoft.com/office/drawing/2014/main" id="{29627639-698B-2FE0-241F-5A1E60215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3032" name="Object 23">
            <a:extLst>
              <a:ext uri="{FF2B5EF4-FFF2-40B4-BE49-F238E27FC236}">
                <a16:creationId xmlns:a16="http://schemas.microsoft.com/office/drawing/2014/main" id="{62EA9E2E-88B0-3F72-2C1B-EE2E852361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43032" name="Object 23">
                        <a:extLst>
                          <a:ext uri="{FF2B5EF4-FFF2-40B4-BE49-F238E27FC236}">
                            <a16:creationId xmlns:a16="http://schemas.microsoft.com/office/drawing/2014/main" id="{62EA9E2E-88B0-3F72-2C1B-EE2E852361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3" name="Line 24">
            <a:extLst>
              <a:ext uri="{FF2B5EF4-FFF2-40B4-BE49-F238E27FC236}">
                <a16:creationId xmlns:a16="http://schemas.microsoft.com/office/drawing/2014/main" id="{5E2288C8-8958-C1AE-9C34-02170F74BE9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34" name="Text Box 25">
            <a:extLst>
              <a:ext uri="{FF2B5EF4-FFF2-40B4-BE49-F238E27FC236}">
                <a16:creationId xmlns:a16="http://schemas.microsoft.com/office/drawing/2014/main" id="{905B1AC7-F685-4C92-69BD-3DEB11988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1" y="3276600"/>
            <a:ext cx="17637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“accept”</a:t>
            </a:r>
          </a:p>
        </p:txBody>
      </p:sp>
      <p:sp>
        <p:nvSpPr>
          <p:cNvPr id="43035" name="Text Box 26">
            <a:extLst>
              <a:ext uri="{FF2B5EF4-FFF2-40B4-BE49-F238E27FC236}">
                <a16:creationId xmlns:a16="http://schemas.microsoft.com/office/drawing/2014/main" id="{2250F895-D8D3-F3A4-65B2-233C837B2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5892800"/>
            <a:ext cx="45291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String        is accepted</a:t>
            </a:r>
          </a:p>
        </p:txBody>
      </p:sp>
      <p:graphicFrame>
        <p:nvGraphicFramePr>
          <p:cNvPr id="43036" name="Object 27">
            <a:extLst>
              <a:ext uri="{FF2B5EF4-FFF2-40B4-BE49-F238E27FC236}">
                <a16:creationId xmlns:a16="http://schemas.microsoft.com/office/drawing/2014/main" id="{80CE13D5-F2F5-5183-B161-28B14C48DF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6096000"/>
          <a:ext cx="546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45626" imgH="304536" progId="Equation.3">
                  <p:embed/>
                </p:oleObj>
              </mc:Choice>
              <mc:Fallback>
                <p:oleObj name="Equation" r:id="rId17" imgW="545626" imgH="304536" progId="Equation.3">
                  <p:embed/>
                  <p:pic>
                    <p:nvPicPr>
                      <p:cNvPr id="43036" name="Object 27">
                        <a:extLst>
                          <a:ext uri="{FF2B5EF4-FFF2-40B4-BE49-F238E27FC236}">
                            <a16:creationId xmlns:a16="http://schemas.microsoft.com/office/drawing/2014/main" id="{80CE13D5-F2F5-5183-B161-28B14C48DF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6096000"/>
                        <a:ext cx="546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7" name="Text Box 28">
            <a:extLst>
              <a:ext uri="{FF2B5EF4-FFF2-40B4-BE49-F238E27FC236}">
                <a16:creationId xmlns:a16="http://schemas.microsoft.com/office/drawing/2014/main" id="{D370C622-288D-9A99-C073-4E946F921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254000"/>
            <a:ext cx="406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all input is consumed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3">
            <a:extLst>
              <a:ext uri="{FF2B5EF4-FFF2-40B4-BE49-F238E27FC236}">
                <a16:creationId xmlns:a16="http://schemas.microsoft.com/office/drawing/2014/main" id="{5121A934-3724-BA08-33E1-F64E8113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83152605-2018-40CB-9345-FE81AE816D31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47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88271E8F-19CC-C277-11B2-2D8113B8C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4036" name="Line 3">
            <a:extLst>
              <a:ext uri="{FF2B5EF4-FFF2-40B4-BE49-F238E27FC236}">
                <a16:creationId xmlns:a16="http://schemas.microsoft.com/office/drawing/2014/main" id="{24804AC9-DBEE-236A-3120-9012E9122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37" name="Line 4">
            <a:extLst>
              <a:ext uri="{FF2B5EF4-FFF2-40B4-BE49-F238E27FC236}">
                <a16:creationId xmlns:a16="http://schemas.microsoft.com/office/drawing/2014/main" id="{E5BD94E3-19DC-A942-F87F-6D6D72288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38" name="Object 5">
            <a:extLst>
              <a:ext uri="{FF2B5EF4-FFF2-40B4-BE49-F238E27FC236}">
                <a16:creationId xmlns:a16="http://schemas.microsoft.com/office/drawing/2014/main" id="{640150AA-EB9A-4941-6335-357861CCBC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44038" name="Object 5">
                        <a:extLst>
                          <a:ext uri="{FF2B5EF4-FFF2-40B4-BE49-F238E27FC236}">
                            <a16:creationId xmlns:a16="http://schemas.microsoft.com/office/drawing/2014/main" id="{640150AA-EB9A-4941-6335-357861CCB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Line 6">
            <a:extLst>
              <a:ext uri="{FF2B5EF4-FFF2-40B4-BE49-F238E27FC236}">
                <a16:creationId xmlns:a16="http://schemas.microsoft.com/office/drawing/2014/main" id="{BC87CA20-3972-93C6-F243-17A63F3A07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40" name="Object 7">
            <a:extLst>
              <a:ext uri="{FF2B5EF4-FFF2-40B4-BE49-F238E27FC236}">
                <a16:creationId xmlns:a16="http://schemas.microsoft.com/office/drawing/2014/main" id="{B9B4C852-326F-EA3C-1577-846EF1A6AD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44040" name="Object 7">
                        <a:extLst>
                          <a:ext uri="{FF2B5EF4-FFF2-40B4-BE49-F238E27FC236}">
                            <a16:creationId xmlns:a16="http://schemas.microsoft.com/office/drawing/2014/main" id="{B9B4C852-326F-EA3C-1577-846EF1A6AD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Oval 8">
            <a:extLst>
              <a:ext uri="{FF2B5EF4-FFF2-40B4-BE49-F238E27FC236}">
                <a16:creationId xmlns:a16="http://schemas.microsoft.com/office/drawing/2014/main" id="{819ADF60-80F0-726E-257B-B036FC33E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4042" name="Oval 9">
            <a:extLst>
              <a:ext uri="{FF2B5EF4-FFF2-40B4-BE49-F238E27FC236}">
                <a16:creationId xmlns:a16="http://schemas.microsoft.com/office/drawing/2014/main" id="{37A3377A-7290-C573-9AEE-082535B80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4043" name="Line 10">
            <a:extLst>
              <a:ext uri="{FF2B5EF4-FFF2-40B4-BE49-F238E27FC236}">
                <a16:creationId xmlns:a16="http://schemas.microsoft.com/office/drawing/2014/main" id="{B3BC4C95-90D4-E1D7-B3A0-A55E10C64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5720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4" name="Oval 11">
            <a:extLst>
              <a:ext uri="{FF2B5EF4-FFF2-40B4-BE49-F238E27FC236}">
                <a16:creationId xmlns:a16="http://schemas.microsoft.com/office/drawing/2014/main" id="{E7141E7E-2528-D38E-5EE0-5B179D693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4045" name="Line 12">
            <a:extLst>
              <a:ext uri="{FF2B5EF4-FFF2-40B4-BE49-F238E27FC236}">
                <a16:creationId xmlns:a16="http://schemas.microsoft.com/office/drawing/2014/main" id="{4E9F5E13-6155-ACA9-C6C3-D64FD92248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4046" name="Object 13">
            <a:extLst>
              <a:ext uri="{FF2B5EF4-FFF2-40B4-BE49-F238E27FC236}">
                <a16:creationId xmlns:a16="http://schemas.microsoft.com/office/drawing/2014/main" id="{5422314D-3A56-241C-1F15-BD1735E749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224" imgH="571252" progId="Equation.3">
                  <p:embed/>
                </p:oleObj>
              </mc:Choice>
              <mc:Fallback>
                <p:oleObj name="Equation" r:id="rId4" imgW="406224" imgH="571252" progId="Equation.3">
                  <p:embed/>
                  <p:pic>
                    <p:nvPicPr>
                      <p:cNvPr id="44046" name="Object 13">
                        <a:extLst>
                          <a:ext uri="{FF2B5EF4-FFF2-40B4-BE49-F238E27FC236}">
                            <a16:creationId xmlns:a16="http://schemas.microsoft.com/office/drawing/2014/main" id="{5422314D-3A56-241C-1F15-BD1735E749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7" name="Oval 14">
            <a:extLst>
              <a:ext uri="{FF2B5EF4-FFF2-40B4-BE49-F238E27FC236}">
                <a16:creationId xmlns:a16="http://schemas.microsoft.com/office/drawing/2014/main" id="{A6720DD9-FF29-EDEF-AE26-08E0383A3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4048" name="Object 15">
            <a:extLst>
              <a:ext uri="{FF2B5EF4-FFF2-40B4-BE49-F238E27FC236}">
                <a16:creationId xmlns:a16="http://schemas.microsoft.com/office/drawing/2014/main" id="{A4D851DC-E214-E0C1-159B-BA2FBF8B91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583947" progId="Equation.3">
                  <p:embed/>
                </p:oleObj>
              </mc:Choice>
              <mc:Fallback>
                <p:oleObj name="Equation" r:id="rId6" imgW="457002" imgH="583947" progId="Equation.3">
                  <p:embed/>
                  <p:pic>
                    <p:nvPicPr>
                      <p:cNvPr id="44048" name="Object 15">
                        <a:extLst>
                          <a:ext uri="{FF2B5EF4-FFF2-40B4-BE49-F238E27FC236}">
                            <a16:creationId xmlns:a16="http://schemas.microsoft.com/office/drawing/2014/main" id="{A4D851DC-E214-E0C1-159B-BA2FBF8B91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9" name="Object 16">
            <a:extLst>
              <a:ext uri="{FF2B5EF4-FFF2-40B4-BE49-F238E27FC236}">
                <a16:creationId xmlns:a16="http://schemas.microsoft.com/office/drawing/2014/main" id="{44169280-F40A-0261-749F-28403EA1F1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44049" name="Object 16">
                        <a:extLst>
                          <a:ext uri="{FF2B5EF4-FFF2-40B4-BE49-F238E27FC236}">
                            <a16:creationId xmlns:a16="http://schemas.microsoft.com/office/drawing/2014/main" id="{44169280-F40A-0261-749F-28403EA1F1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0" name="Object 17">
            <a:extLst>
              <a:ext uri="{FF2B5EF4-FFF2-40B4-BE49-F238E27FC236}">
                <a16:creationId xmlns:a16="http://schemas.microsoft.com/office/drawing/2014/main" id="{A13B82EC-1876-BA0D-B34B-6724B89616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83947" progId="Equation.3">
                  <p:embed/>
                </p:oleObj>
              </mc:Choice>
              <mc:Fallback>
                <p:oleObj name="Equation" r:id="rId9" imgW="482391" imgH="583947" progId="Equation.3">
                  <p:embed/>
                  <p:pic>
                    <p:nvPicPr>
                      <p:cNvPr id="44050" name="Object 17">
                        <a:extLst>
                          <a:ext uri="{FF2B5EF4-FFF2-40B4-BE49-F238E27FC236}">
                            <a16:creationId xmlns:a16="http://schemas.microsoft.com/office/drawing/2014/main" id="{A13B82EC-1876-BA0D-B34B-6724B89616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1" name="Object 18">
            <a:extLst>
              <a:ext uri="{FF2B5EF4-FFF2-40B4-BE49-F238E27FC236}">
                <a16:creationId xmlns:a16="http://schemas.microsoft.com/office/drawing/2014/main" id="{E3701024-C6F2-9CF0-A0E6-847B518650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44051" name="Object 18">
                        <a:extLst>
                          <a:ext uri="{FF2B5EF4-FFF2-40B4-BE49-F238E27FC236}">
                            <a16:creationId xmlns:a16="http://schemas.microsoft.com/office/drawing/2014/main" id="{E3701024-C6F2-9CF0-A0E6-847B518650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2" name="Line 19">
            <a:extLst>
              <a:ext uri="{FF2B5EF4-FFF2-40B4-BE49-F238E27FC236}">
                <a16:creationId xmlns:a16="http://schemas.microsoft.com/office/drawing/2014/main" id="{F172955C-31F3-006D-02C8-0D5D065964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53" name="Oval 20">
            <a:extLst>
              <a:ext uri="{FF2B5EF4-FFF2-40B4-BE49-F238E27FC236}">
                <a16:creationId xmlns:a16="http://schemas.microsoft.com/office/drawing/2014/main" id="{0379C6BC-120B-B2AB-3D69-4441626BD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4054" name="Object 21">
            <a:extLst>
              <a:ext uri="{FF2B5EF4-FFF2-40B4-BE49-F238E27FC236}">
                <a16:creationId xmlns:a16="http://schemas.microsoft.com/office/drawing/2014/main" id="{442B6389-F66B-693F-7244-64425BA59F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82391" imgH="571252" progId="Equation.3">
                  <p:embed/>
                </p:oleObj>
              </mc:Choice>
              <mc:Fallback>
                <p:oleObj name="Equation" r:id="rId13" imgW="482391" imgH="571252" progId="Equation.3">
                  <p:embed/>
                  <p:pic>
                    <p:nvPicPr>
                      <p:cNvPr id="44054" name="Object 21">
                        <a:extLst>
                          <a:ext uri="{FF2B5EF4-FFF2-40B4-BE49-F238E27FC236}">
                            <a16:creationId xmlns:a16="http://schemas.microsoft.com/office/drawing/2014/main" id="{442B6389-F66B-693F-7244-64425BA59F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5" name="Line 22">
            <a:extLst>
              <a:ext uri="{FF2B5EF4-FFF2-40B4-BE49-F238E27FC236}">
                <a16:creationId xmlns:a16="http://schemas.microsoft.com/office/drawing/2014/main" id="{C9865A01-26DA-DB4C-3692-B0759FA5A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4056" name="Object 23">
            <a:extLst>
              <a:ext uri="{FF2B5EF4-FFF2-40B4-BE49-F238E27FC236}">
                <a16:creationId xmlns:a16="http://schemas.microsoft.com/office/drawing/2014/main" id="{9E7425CB-F71B-9F12-1A88-9B1A64BF56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4056" name="Object 23">
                        <a:extLst>
                          <a:ext uri="{FF2B5EF4-FFF2-40B4-BE49-F238E27FC236}">
                            <a16:creationId xmlns:a16="http://schemas.microsoft.com/office/drawing/2014/main" id="{9E7425CB-F71B-9F12-1A88-9B1A64BF56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7" name="Line 24">
            <a:extLst>
              <a:ext uri="{FF2B5EF4-FFF2-40B4-BE49-F238E27FC236}">
                <a16:creationId xmlns:a16="http://schemas.microsoft.com/office/drawing/2014/main" id="{D0F989FC-D9EC-B1A1-F700-2F4BCA18F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58" name="Text Box 25">
            <a:extLst>
              <a:ext uri="{FF2B5EF4-FFF2-40B4-BE49-F238E27FC236}">
                <a16:creationId xmlns:a16="http://schemas.microsoft.com/office/drawing/2014/main" id="{DA4042D7-C913-52EB-A518-7C49C33E5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1" y="0"/>
            <a:ext cx="3681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>
                <a:solidFill>
                  <a:schemeClr val="tx1"/>
                </a:solidFill>
              </a:rPr>
              <a:t>Rejection Example</a:t>
            </a:r>
          </a:p>
        </p:txBody>
      </p:sp>
      <p:sp>
        <p:nvSpPr>
          <p:cNvPr id="44059" name="Line 26">
            <a:extLst>
              <a:ext uri="{FF2B5EF4-FFF2-40B4-BE49-F238E27FC236}">
                <a16:creationId xmlns:a16="http://schemas.microsoft.com/office/drawing/2014/main" id="{E2C10A59-EFB4-DE17-F304-1B7B205969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60" name="Object 27">
            <a:extLst>
              <a:ext uri="{FF2B5EF4-FFF2-40B4-BE49-F238E27FC236}">
                <a16:creationId xmlns:a16="http://schemas.microsoft.com/office/drawing/2014/main" id="{6AA08671-BBD7-0D6A-08DF-8D64451326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4060" name="Object 27">
                        <a:extLst>
                          <a:ext uri="{FF2B5EF4-FFF2-40B4-BE49-F238E27FC236}">
                            <a16:creationId xmlns:a16="http://schemas.microsoft.com/office/drawing/2014/main" id="{6AA08671-BBD7-0D6A-08DF-8D64451326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>
            <a:extLst>
              <a:ext uri="{FF2B5EF4-FFF2-40B4-BE49-F238E27FC236}">
                <a16:creationId xmlns:a16="http://schemas.microsoft.com/office/drawing/2014/main" id="{DD607D49-A694-CE43-BC9D-8E9FE897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69B845D8-36E5-4906-A320-C187AB83BD2C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48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DEE68DBE-E595-8B48-3A19-BF58FEE22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5060" name="Line 3">
            <a:extLst>
              <a:ext uri="{FF2B5EF4-FFF2-40B4-BE49-F238E27FC236}">
                <a16:creationId xmlns:a16="http://schemas.microsoft.com/office/drawing/2014/main" id="{F315DF50-2899-150D-4ABE-184008163F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1" name="Line 4">
            <a:extLst>
              <a:ext uri="{FF2B5EF4-FFF2-40B4-BE49-F238E27FC236}">
                <a16:creationId xmlns:a16="http://schemas.microsoft.com/office/drawing/2014/main" id="{0646FD1D-B336-7085-C3D7-4483F9D240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62" name="Object 5">
            <a:extLst>
              <a:ext uri="{FF2B5EF4-FFF2-40B4-BE49-F238E27FC236}">
                <a16:creationId xmlns:a16="http://schemas.microsoft.com/office/drawing/2014/main" id="{BAFED752-3A4A-59E4-E01D-3638024E84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45062" name="Object 5">
                        <a:extLst>
                          <a:ext uri="{FF2B5EF4-FFF2-40B4-BE49-F238E27FC236}">
                            <a16:creationId xmlns:a16="http://schemas.microsoft.com/office/drawing/2014/main" id="{BAFED752-3A4A-59E4-E01D-3638024E84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Line 6">
            <a:extLst>
              <a:ext uri="{FF2B5EF4-FFF2-40B4-BE49-F238E27FC236}">
                <a16:creationId xmlns:a16="http://schemas.microsoft.com/office/drawing/2014/main" id="{F799BDAA-3A75-FB3B-5667-667E1DFE51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64" name="Object 7">
            <a:extLst>
              <a:ext uri="{FF2B5EF4-FFF2-40B4-BE49-F238E27FC236}">
                <a16:creationId xmlns:a16="http://schemas.microsoft.com/office/drawing/2014/main" id="{947DF490-6D3E-826F-F7BE-03A54BFD81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45064" name="Object 7">
                        <a:extLst>
                          <a:ext uri="{FF2B5EF4-FFF2-40B4-BE49-F238E27FC236}">
                            <a16:creationId xmlns:a16="http://schemas.microsoft.com/office/drawing/2014/main" id="{947DF490-6D3E-826F-F7BE-03A54BFD81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Oval 8">
            <a:extLst>
              <a:ext uri="{FF2B5EF4-FFF2-40B4-BE49-F238E27FC236}">
                <a16:creationId xmlns:a16="http://schemas.microsoft.com/office/drawing/2014/main" id="{0E79FDCD-7296-BFE9-A0FD-6CECA4D71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5066" name="Oval 9">
            <a:extLst>
              <a:ext uri="{FF2B5EF4-FFF2-40B4-BE49-F238E27FC236}">
                <a16:creationId xmlns:a16="http://schemas.microsoft.com/office/drawing/2014/main" id="{38C71587-3406-CF86-E944-D3DFEA26C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5067" name="Line 10">
            <a:extLst>
              <a:ext uri="{FF2B5EF4-FFF2-40B4-BE49-F238E27FC236}">
                <a16:creationId xmlns:a16="http://schemas.microsoft.com/office/drawing/2014/main" id="{64F7A097-5D04-34C3-75E0-259FA3E9D8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8" name="Oval 11">
            <a:extLst>
              <a:ext uri="{FF2B5EF4-FFF2-40B4-BE49-F238E27FC236}">
                <a16:creationId xmlns:a16="http://schemas.microsoft.com/office/drawing/2014/main" id="{5ECA52C7-46B0-CE66-1C68-E0723C6CA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5069" name="Line 12">
            <a:extLst>
              <a:ext uri="{FF2B5EF4-FFF2-40B4-BE49-F238E27FC236}">
                <a16:creationId xmlns:a16="http://schemas.microsoft.com/office/drawing/2014/main" id="{5C3C071D-906F-586F-3E2D-9EA18D5A8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5070" name="Object 13">
            <a:extLst>
              <a:ext uri="{FF2B5EF4-FFF2-40B4-BE49-F238E27FC236}">
                <a16:creationId xmlns:a16="http://schemas.microsoft.com/office/drawing/2014/main" id="{041BC670-1222-E870-8EE1-FB87CD3E1D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224" imgH="571252" progId="Equation.3">
                  <p:embed/>
                </p:oleObj>
              </mc:Choice>
              <mc:Fallback>
                <p:oleObj name="Equation" r:id="rId5" imgW="406224" imgH="571252" progId="Equation.3">
                  <p:embed/>
                  <p:pic>
                    <p:nvPicPr>
                      <p:cNvPr id="45070" name="Object 13">
                        <a:extLst>
                          <a:ext uri="{FF2B5EF4-FFF2-40B4-BE49-F238E27FC236}">
                            <a16:creationId xmlns:a16="http://schemas.microsoft.com/office/drawing/2014/main" id="{041BC670-1222-E870-8EE1-FB87CD3E1D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1" name="Oval 14">
            <a:extLst>
              <a:ext uri="{FF2B5EF4-FFF2-40B4-BE49-F238E27FC236}">
                <a16:creationId xmlns:a16="http://schemas.microsoft.com/office/drawing/2014/main" id="{6CE02705-2322-EE96-2C0F-2552839EB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5072" name="Object 15">
            <a:extLst>
              <a:ext uri="{FF2B5EF4-FFF2-40B4-BE49-F238E27FC236}">
                <a16:creationId xmlns:a16="http://schemas.microsoft.com/office/drawing/2014/main" id="{3BA9B218-A5D6-9BE2-AB31-2288B43218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002" imgH="583947" progId="Equation.3">
                  <p:embed/>
                </p:oleObj>
              </mc:Choice>
              <mc:Fallback>
                <p:oleObj name="Equation" r:id="rId7" imgW="457002" imgH="583947" progId="Equation.3">
                  <p:embed/>
                  <p:pic>
                    <p:nvPicPr>
                      <p:cNvPr id="45072" name="Object 15">
                        <a:extLst>
                          <a:ext uri="{FF2B5EF4-FFF2-40B4-BE49-F238E27FC236}">
                            <a16:creationId xmlns:a16="http://schemas.microsoft.com/office/drawing/2014/main" id="{3BA9B218-A5D6-9BE2-AB31-2288B43218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3" name="Object 16">
            <a:extLst>
              <a:ext uri="{FF2B5EF4-FFF2-40B4-BE49-F238E27FC236}">
                <a16:creationId xmlns:a16="http://schemas.microsoft.com/office/drawing/2014/main" id="{6FEAB3C4-E6DA-8279-B2EE-F597DF3BF2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45073" name="Object 16">
                        <a:extLst>
                          <a:ext uri="{FF2B5EF4-FFF2-40B4-BE49-F238E27FC236}">
                            <a16:creationId xmlns:a16="http://schemas.microsoft.com/office/drawing/2014/main" id="{6FEAB3C4-E6DA-8279-B2EE-F597DF3BF2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4" name="Object 17">
            <a:extLst>
              <a:ext uri="{FF2B5EF4-FFF2-40B4-BE49-F238E27FC236}">
                <a16:creationId xmlns:a16="http://schemas.microsoft.com/office/drawing/2014/main" id="{35E02B79-A187-D32A-7784-7E71402842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83947" progId="Equation.3">
                  <p:embed/>
                </p:oleObj>
              </mc:Choice>
              <mc:Fallback>
                <p:oleObj name="Equation" r:id="rId9" imgW="482391" imgH="583947" progId="Equation.3">
                  <p:embed/>
                  <p:pic>
                    <p:nvPicPr>
                      <p:cNvPr id="45074" name="Object 17">
                        <a:extLst>
                          <a:ext uri="{FF2B5EF4-FFF2-40B4-BE49-F238E27FC236}">
                            <a16:creationId xmlns:a16="http://schemas.microsoft.com/office/drawing/2014/main" id="{35E02B79-A187-D32A-7784-7E71402842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5" name="Object 18">
            <a:extLst>
              <a:ext uri="{FF2B5EF4-FFF2-40B4-BE49-F238E27FC236}">
                <a16:creationId xmlns:a16="http://schemas.microsoft.com/office/drawing/2014/main" id="{D6E70FC1-87FB-8528-3FA4-98574C7EC3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45075" name="Object 18">
                        <a:extLst>
                          <a:ext uri="{FF2B5EF4-FFF2-40B4-BE49-F238E27FC236}">
                            <a16:creationId xmlns:a16="http://schemas.microsoft.com/office/drawing/2014/main" id="{D6E70FC1-87FB-8528-3FA4-98574C7EC3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6" name="Line 19">
            <a:extLst>
              <a:ext uri="{FF2B5EF4-FFF2-40B4-BE49-F238E27FC236}">
                <a16:creationId xmlns:a16="http://schemas.microsoft.com/office/drawing/2014/main" id="{FB261420-17FB-6C68-8CC3-87B36688D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77" name="Oval 20">
            <a:extLst>
              <a:ext uri="{FF2B5EF4-FFF2-40B4-BE49-F238E27FC236}">
                <a16:creationId xmlns:a16="http://schemas.microsoft.com/office/drawing/2014/main" id="{CFC4030C-7C94-C18E-224F-559A9990F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5078" name="Object 21">
            <a:extLst>
              <a:ext uri="{FF2B5EF4-FFF2-40B4-BE49-F238E27FC236}">
                <a16:creationId xmlns:a16="http://schemas.microsoft.com/office/drawing/2014/main" id="{49F4A9EE-2942-D3C9-1CCC-9B3A0C9BE0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82391" imgH="571252" progId="Equation.3">
                  <p:embed/>
                </p:oleObj>
              </mc:Choice>
              <mc:Fallback>
                <p:oleObj name="Equation" r:id="rId13" imgW="482391" imgH="571252" progId="Equation.3">
                  <p:embed/>
                  <p:pic>
                    <p:nvPicPr>
                      <p:cNvPr id="45078" name="Object 21">
                        <a:extLst>
                          <a:ext uri="{FF2B5EF4-FFF2-40B4-BE49-F238E27FC236}">
                            <a16:creationId xmlns:a16="http://schemas.microsoft.com/office/drawing/2014/main" id="{49F4A9EE-2942-D3C9-1CCC-9B3A0C9BE0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9" name="Line 22">
            <a:extLst>
              <a:ext uri="{FF2B5EF4-FFF2-40B4-BE49-F238E27FC236}">
                <a16:creationId xmlns:a16="http://schemas.microsoft.com/office/drawing/2014/main" id="{FF87DD20-7918-ED76-41AA-A01A0CED47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5080" name="Object 23">
            <a:extLst>
              <a:ext uri="{FF2B5EF4-FFF2-40B4-BE49-F238E27FC236}">
                <a16:creationId xmlns:a16="http://schemas.microsoft.com/office/drawing/2014/main" id="{26601D3C-3BEE-3119-CA66-8594F8DCED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5080" name="Object 23">
                        <a:extLst>
                          <a:ext uri="{FF2B5EF4-FFF2-40B4-BE49-F238E27FC236}">
                            <a16:creationId xmlns:a16="http://schemas.microsoft.com/office/drawing/2014/main" id="{26601D3C-3BEE-3119-CA66-8594F8DCED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81" name="Line 24">
            <a:extLst>
              <a:ext uri="{FF2B5EF4-FFF2-40B4-BE49-F238E27FC236}">
                <a16:creationId xmlns:a16="http://schemas.microsoft.com/office/drawing/2014/main" id="{CCC504FA-9C02-B932-4FF7-412ACD46F4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2" name="Line 25">
            <a:extLst>
              <a:ext uri="{FF2B5EF4-FFF2-40B4-BE49-F238E27FC236}">
                <a16:creationId xmlns:a16="http://schemas.microsoft.com/office/drawing/2014/main" id="{53BCAA07-7166-601E-D916-D99C75BC78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83" name="Object 26">
            <a:extLst>
              <a:ext uri="{FF2B5EF4-FFF2-40B4-BE49-F238E27FC236}">
                <a16:creationId xmlns:a16="http://schemas.microsoft.com/office/drawing/2014/main" id="{D8582AB6-2821-2B31-9543-C574506217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5083" name="Object 26">
                        <a:extLst>
                          <a:ext uri="{FF2B5EF4-FFF2-40B4-BE49-F238E27FC236}">
                            <a16:creationId xmlns:a16="http://schemas.microsoft.com/office/drawing/2014/main" id="{D8582AB6-2821-2B31-9543-C574506217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3">
            <a:extLst>
              <a:ext uri="{FF2B5EF4-FFF2-40B4-BE49-F238E27FC236}">
                <a16:creationId xmlns:a16="http://schemas.microsoft.com/office/drawing/2014/main" id="{E0EBE776-A180-001C-A9EF-567302A5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59BBF2EF-493E-4669-81A4-D6FE163E1945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49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C3B33FD-4C8D-C85E-1CEA-90B3B9B96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6084" name="Line 3">
            <a:extLst>
              <a:ext uri="{FF2B5EF4-FFF2-40B4-BE49-F238E27FC236}">
                <a16:creationId xmlns:a16="http://schemas.microsoft.com/office/drawing/2014/main" id="{B32AFEDE-5B14-63B8-4888-BAA9532E24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5" name="Line 4">
            <a:extLst>
              <a:ext uri="{FF2B5EF4-FFF2-40B4-BE49-F238E27FC236}">
                <a16:creationId xmlns:a16="http://schemas.microsoft.com/office/drawing/2014/main" id="{3427F66B-F2CE-46D6-6FA7-4F2DA69DFF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6086" name="Object 5">
            <a:extLst>
              <a:ext uri="{FF2B5EF4-FFF2-40B4-BE49-F238E27FC236}">
                <a16:creationId xmlns:a16="http://schemas.microsoft.com/office/drawing/2014/main" id="{188587C1-75B6-F1D2-6EEC-5FF6110166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46086" name="Object 5">
                        <a:extLst>
                          <a:ext uri="{FF2B5EF4-FFF2-40B4-BE49-F238E27FC236}">
                            <a16:creationId xmlns:a16="http://schemas.microsoft.com/office/drawing/2014/main" id="{188587C1-75B6-F1D2-6EEC-5FF6110166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Line 6">
            <a:extLst>
              <a:ext uri="{FF2B5EF4-FFF2-40B4-BE49-F238E27FC236}">
                <a16:creationId xmlns:a16="http://schemas.microsoft.com/office/drawing/2014/main" id="{1E78C4F1-97B3-E5AD-8E4A-B639B6891B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6088" name="Object 7">
            <a:extLst>
              <a:ext uri="{FF2B5EF4-FFF2-40B4-BE49-F238E27FC236}">
                <a16:creationId xmlns:a16="http://schemas.microsoft.com/office/drawing/2014/main" id="{899331DD-FBB7-58FC-234B-3A9DD041BD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46088" name="Object 7">
                        <a:extLst>
                          <a:ext uri="{FF2B5EF4-FFF2-40B4-BE49-F238E27FC236}">
                            <a16:creationId xmlns:a16="http://schemas.microsoft.com/office/drawing/2014/main" id="{899331DD-FBB7-58FC-234B-3A9DD041BD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9" name="Oval 8">
            <a:extLst>
              <a:ext uri="{FF2B5EF4-FFF2-40B4-BE49-F238E27FC236}">
                <a16:creationId xmlns:a16="http://schemas.microsoft.com/office/drawing/2014/main" id="{BA9CCBBE-E76A-9D66-AA4D-F388F2CD5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6090" name="Oval 9">
            <a:extLst>
              <a:ext uri="{FF2B5EF4-FFF2-40B4-BE49-F238E27FC236}">
                <a16:creationId xmlns:a16="http://schemas.microsoft.com/office/drawing/2014/main" id="{402D1BC2-40A4-BB13-562F-4BE503403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6091" name="Line 10">
            <a:extLst>
              <a:ext uri="{FF2B5EF4-FFF2-40B4-BE49-F238E27FC236}">
                <a16:creationId xmlns:a16="http://schemas.microsoft.com/office/drawing/2014/main" id="{B3F8A9D1-81A3-66A7-47BC-F4F62DC61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2" name="Oval 11">
            <a:extLst>
              <a:ext uri="{FF2B5EF4-FFF2-40B4-BE49-F238E27FC236}">
                <a16:creationId xmlns:a16="http://schemas.microsoft.com/office/drawing/2014/main" id="{88FCF427-FCEA-D015-54EA-7B4FDFBF2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6093" name="Line 12">
            <a:extLst>
              <a:ext uri="{FF2B5EF4-FFF2-40B4-BE49-F238E27FC236}">
                <a16:creationId xmlns:a16="http://schemas.microsoft.com/office/drawing/2014/main" id="{4F7BBE04-5E4C-D322-48C1-2E35963BCC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6094" name="Object 13">
            <a:extLst>
              <a:ext uri="{FF2B5EF4-FFF2-40B4-BE49-F238E27FC236}">
                <a16:creationId xmlns:a16="http://schemas.microsoft.com/office/drawing/2014/main" id="{3A423E8C-3B26-1CA0-2F54-7A294E750F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224" imgH="571252" progId="Equation.3">
                  <p:embed/>
                </p:oleObj>
              </mc:Choice>
              <mc:Fallback>
                <p:oleObj name="Equation" r:id="rId5" imgW="406224" imgH="571252" progId="Equation.3">
                  <p:embed/>
                  <p:pic>
                    <p:nvPicPr>
                      <p:cNvPr id="46094" name="Object 13">
                        <a:extLst>
                          <a:ext uri="{FF2B5EF4-FFF2-40B4-BE49-F238E27FC236}">
                            <a16:creationId xmlns:a16="http://schemas.microsoft.com/office/drawing/2014/main" id="{3A423E8C-3B26-1CA0-2F54-7A294E750F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5" name="Oval 14">
            <a:extLst>
              <a:ext uri="{FF2B5EF4-FFF2-40B4-BE49-F238E27FC236}">
                <a16:creationId xmlns:a16="http://schemas.microsoft.com/office/drawing/2014/main" id="{D94DC0BF-9391-837E-23AE-F186D7097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6096" name="Object 15">
            <a:extLst>
              <a:ext uri="{FF2B5EF4-FFF2-40B4-BE49-F238E27FC236}">
                <a16:creationId xmlns:a16="http://schemas.microsoft.com/office/drawing/2014/main" id="{CD7FF265-C8A6-14EE-3CAB-CF52A00F5E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7002" imgH="583947" progId="Equation.3">
                  <p:embed/>
                </p:oleObj>
              </mc:Choice>
              <mc:Fallback>
                <p:oleObj name="Equation" r:id="rId7" imgW="457002" imgH="583947" progId="Equation.3">
                  <p:embed/>
                  <p:pic>
                    <p:nvPicPr>
                      <p:cNvPr id="46096" name="Object 15">
                        <a:extLst>
                          <a:ext uri="{FF2B5EF4-FFF2-40B4-BE49-F238E27FC236}">
                            <a16:creationId xmlns:a16="http://schemas.microsoft.com/office/drawing/2014/main" id="{CD7FF265-C8A6-14EE-3CAB-CF52A00F5E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7" name="Object 16">
            <a:extLst>
              <a:ext uri="{FF2B5EF4-FFF2-40B4-BE49-F238E27FC236}">
                <a16:creationId xmlns:a16="http://schemas.microsoft.com/office/drawing/2014/main" id="{C79019CF-3076-1386-175C-A7D0F6FC09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46097" name="Object 16">
                        <a:extLst>
                          <a:ext uri="{FF2B5EF4-FFF2-40B4-BE49-F238E27FC236}">
                            <a16:creationId xmlns:a16="http://schemas.microsoft.com/office/drawing/2014/main" id="{C79019CF-3076-1386-175C-A7D0F6FC09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8" name="Object 17">
            <a:extLst>
              <a:ext uri="{FF2B5EF4-FFF2-40B4-BE49-F238E27FC236}">
                <a16:creationId xmlns:a16="http://schemas.microsoft.com/office/drawing/2014/main" id="{0EFF5D25-0F6B-A212-DE0E-00F246A6A2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2391" imgH="583947" progId="Equation.3">
                  <p:embed/>
                </p:oleObj>
              </mc:Choice>
              <mc:Fallback>
                <p:oleObj name="Equation" r:id="rId10" imgW="482391" imgH="583947" progId="Equation.3">
                  <p:embed/>
                  <p:pic>
                    <p:nvPicPr>
                      <p:cNvPr id="46098" name="Object 17">
                        <a:extLst>
                          <a:ext uri="{FF2B5EF4-FFF2-40B4-BE49-F238E27FC236}">
                            <a16:creationId xmlns:a16="http://schemas.microsoft.com/office/drawing/2014/main" id="{0EFF5D25-0F6B-A212-DE0E-00F246A6A2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9" name="Object 18">
            <a:extLst>
              <a:ext uri="{FF2B5EF4-FFF2-40B4-BE49-F238E27FC236}">
                <a16:creationId xmlns:a16="http://schemas.microsoft.com/office/drawing/2014/main" id="{69652B1D-7D3C-66A4-CF04-A4995141CF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200" imgH="419100" progId="Equation.3">
                  <p:embed/>
                </p:oleObj>
              </mc:Choice>
              <mc:Fallback>
                <p:oleObj name="Equation" r:id="rId12" imgW="330200" imgH="419100" progId="Equation.3">
                  <p:embed/>
                  <p:pic>
                    <p:nvPicPr>
                      <p:cNvPr id="46099" name="Object 18">
                        <a:extLst>
                          <a:ext uri="{FF2B5EF4-FFF2-40B4-BE49-F238E27FC236}">
                            <a16:creationId xmlns:a16="http://schemas.microsoft.com/office/drawing/2014/main" id="{69652B1D-7D3C-66A4-CF04-A4995141CF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0" name="Line 19">
            <a:extLst>
              <a:ext uri="{FF2B5EF4-FFF2-40B4-BE49-F238E27FC236}">
                <a16:creationId xmlns:a16="http://schemas.microsoft.com/office/drawing/2014/main" id="{2D65D4B3-D716-8959-DD80-5F05C3A959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01" name="Oval 20">
            <a:extLst>
              <a:ext uri="{FF2B5EF4-FFF2-40B4-BE49-F238E27FC236}">
                <a16:creationId xmlns:a16="http://schemas.microsoft.com/office/drawing/2014/main" id="{D2E6535E-01B9-B7A6-2594-D39F0A009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6102" name="Object 21">
            <a:extLst>
              <a:ext uri="{FF2B5EF4-FFF2-40B4-BE49-F238E27FC236}">
                <a16:creationId xmlns:a16="http://schemas.microsoft.com/office/drawing/2014/main" id="{5F15299B-196B-04A7-3DED-7F92F6E1E4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2391" imgH="571252" progId="Equation.3">
                  <p:embed/>
                </p:oleObj>
              </mc:Choice>
              <mc:Fallback>
                <p:oleObj name="Equation" r:id="rId14" imgW="482391" imgH="571252" progId="Equation.3">
                  <p:embed/>
                  <p:pic>
                    <p:nvPicPr>
                      <p:cNvPr id="46102" name="Object 21">
                        <a:extLst>
                          <a:ext uri="{FF2B5EF4-FFF2-40B4-BE49-F238E27FC236}">
                            <a16:creationId xmlns:a16="http://schemas.microsoft.com/office/drawing/2014/main" id="{5F15299B-196B-04A7-3DED-7F92F6E1E4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3" name="Line 22">
            <a:extLst>
              <a:ext uri="{FF2B5EF4-FFF2-40B4-BE49-F238E27FC236}">
                <a16:creationId xmlns:a16="http://schemas.microsoft.com/office/drawing/2014/main" id="{C4BBE97D-817F-FB0E-7E75-085536AD7B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6104" name="Object 23">
            <a:extLst>
              <a:ext uri="{FF2B5EF4-FFF2-40B4-BE49-F238E27FC236}">
                <a16:creationId xmlns:a16="http://schemas.microsoft.com/office/drawing/2014/main" id="{E53547AA-6FBE-656A-EBA5-FD2F83EE18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46104" name="Object 23">
                        <a:extLst>
                          <a:ext uri="{FF2B5EF4-FFF2-40B4-BE49-F238E27FC236}">
                            <a16:creationId xmlns:a16="http://schemas.microsoft.com/office/drawing/2014/main" id="{E53547AA-6FBE-656A-EBA5-FD2F83EE18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5" name="Line 24">
            <a:extLst>
              <a:ext uri="{FF2B5EF4-FFF2-40B4-BE49-F238E27FC236}">
                <a16:creationId xmlns:a16="http://schemas.microsoft.com/office/drawing/2014/main" id="{8120BDDD-8F25-A06C-CAD6-9C4FB6F72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06" name="Text Box 25">
            <a:extLst>
              <a:ext uri="{FF2B5EF4-FFF2-40B4-BE49-F238E27FC236}">
                <a16:creationId xmlns:a16="http://schemas.microsoft.com/office/drawing/2014/main" id="{19061E82-1F68-C1F5-1686-D3B681B51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1" y="228600"/>
            <a:ext cx="4918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(read head doesn’t move)</a:t>
            </a:r>
          </a:p>
        </p:txBody>
      </p:sp>
      <p:sp>
        <p:nvSpPr>
          <p:cNvPr id="46107" name="Line 26">
            <a:extLst>
              <a:ext uri="{FF2B5EF4-FFF2-40B4-BE49-F238E27FC236}">
                <a16:creationId xmlns:a16="http://schemas.microsoft.com/office/drawing/2014/main" id="{0E15904B-DF99-A1A9-1D36-192E9170D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6108" name="Object 27">
            <a:extLst>
              <a:ext uri="{FF2B5EF4-FFF2-40B4-BE49-F238E27FC236}">
                <a16:creationId xmlns:a16="http://schemas.microsoft.com/office/drawing/2014/main" id="{FF2DAA84-102A-CF64-AC10-3000A2875D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46108" name="Object 27">
                        <a:extLst>
                          <a:ext uri="{FF2B5EF4-FFF2-40B4-BE49-F238E27FC236}">
                            <a16:creationId xmlns:a16="http://schemas.microsoft.com/office/drawing/2014/main" id="{FF2DAA84-102A-CF64-AC10-3000A2875D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3FE17613-E476-092D-B50C-7365A488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2424FF86-496F-4414-88D4-460B011B4288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50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AFECE2AB-58FB-5817-DC4D-18F10EA41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7108" name="Line 3">
            <a:extLst>
              <a:ext uri="{FF2B5EF4-FFF2-40B4-BE49-F238E27FC236}">
                <a16:creationId xmlns:a16="http://schemas.microsoft.com/office/drawing/2014/main" id="{D3D992D5-54BE-F202-3E4F-7BF015DF1B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9" name="Line 4">
            <a:extLst>
              <a:ext uri="{FF2B5EF4-FFF2-40B4-BE49-F238E27FC236}">
                <a16:creationId xmlns:a16="http://schemas.microsoft.com/office/drawing/2014/main" id="{2FFE07EE-B766-8D3D-B657-26496CD57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10" name="Object 5">
            <a:extLst>
              <a:ext uri="{FF2B5EF4-FFF2-40B4-BE49-F238E27FC236}">
                <a16:creationId xmlns:a16="http://schemas.microsoft.com/office/drawing/2014/main" id="{6761E781-1467-098F-E633-A1AE5A33EF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47110" name="Object 5">
                        <a:extLst>
                          <a:ext uri="{FF2B5EF4-FFF2-40B4-BE49-F238E27FC236}">
                            <a16:creationId xmlns:a16="http://schemas.microsoft.com/office/drawing/2014/main" id="{6761E781-1467-098F-E633-A1AE5A33EF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Line 6">
            <a:extLst>
              <a:ext uri="{FF2B5EF4-FFF2-40B4-BE49-F238E27FC236}">
                <a16:creationId xmlns:a16="http://schemas.microsoft.com/office/drawing/2014/main" id="{0B3ED7C4-B039-99F1-0023-2B80218A4C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12" name="Object 7">
            <a:extLst>
              <a:ext uri="{FF2B5EF4-FFF2-40B4-BE49-F238E27FC236}">
                <a16:creationId xmlns:a16="http://schemas.microsoft.com/office/drawing/2014/main" id="{08289383-23FD-E04D-B8F1-BBF748BBFC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47112" name="Object 7">
                        <a:extLst>
                          <a:ext uri="{FF2B5EF4-FFF2-40B4-BE49-F238E27FC236}">
                            <a16:creationId xmlns:a16="http://schemas.microsoft.com/office/drawing/2014/main" id="{08289383-23FD-E04D-B8F1-BBF748BBFC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Oval 8">
            <a:extLst>
              <a:ext uri="{FF2B5EF4-FFF2-40B4-BE49-F238E27FC236}">
                <a16:creationId xmlns:a16="http://schemas.microsoft.com/office/drawing/2014/main" id="{E299634E-B73A-9BE1-CEEA-6157DD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7114" name="Oval 9">
            <a:extLst>
              <a:ext uri="{FF2B5EF4-FFF2-40B4-BE49-F238E27FC236}">
                <a16:creationId xmlns:a16="http://schemas.microsoft.com/office/drawing/2014/main" id="{3F3F9A9D-1CFE-7C8E-CC92-6B9C113D4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7115" name="Line 10">
            <a:extLst>
              <a:ext uri="{FF2B5EF4-FFF2-40B4-BE49-F238E27FC236}">
                <a16:creationId xmlns:a16="http://schemas.microsoft.com/office/drawing/2014/main" id="{CD0A8B43-ACB4-7C04-ECFD-1CFB8CD1D2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16" name="Oval 11">
            <a:extLst>
              <a:ext uri="{FF2B5EF4-FFF2-40B4-BE49-F238E27FC236}">
                <a16:creationId xmlns:a16="http://schemas.microsoft.com/office/drawing/2014/main" id="{DDDCBFC8-1373-C83D-F87D-17EFA85D8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7117" name="Line 12">
            <a:extLst>
              <a:ext uri="{FF2B5EF4-FFF2-40B4-BE49-F238E27FC236}">
                <a16:creationId xmlns:a16="http://schemas.microsoft.com/office/drawing/2014/main" id="{36DADDB7-6E39-FD0D-3A25-4126A80C9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7118" name="Object 13">
            <a:extLst>
              <a:ext uri="{FF2B5EF4-FFF2-40B4-BE49-F238E27FC236}">
                <a16:creationId xmlns:a16="http://schemas.microsoft.com/office/drawing/2014/main" id="{686EA29A-4193-204B-DB6A-2937AB624A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224" imgH="571252" progId="Equation.3">
                  <p:embed/>
                </p:oleObj>
              </mc:Choice>
              <mc:Fallback>
                <p:oleObj name="Equation" r:id="rId4" imgW="406224" imgH="571252" progId="Equation.3">
                  <p:embed/>
                  <p:pic>
                    <p:nvPicPr>
                      <p:cNvPr id="47118" name="Object 13">
                        <a:extLst>
                          <a:ext uri="{FF2B5EF4-FFF2-40B4-BE49-F238E27FC236}">
                            <a16:creationId xmlns:a16="http://schemas.microsoft.com/office/drawing/2014/main" id="{686EA29A-4193-204B-DB6A-2937AB624A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9" name="Oval 14">
            <a:extLst>
              <a:ext uri="{FF2B5EF4-FFF2-40B4-BE49-F238E27FC236}">
                <a16:creationId xmlns:a16="http://schemas.microsoft.com/office/drawing/2014/main" id="{8CC5EBEF-EB9D-16BF-C474-33954861C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7120" name="Object 15">
            <a:extLst>
              <a:ext uri="{FF2B5EF4-FFF2-40B4-BE49-F238E27FC236}">
                <a16:creationId xmlns:a16="http://schemas.microsoft.com/office/drawing/2014/main" id="{AEB4B996-1AD3-54FC-8729-4829BEECEC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583947" progId="Equation.3">
                  <p:embed/>
                </p:oleObj>
              </mc:Choice>
              <mc:Fallback>
                <p:oleObj name="Equation" r:id="rId6" imgW="457002" imgH="583947" progId="Equation.3">
                  <p:embed/>
                  <p:pic>
                    <p:nvPicPr>
                      <p:cNvPr id="47120" name="Object 15">
                        <a:extLst>
                          <a:ext uri="{FF2B5EF4-FFF2-40B4-BE49-F238E27FC236}">
                            <a16:creationId xmlns:a16="http://schemas.microsoft.com/office/drawing/2014/main" id="{AEB4B996-1AD3-54FC-8729-4829BEECEC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1" name="Object 16">
            <a:extLst>
              <a:ext uri="{FF2B5EF4-FFF2-40B4-BE49-F238E27FC236}">
                <a16:creationId xmlns:a16="http://schemas.microsoft.com/office/drawing/2014/main" id="{87BE4D8B-F87E-E07C-2C5C-8781C04A0E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47121" name="Object 16">
                        <a:extLst>
                          <a:ext uri="{FF2B5EF4-FFF2-40B4-BE49-F238E27FC236}">
                            <a16:creationId xmlns:a16="http://schemas.microsoft.com/office/drawing/2014/main" id="{87BE4D8B-F87E-E07C-2C5C-8781C04A0E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2" name="Object 17">
            <a:extLst>
              <a:ext uri="{FF2B5EF4-FFF2-40B4-BE49-F238E27FC236}">
                <a16:creationId xmlns:a16="http://schemas.microsoft.com/office/drawing/2014/main" id="{79C9E60A-129E-8B51-2068-84125D7E5A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83947" progId="Equation.3">
                  <p:embed/>
                </p:oleObj>
              </mc:Choice>
              <mc:Fallback>
                <p:oleObj name="Equation" r:id="rId9" imgW="482391" imgH="583947" progId="Equation.3">
                  <p:embed/>
                  <p:pic>
                    <p:nvPicPr>
                      <p:cNvPr id="47122" name="Object 17">
                        <a:extLst>
                          <a:ext uri="{FF2B5EF4-FFF2-40B4-BE49-F238E27FC236}">
                            <a16:creationId xmlns:a16="http://schemas.microsoft.com/office/drawing/2014/main" id="{79C9E60A-129E-8B51-2068-84125D7E5A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3" name="Object 18">
            <a:extLst>
              <a:ext uri="{FF2B5EF4-FFF2-40B4-BE49-F238E27FC236}">
                <a16:creationId xmlns:a16="http://schemas.microsoft.com/office/drawing/2014/main" id="{F92EFC3E-7815-F911-07D6-270566FBDF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47123" name="Object 18">
                        <a:extLst>
                          <a:ext uri="{FF2B5EF4-FFF2-40B4-BE49-F238E27FC236}">
                            <a16:creationId xmlns:a16="http://schemas.microsoft.com/office/drawing/2014/main" id="{F92EFC3E-7815-F911-07D6-270566FBDF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4" name="Line 19">
            <a:extLst>
              <a:ext uri="{FF2B5EF4-FFF2-40B4-BE49-F238E27FC236}">
                <a16:creationId xmlns:a16="http://schemas.microsoft.com/office/drawing/2014/main" id="{208AF0C9-0BA1-D243-6995-1A91032762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25" name="Oval 20">
            <a:extLst>
              <a:ext uri="{FF2B5EF4-FFF2-40B4-BE49-F238E27FC236}">
                <a16:creationId xmlns:a16="http://schemas.microsoft.com/office/drawing/2014/main" id="{7B0E9A6B-0F69-05A0-4237-7D9BB16F4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7126" name="Object 21">
            <a:extLst>
              <a:ext uri="{FF2B5EF4-FFF2-40B4-BE49-F238E27FC236}">
                <a16:creationId xmlns:a16="http://schemas.microsoft.com/office/drawing/2014/main" id="{DB49FB1C-626E-52EC-C79C-A5983A55D8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82391" imgH="571252" progId="Equation.3">
                  <p:embed/>
                </p:oleObj>
              </mc:Choice>
              <mc:Fallback>
                <p:oleObj name="Equation" r:id="rId13" imgW="482391" imgH="571252" progId="Equation.3">
                  <p:embed/>
                  <p:pic>
                    <p:nvPicPr>
                      <p:cNvPr id="47126" name="Object 21">
                        <a:extLst>
                          <a:ext uri="{FF2B5EF4-FFF2-40B4-BE49-F238E27FC236}">
                            <a16:creationId xmlns:a16="http://schemas.microsoft.com/office/drawing/2014/main" id="{DB49FB1C-626E-52EC-C79C-A5983A55D8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7" name="Line 22">
            <a:extLst>
              <a:ext uri="{FF2B5EF4-FFF2-40B4-BE49-F238E27FC236}">
                <a16:creationId xmlns:a16="http://schemas.microsoft.com/office/drawing/2014/main" id="{0CFCDCEF-2B0D-F201-BE25-A0A0FE6AAC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7128" name="Object 23">
            <a:extLst>
              <a:ext uri="{FF2B5EF4-FFF2-40B4-BE49-F238E27FC236}">
                <a16:creationId xmlns:a16="http://schemas.microsoft.com/office/drawing/2014/main" id="{180EBB8F-1442-B2CE-B685-16D5C0E72C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7128" name="Object 23">
                        <a:extLst>
                          <a:ext uri="{FF2B5EF4-FFF2-40B4-BE49-F238E27FC236}">
                            <a16:creationId xmlns:a16="http://schemas.microsoft.com/office/drawing/2014/main" id="{180EBB8F-1442-B2CE-B685-16D5C0E72C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9" name="Line 25">
            <a:extLst>
              <a:ext uri="{FF2B5EF4-FFF2-40B4-BE49-F238E27FC236}">
                <a16:creationId xmlns:a16="http://schemas.microsoft.com/office/drawing/2014/main" id="{89265A82-E102-4C7C-9162-F5CEB1DB1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30" name="Object 26">
            <a:extLst>
              <a:ext uri="{FF2B5EF4-FFF2-40B4-BE49-F238E27FC236}">
                <a16:creationId xmlns:a16="http://schemas.microsoft.com/office/drawing/2014/main" id="{5DA3F0DD-6A47-AF88-3CCD-590B548AC4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7130" name="Object 26">
                        <a:extLst>
                          <a:ext uri="{FF2B5EF4-FFF2-40B4-BE49-F238E27FC236}">
                            <a16:creationId xmlns:a16="http://schemas.microsoft.com/office/drawing/2014/main" id="{5DA3F0DD-6A47-AF88-3CCD-590B548AC4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1" name="Text Box 27">
            <a:extLst>
              <a:ext uri="{FF2B5EF4-FFF2-40B4-BE49-F238E27FC236}">
                <a16:creationId xmlns:a16="http://schemas.microsoft.com/office/drawing/2014/main" id="{CD68B479-32EF-6F8A-90D1-B7AEFEEFD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5257800"/>
            <a:ext cx="4155305" cy="11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No transition:</a:t>
            </a:r>
          </a:p>
          <a:p>
            <a:pPr>
              <a:spcBef>
                <a:spcPct val="20000"/>
              </a:spcBef>
            </a:pPr>
            <a:r>
              <a:rPr lang="en-US" altLang="ar-SA"/>
              <a:t>the automaton hangs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>
            <a:extLst>
              <a:ext uri="{FF2B5EF4-FFF2-40B4-BE49-F238E27FC236}">
                <a16:creationId xmlns:a16="http://schemas.microsoft.com/office/drawing/2014/main" id="{55E4D3E1-8F7F-9601-9B19-F7D8D2ADF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B1480860-3A4C-4D26-A27D-8F1EBF1BBFD4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51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247BA92F-F890-5636-DA7A-9525BBBB5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8132" name="Line 3">
            <a:extLst>
              <a:ext uri="{FF2B5EF4-FFF2-40B4-BE49-F238E27FC236}">
                <a16:creationId xmlns:a16="http://schemas.microsoft.com/office/drawing/2014/main" id="{B123408B-F659-1D8F-8187-EC50DDE3C9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3" name="Line 4">
            <a:extLst>
              <a:ext uri="{FF2B5EF4-FFF2-40B4-BE49-F238E27FC236}">
                <a16:creationId xmlns:a16="http://schemas.microsoft.com/office/drawing/2014/main" id="{274496D7-48F9-96D9-E353-A95190FF2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8134" name="Object 5">
            <a:extLst>
              <a:ext uri="{FF2B5EF4-FFF2-40B4-BE49-F238E27FC236}">
                <a16:creationId xmlns:a16="http://schemas.microsoft.com/office/drawing/2014/main" id="{5511A499-23A3-661B-ED6D-0919275E92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48134" name="Object 5">
                        <a:extLst>
                          <a:ext uri="{FF2B5EF4-FFF2-40B4-BE49-F238E27FC236}">
                            <a16:creationId xmlns:a16="http://schemas.microsoft.com/office/drawing/2014/main" id="{5511A499-23A3-661B-ED6D-0919275E92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5" name="Line 6">
            <a:extLst>
              <a:ext uri="{FF2B5EF4-FFF2-40B4-BE49-F238E27FC236}">
                <a16:creationId xmlns:a16="http://schemas.microsoft.com/office/drawing/2014/main" id="{3DCFF36B-06B9-E6B1-B08D-7479F44336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8136" name="Object 7">
            <a:extLst>
              <a:ext uri="{FF2B5EF4-FFF2-40B4-BE49-F238E27FC236}">
                <a16:creationId xmlns:a16="http://schemas.microsoft.com/office/drawing/2014/main" id="{91DFF103-6B03-52F9-18B4-F910C76BDD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48136" name="Object 7">
                        <a:extLst>
                          <a:ext uri="{FF2B5EF4-FFF2-40B4-BE49-F238E27FC236}">
                            <a16:creationId xmlns:a16="http://schemas.microsoft.com/office/drawing/2014/main" id="{91DFF103-6B03-52F9-18B4-F910C76BDD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7" name="Oval 8">
            <a:extLst>
              <a:ext uri="{FF2B5EF4-FFF2-40B4-BE49-F238E27FC236}">
                <a16:creationId xmlns:a16="http://schemas.microsoft.com/office/drawing/2014/main" id="{8F461D5B-45F3-08A6-9CD5-84AB512D3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8138" name="Oval 9">
            <a:extLst>
              <a:ext uri="{FF2B5EF4-FFF2-40B4-BE49-F238E27FC236}">
                <a16:creationId xmlns:a16="http://schemas.microsoft.com/office/drawing/2014/main" id="{6375D013-BCB6-408F-21DE-63ECB45E4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8139" name="Line 10">
            <a:extLst>
              <a:ext uri="{FF2B5EF4-FFF2-40B4-BE49-F238E27FC236}">
                <a16:creationId xmlns:a16="http://schemas.microsoft.com/office/drawing/2014/main" id="{A82BCDA7-CBA7-96B3-8729-A78434B54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0" name="Oval 11">
            <a:extLst>
              <a:ext uri="{FF2B5EF4-FFF2-40B4-BE49-F238E27FC236}">
                <a16:creationId xmlns:a16="http://schemas.microsoft.com/office/drawing/2014/main" id="{0897AAC6-84C1-9091-F95D-73633BA00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8141" name="Line 12">
            <a:extLst>
              <a:ext uri="{FF2B5EF4-FFF2-40B4-BE49-F238E27FC236}">
                <a16:creationId xmlns:a16="http://schemas.microsoft.com/office/drawing/2014/main" id="{93010C0A-3B3D-6FAA-058A-0F41924338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8142" name="Object 13">
            <a:extLst>
              <a:ext uri="{FF2B5EF4-FFF2-40B4-BE49-F238E27FC236}">
                <a16:creationId xmlns:a16="http://schemas.microsoft.com/office/drawing/2014/main" id="{57FCB142-A712-F973-8945-217DA6217A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224" imgH="571252" progId="Equation.3">
                  <p:embed/>
                </p:oleObj>
              </mc:Choice>
              <mc:Fallback>
                <p:oleObj name="Equation" r:id="rId4" imgW="406224" imgH="571252" progId="Equation.3">
                  <p:embed/>
                  <p:pic>
                    <p:nvPicPr>
                      <p:cNvPr id="48142" name="Object 13">
                        <a:extLst>
                          <a:ext uri="{FF2B5EF4-FFF2-40B4-BE49-F238E27FC236}">
                            <a16:creationId xmlns:a16="http://schemas.microsoft.com/office/drawing/2014/main" id="{57FCB142-A712-F973-8945-217DA6217A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3" name="Oval 14">
            <a:extLst>
              <a:ext uri="{FF2B5EF4-FFF2-40B4-BE49-F238E27FC236}">
                <a16:creationId xmlns:a16="http://schemas.microsoft.com/office/drawing/2014/main" id="{0F5CCADA-AB62-28E0-3D59-B14EDBB3B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8144" name="Object 15">
            <a:extLst>
              <a:ext uri="{FF2B5EF4-FFF2-40B4-BE49-F238E27FC236}">
                <a16:creationId xmlns:a16="http://schemas.microsoft.com/office/drawing/2014/main" id="{632AEB4A-56F8-11E5-5872-89B2ACC9B2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583947" progId="Equation.3">
                  <p:embed/>
                </p:oleObj>
              </mc:Choice>
              <mc:Fallback>
                <p:oleObj name="Equation" r:id="rId6" imgW="457002" imgH="583947" progId="Equation.3">
                  <p:embed/>
                  <p:pic>
                    <p:nvPicPr>
                      <p:cNvPr id="48144" name="Object 15">
                        <a:extLst>
                          <a:ext uri="{FF2B5EF4-FFF2-40B4-BE49-F238E27FC236}">
                            <a16:creationId xmlns:a16="http://schemas.microsoft.com/office/drawing/2014/main" id="{632AEB4A-56F8-11E5-5872-89B2ACC9B2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5" name="Object 16">
            <a:extLst>
              <a:ext uri="{FF2B5EF4-FFF2-40B4-BE49-F238E27FC236}">
                <a16:creationId xmlns:a16="http://schemas.microsoft.com/office/drawing/2014/main" id="{E87E0B79-0420-59A6-A37F-36D7F5AEB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48145" name="Object 16">
                        <a:extLst>
                          <a:ext uri="{FF2B5EF4-FFF2-40B4-BE49-F238E27FC236}">
                            <a16:creationId xmlns:a16="http://schemas.microsoft.com/office/drawing/2014/main" id="{E87E0B79-0420-59A6-A37F-36D7F5AEBE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6" name="Object 17">
            <a:extLst>
              <a:ext uri="{FF2B5EF4-FFF2-40B4-BE49-F238E27FC236}">
                <a16:creationId xmlns:a16="http://schemas.microsoft.com/office/drawing/2014/main" id="{F3F54202-0F5B-3F84-BAA1-6097B68512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82391" imgH="583947" progId="Equation.3">
                  <p:embed/>
                </p:oleObj>
              </mc:Choice>
              <mc:Fallback>
                <p:oleObj name="Equation" r:id="rId9" imgW="482391" imgH="583947" progId="Equation.3">
                  <p:embed/>
                  <p:pic>
                    <p:nvPicPr>
                      <p:cNvPr id="48146" name="Object 17">
                        <a:extLst>
                          <a:ext uri="{FF2B5EF4-FFF2-40B4-BE49-F238E27FC236}">
                            <a16:creationId xmlns:a16="http://schemas.microsoft.com/office/drawing/2014/main" id="{F3F54202-0F5B-3F84-BAA1-6097B68512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7" name="Object 18">
            <a:extLst>
              <a:ext uri="{FF2B5EF4-FFF2-40B4-BE49-F238E27FC236}">
                <a16:creationId xmlns:a16="http://schemas.microsoft.com/office/drawing/2014/main" id="{A92D5295-A210-994B-9F09-0F8FDDDE77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0200" imgH="419100" progId="Equation.3">
                  <p:embed/>
                </p:oleObj>
              </mc:Choice>
              <mc:Fallback>
                <p:oleObj name="Equation" r:id="rId11" imgW="330200" imgH="419100" progId="Equation.3">
                  <p:embed/>
                  <p:pic>
                    <p:nvPicPr>
                      <p:cNvPr id="48147" name="Object 18">
                        <a:extLst>
                          <a:ext uri="{FF2B5EF4-FFF2-40B4-BE49-F238E27FC236}">
                            <a16:creationId xmlns:a16="http://schemas.microsoft.com/office/drawing/2014/main" id="{A92D5295-A210-994B-9F09-0F8FDDDE77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8" name="Line 19">
            <a:extLst>
              <a:ext uri="{FF2B5EF4-FFF2-40B4-BE49-F238E27FC236}">
                <a16:creationId xmlns:a16="http://schemas.microsoft.com/office/drawing/2014/main" id="{C4A52259-96D6-2823-1C7B-4853F2BE8C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49" name="Oval 20">
            <a:extLst>
              <a:ext uri="{FF2B5EF4-FFF2-40B4-BE49-F238E27FC236}">
                <a16:creationId xmlns:a16="http://schemas.microsoft.com/office/drawing/2014/main" id="{E8C97436-E14F-0971-FF73-C4F842A36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8150" name="Object 21">
            <a:extLst>
              <a:ext uri="{FF2B5EF4-FFF2-40B4-BE49-F238E27FC236}">
                <a16:creationId xmlns:a16="http://schemas.microsoft.com/office/drawing/2014/main" id="{C23EC800-1189-DDBF-2EFC-0C510DFF75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82391" imgH="571252" progId="Equation.3">
                  <p:embed/>
                </p:oleObj>
              </mc:Choice>
              <mc:Fallback>
                <p:oleObj name="Equation" r:id="rId13" imgW="482391" imgH="571252" progId="Equation.3">
                  <p:embed/>
                  <p:pic>
                    <p:nvPicPr>
                      <p:cNvPr id="48150" name="Object 21">
                        <a:extLst>
                          <a:ext uri="{FF2B5EF4-FFF2-40B4-BE49-F238E27FC236}">
                            <a16:creationId xmlns:a16="http://schemas.microsoft.com/office/drawing/2014/main" id="{C23EC800-1189-DDBF-2EFC-0C510DFF75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1" name="Line 22">
            <a:extLst>
              <a:ext uri="{FF2B5EF4-FFF2-40B4-BE49-F238E27FC236}">
                <a16:creationId xmlns:a16="http://schemas.microsoft.com/office/drawing/2014/main" id="{7AE78B33-93A6-2235-673E-482B4FC9FD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8152" name="Object 23">
            <a:extLst>
              <a:ext uri="{FF2B5EF4-FFF2-40B4-BE49-F238E27FC236}">
                <a16:creationId xmlns:a16="http://schemas.microsoft.com/office/drawing/2014/main" id="{C49BB420-3D2C-33E8-EA87-F7871337F8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48152" name="Object 23">
                        <a:extLst>
                          <a:ext uri="{FF2B5EF4-FFF2-40B4-BE49-F238E27FC236}">
                            <a16:creationId xmlns:a16="http://schemas.microsoft.com/office/drawing/2014/main" id="{C49BB420-3D2C-33E8-EA87-F7871337F8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3" name="Text Box 25">
            <a:extLst>
              <a:ext uri="{FF2B5EF4-FFF2-40B4-BE49-F238E27FC236}">
                <a16:creationId xmlns:a16="http://schemas.microsoft.com/office/drawing/2014/main" id="{AF9C3874-35E4-1286-AA7A-E87210F90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3276600"/>
            <a:ext cx="1709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“reject”</a:t>
            </a:r>
          </a:p>
        </p:txBody>
      </p:sp>
      <p:sp>
        <p:nvSpPr>
          <p:cNvPr id="48154" name="Text Box 26">
            <a:extLst>
              <a:ext uri="{FF2B5EF4-FFF2-40B4-BE49-F238E27FC236}">
                <a16:creationId xmlns:a16="http://schemas.microsoft.com/office/drawing/2014/main" id="{0FA168BD-0D1A-6AC5-24BD-4B764F490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925" y="5231732"/>
            <a:ext cx="4841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 dirty="0"/>
              <a:t>String           is rejected</a:t>
            </a:r>
          </a:p>
        </p:txBody>
      </p:sp>
      <p:graphicFrame>
        <p:nvGraphicFramePr>
          <p:cNvPr id="48155" name="Object 27">
            <a:extLst>
              <a:ext uri="{FF2B5EF4-FFF2-40B4-BE49-F238E27FC236}">
                <a16:creationId xmlns:a16="http://schemas.microsoft.com/office/drawing/2014/main" id="{2745B29A-592A-24A7-36FC-2635D1B0EA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3248513"/>
              </p:ext>
            </p:extLst>
          </p:nvPr>
        </p:nvGraphicFramePr>
        <p:xfrm>
          <a:off x="3561557" y="5371431"/>
          <a:ext cx="812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12447" imgH="330057" progId="Equation.3">
                  <p:embed/>
                </p:oleObj>
              </mc:Choice>
              <mc:Fallback>
                <p:oleObj name="Equation" r:id="rId15" imgW="812447" imgH="330057" progId="Equation.3">
                  <p:embed/>
                  <p:pic>
                    <p:nvPicPr>
                      <p:cNvPr id="48155" name="Object 27">
                        <a:extLst>
                          <a:ext uri="{FF2B5EF4-FFF2-40B4-BE49-F238E27FC236}">
                            <a16:creationId xmlns:a16="http://schemas.microsoft.com/office/drawing/2014/main" id="{2745B29A-592A-24A7-36FC-2635D1B0EA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1557" y="5371431"/>
                        <a:ext cx="812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6" name="Line 29">
            <a:extLst>
              <a:ext uri="{FF2B5EF4-FFF2-40B4-BE49-F238E27FC236}">
                <a16:creationId xmlns:a16="http://schemas.microsoft.com/office/drawing/2014/main" id="{4A0FA807-E438-0C35-40E7-C7374B7E69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8157" name="Object 30">
            <a:extLst>
              <a:ext uri="{FF2B5EF4-FFF2-40B4-BE49-F238E27FC236}">
                <a16:creationId xmlns:a16="http://schemas.microsoft.com/office/drawing/2014/main" id="{0B71C776-4DB1-41FB-4C88-F333AE5447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8157" name="Object 30">
                        <a:extLst>
                          <a:ext uri="{FF2B5EF4-FFF2-40B4-BE49-F238E27FC236}">
                            <a16:creationId xmlns:a16="http://schemas.microsoft.com/office/drawing/2014/main" id="{0B71C776-4DB1-41FB-4C88-F333AE5447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8" name="Text Box 31">
            <a:extLst>
              <a:ext uri="{FF2B5EF4-FFF2-40B4-BE49-F238E27FC236}">
                <a16:creationId xmlns:a16="http://schemas.microsoft.com/office/drawing/2014/main" id="{F73C01F9-7FCA-455E-A99B-1EA23C5CD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6" y="254000"/>
            <a:ext cx="5141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Input cannot be consumed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>
            <a:extLst>
              <a:ext uri="{FF2B5EF4-FFF2-40B4-BE49-F238E27FC236}">
                <a16:creationId xmlns:a16="http://schemas.microsoft.com/office/drawing/2014/main" id="{720859CE-8916-3EE3-FCF3-208C726D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65E7EC64-979D-460A-B91E-419286E7EA60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52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5" name="Text Box 2">
            <a:extLst>
              <a:ext uri="{FF2B5EF4-FFF2-40B4-BE49-F238E27FC236}">
                <a16:creationId xmlns:a16="http://schemas.microsoft.com/office/drawing/2014/main" id="{90EC4A05-519E-4DC0-9CFF-97EE608E0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6" y="2082800"/>
            <a:ext cx="3865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Language accepted:</a:t>
            </a:r>
          </a:p>
        </p:txBody>
      </p:sp>
      <p:graphicFrame>
        <p:nvGraphicFramePr>
          <p:cNvPr id="49156" name="Object 3">
            <a:extLst>
              <a:ext uri="{FF2B5EF4-FFF2-40B4-BE49-F238E27FC236}">
                <a16:creationId xmlns:a16="http://schemas.microsoft.com/office/drawing/2014/main" id="{B78979E4-59C6-A461-9022-9A6F18D4F7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2057400"/>
          <a:ext cx="1727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451" imgH="533169" progId="Equation.3">
                  <p:embed/>
                </p:oleObj>
              </mc:Choice>
              <mc:Fallback>
                <p:oleObj name="Equation" r:id="rId2" imgW="1726451" imgH="533169" progId="Equation.3">
                  <p:embed/>
                  <p:pic>
                    <p:nvPicPr>
                      <p:cNvPr id="49156" name="Object 3">
                        <a:extLst>
                          <a:ext uri="{FF2B5EF4-FFF2-40B4-BE49-F238E27FC236}">
                            <a16:creationId xmlns:a16="http://schemas.microsoft.com/office/drawing/2014/main" id="{B78979E4-59C6-A461-9022-9A6F18D4F7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057400"/>
                        <a:ext cx="1727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Oval 4">
            <a:extLst>
              <a:ext uri="{FF2B5EF4-FFF2-40B4-BE49-F238E27FC236}">
                <a16:creationId xmlns:a16="http://schemas.microsoft.com/office/drawing/2014/main" id="{41825E2A-2BB9-DAEB-0527-47591EE40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9158" name="Oval 5">
            <a:extLst>
              <a:ext uri="{FF2B5EF4-FFF2-40B4-BE49-F238E27FC236}">
                <a16:creationId xmlns:a16="http://schemas.microsoft.com/office/drawing/2014/main" id="{3AAD4C3C-E490-0A1F-1566-0C54904A3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9159" name="Line 6">
            <a:extLst>
              <a:ext uri="{FF2B5EF4-FFF2-40B4-BE49-F238E27FC236}">
                <a16:creationId xmlns:a16="http://schemas.microsoft.com/office/drawing/2014/main" id="{60E0FD46-CD22-5C46-B6EB-B29EF42EF9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0" name="Oval 7">
            <a:extLst>
              <a:ext uri="{FF2B5EF4-FFF2-40B4-BE49-F238E27FC236}">
                <a16:creationId xmlns:a16="http://schemas.microsoft.com/office/drawing/2014/main" id="{BFAE0BF7-923B-E45E-EEC4-A593A3CAC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49161" name="Line 8">
            <a:extLst>
              <a:ext uri="{FF2B5EF4-FFF2-40B4-BE49-F238E27FC236}">
                <a16:creationId xmlns:a16="http://schemas.microsoft.com/office/drawing/2014/main" id="{2BF25DC0-3F5B-D440-D836-E0C7135E1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9162" name="Object 9">
            <a:extLst>
              <a:ext uri="{FF2B5EF4-FFF2-40B4-BE49-F238E27FC236}">
                <a16:creationId xmlns:a16="http://schemas.microsoft.com/office/drawing/2014/main" id="{6CC2DC06-2AFB-BE57-5845-FF45B7FAC2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1910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224" imgH="571252" progId="Equation.3">
                  <p:embed/>
                </p:oleObj>
              </mc:Choice>
              <mc:Fallback>
                <p:oleObj name="Equation" r:id="rId4" imgW="406224" imgH="571252" progId="Equation.3">
                  <p:embed/>
                  <p:pic>
                    <p:nvPicPr>
                      <p:cNvPr id="49162" name="Object 9">
                        <a:extLst>
                          <a:ext uri="{FF2B5EF4-FFF2-40B4-BE49-F238E27FC236}">
                            <a16:creationId xmlns:a16="http://schemas.microsoft.com/office/drawing/2014/main" id="{6CC2DC06-2AFB-BE57-5845-FF45B7FAC2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1910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3" name="Oval 10">
            <a:extLst>
              <a:ext uri="{FF2B5EF4-FFF2-40B4-BE49-F238E27FC236}">
                <a16:creationId xmlns:a16="http://schemas.microsoft.com/office/drawing/2014/main" id="{255B75D1-A503-B963-D47F-C28504680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9164" name="Object 11">
            <a:extLst>
              <a:ext uri="{FF2B5EF4-FFF2-40B4-BE49-F238E27FC236}">
                <a16:creationId xmlns:a16="http://schemas.microsoft.com/office/drawing/2014/main" id="{5093337D-FDEA-828F-F4A5-8331828717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0" y="4184650"/>
          <a:ext cx="45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002" imgH="583947" progId="Equation.3">
                  <p:embed/>
                </p:oleObj>
              </mc:Choice>
              <mc:Fallback>
                <p:oleObj name="Equation" r:id="rId6" imgW="457002" imgH="583947" progId="Equation.3">
                  <p:embed/>
                  <p:pic>
                    <p:nvPicPr>
                      <p:cNvPr id="49164" name="Object 11">
                        <a:extLst>
                          <a:ext uri="{FF2B5EF4-FFF2-40B4-BE49-F238E27FC236}">
                            <a16:creationId xmlns:a16="http://schemas.microsoft.com/office/drawing/2014/main" id="{5093337D-FDEA-828F-F4A5-8331828717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4184650"/>
                        <a:ext cx="457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5" name="Object 12">
            <a:extLst>
              <a:ext uri="{FF2B5EF4-FFF2-40B4-BE49-F238E27FC236}">
                <a16:creationId xmlns:a16="http://schemas.microsoft.com/office/drawing/2014/main" id="{03EA0324-215E-136D-BC34-0E5DCA5B15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49165" name="Object 12">
                        <a:extLst>
                          <a:ext uri="{FF2B5EF4-FFF2-40B4-BE49-F238E27FC236}">
                            <a16:creationId xmlns:a16="http://schemas.microsoft.com/office/drawing/2014/main" id="{03EA0324-215E-136D-BC34-0E5DCA5B15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6" name="Object 13">
            <a:extLst>
              <a:ext uri="{FF2B5EF4-FFF2-40B4-BE49-F238E27FC236}">
                <a16:creationId xmlns:a16="http://schemas.microsoft.com/office/drawing/2014/main" id="{49974B86-BE70-8BE7-0A27-366A34E40F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910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2391" imgH="583947" progId="Equation.3">
                  <p:embed/>
                </p:oleObj>
              </mc:Choice>
              <mc:Fallback>
                <p:oleObj name="Equation" r:id="rId10" imgW="482391" imgH="583947" progId="Equation.3">
                  <p:embed/>
                  <p:pic>
                    <p:nvPicPr>
                      <p:cNvPr id="49166" name="Object 13">
                        <a:extLst>
                          <a:ext uri="{FF2B5EF4-FFF2-40B4-BE49-F238E27FC236}">
                            <a16:creationId xmlns:a16="http://schemas.microsoft.com/office/drawing/2014/main" id="{49974B86-BE70-8BE7-0A27-366A34E40F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910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7" name="Object 14">
            <a:extLst>
              <a:ext uri="{FF2B5EF4-FFF2-40B4-BE49-F238E27FC236}">
                <a16:creationId xmlns:a16="http://schemas.microsoft.com/office/drawing/2014/main" id="{2EEC723B-1724-CC5A-EF27-C3436242C1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41148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200" imgH="419100" progId="Equation.3">
                  <p:embed/>
                </p:oleObj>
              </mc:Choice>
              <mc:Fallback>
                <p:oleObj name="Equation" r:id="rId12" imgW="330200" imgH="419100" progId="Equation.3">
                  <p:embed/>
                  <p:pic>
                    <p:nvPicPr>
                      <p:cNvPr id="49167" name="Object 14">
                        <a:extLst>
                          <a:ext uri="{FF2B5EF4-FFF2-40B4-BE49-F238E27FC236}">
                            <a16:creationId xmlns:a16="http://schemas.microsoft.com/office/drawing/2014/main" id="{2EEC723B-1724-CC5A-EF27-C3436242C1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1148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8" name="Line 15">
            <a:extLst>
              <a:ext uri="{FF2B5EF4-FFF2-40B4-BE49-F238E27FC236}">
                <a16:creationId xmlns:a16="http://schemas.microsoft.com/office/drawing/2014/main" id="{3CB606DB-B8AE-0E8F-CF42-CE33BA6343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69" name="Oval 16">
            <a:extLst>
              <a:ext uri="{FF2B5EF4-FFF2-40B4-BE49-F238E27FC236}">
                <a16:creationId xmlns:a16="http://schemas.microsoft.com/office/drawing/2014/main" id="{C622011C-9BE7-8957-AD82-D3AD1906C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49170" name="Object 17">
            <a:extLst>
              <a:ext uri="{FF2B5EF4-FFF2-40B4-BE49-F238E27FC236}">
                <a16:creationId xmlns:a16="http://schemas.microsoft.com/office/drawing/2014/main" id="{F3AC0486-6534-6D6A-F8E8-6B19C9A732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4191000"/>
          <a:ext cx="48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2391" imgH="571252" progId="Equation.3">
                  <p:embed/>
                </p:oleObj>
              </mc:Choice>
              <mc:Fallback>
                <p:oleObj name="Equation" r:id="rId14" imgW="482391" imgH="571252" progId="Equation.3">
                  <p:embed/>
                  <p:pic>
                    <p:nvPicPr>
                      <p:cNvPr id="49170" name="Object 17">
                        <a:extLst>
                          <a:ext uri="{FF2B5EF4-FFF2-40B4-BE49-F238E27FC236}">
                            <a16:creationId xmlns:a16="http://schemas.microsoft.com/office/drawing/2014/main" id="{F3AC0486-6534-6D6A-F8E8-6B19C9A732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4191000"/>
                        <a:ext cx="48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1" name="Line 18">
            <a:extLst>
              <a:ext uri="{FF2B5EF4-FFF2-40B4-BE49-F238E27FC236}">
                <a16:creationId xmlns:a16="http://schemas.microsoft.com/office/drawing/2014/main" id="{D9291CB4-1BE9-F32B-E143-1F1A178F0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9172" name="Object 19">
            <a:extLst>
              <a:ext uri="{FF2B5EF4-FFF2-40B4-BE49-F238E27FC236}">
                <a16:creationId xmlns:a16="http://schemas.microsoft.com/office/drawing/2014/main" id="{0C43CB0B-73E6-30DB-164B-FBCC7BF0A2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49172" name="Object 19">
                        <a:extLst>
                          <a:ext uri="{FF2B5EF4-FFF2-40B4-BE49-F238E27FC236}">
                            <a16:creationId xmlns:a16="http://schemas.microsoft.com/office/drawing/2014/main" id="{0C43CB0B-73E6-30DB-164B-FBCC7BF0A2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>
            <a:extLst>
              <a:ext uri="{FF2B5EF4-FFF2-40B4-BE49-F238E27FC236}">
                <a16:creationId xmlns:a16="http://schemas.microsoft.com/office/drawing/2014/main" id="{1978BB6E-D170-900D-E62D-4C2729BC3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05D9CB5B-46C3-412D-B1A9-0E37339EDB65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53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683EE449-A28F-D7FB-8AC2-A6907EA28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8839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ar-SA" sz="3600">
                <a:solidFill>
                  <a:schemeClr val="tx2"/>
                </a:solidFill>
              </a:rPr>
              <a:t>Another NFA Example</a:t>
            </a:r>
          </a:p>
        </p:txBody>
      </p:sp>
      <p:sp>
        <p:nvSpPr>
          <p:cNvPr id="50180" name="Oval 3">
            <a:extLst>
              <a:ext uri="{FF2B5EF4-FFF2-40B4-BE49-F238E27FC236}">
                <a16:creationId xmlns:a16="http://schemas.microsoft.com/office/drawing/2014/main" id="{819111B3-ABFC-3F83-D7A7-D61EE7EA6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0181" name="Object 4">
            <a:extLst>
              <a:ext uri="{FF2B5EF4-FFF2-40B4-BE49-F238E27FC236}">
                <a16:creationId xmlns:a16="http://schemas.microsoft.com/office/drawing/2014/main" id="{A2EA85DD-2507-0FF7-E3D9-536DF94CE3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50181" name="Object 4">
                        <a:extLst>
                          <a:ext uri="{FF2B5EF4-FFF2-40B4-BE49-F238E27FC236}">
                            <a16:creationId xmlns:a16="http://schemas.microsoft.com/office/drawing/2014/main" id="{A2EA85DD-2507-0FF7-E3D9-536DF94CE3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5">
            <a:extLst>
              <a:ext uri="{FF2B5EF4-FFF2-40B4-BE49-F238E27FC236}">
                <a16:creationId xmlns:a16="http://schemas.microsoft.com/office/drawing/2014/main" id="{2E357DE3-52B3-040F-F26D-E3EB21F791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1888" y="4194175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224" imgH="571252" progId="Equation.3">
                  <p:embed/>
                </p:oleObj>
              </mc:Choice>
              <mc:Fallback>
                <p:oleObj name="Equation" r:id="rId4" imgW="406224" imgH="571252" progId="Equation.3">
                  <p:embed/>
                  <p:pic>
                    <p:nvPicPr>
                      <p:cNvPr id="50182" name="Object 5">
                        <a:extLst>
                          <a:ext uri="{FF2B5EF4-FFF2-40B4-BE49-F238E27FC236}">
                            <a16:creationId xmlns:a16="http://schemas.microsoft.com/office/drawing/2014/main" id="{2E357DE3-52B3-040F-F26D-E3EB21F791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4194175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6">
            <a:extLst>
              <a:ext uri="{FF2B5EF4-FFF2-40B4-BE49-F238E27FC236}">
                <a16:creationId xmlns:a16="http://schemas.microsoft.com/office/drawing/2014/main" id="{49FFFCB2-D860-88F1-AD7E-8A1C867773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5488" y="4194175"/>
          <a:ext cx="4810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391" imgH="571252" progId="Equation.3">
                  <p:embed/>
                </p:oleObj>
              </mc:Choice>
              <mc:Fallback>
                <p:oleObj name="Equation" r:id="rId6" imgW="482391" imgH="571252" progId="Equation.3">
                  <p:embed/>
                  <p:pic>
                    <p:nvPicPr>
                      <p:cNvPr id="50183" name="Object 6">
                        <a:extLst>
                          <a:ext uri="{FF2B5EF4-FFF2-40B4-BE49-F238E27FC236}">
                            <a16:creationId xmlns:a16="http://schemas.microsoft.com/office/drawing/2014/main" id="{49FFFCB2-D860-88F1-AD7E-8A1C867773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5488" y="4194175"/>
                        <a:ext cx="4810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4" name="Oval 7">
            <a:extLst>
              <a:ext uri="{FF2B5EF4-FFF2-40B4-BE49-F238E27FC236}">
                <a16:creationId xmlns:a16="http://schemas.microsoft.com/office/drawing/2014/main" id="{CA499873-3D40-AD29-BB89-04122CB34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0185" name="Oval 8">
            <a:extLst>
              <a:ext uri="{FF2B5EF4-FFF2-40B4-BE49-F238E27FC236}">
                <a16:creationId xmlns:a16="http://schemas.microsoft.com/office/drawing/2014/main" id="{52E1B16A-235A-90F6-0BDA-110AB90FA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0186" name="Line 9">
            <a:extLst>
              <a:ext uri="{FF2B5EF4-FFF2-40B4-BE49-F238E27FC236}">
                <a16:creationId xmlns:a16="http://schemas.microsoft.com/office/drawing/2014/main" id="{05019F65-AABF-979F-B610-A4DAD547AD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7" name="Line 10">
            <a:extLst>
              <a:ext uri="{FF2B5EF4-FFF2-40B4-BE49-F238E27FC236}">
                <a16:creationId xmlns:a16="http://schemas.microsoft.com/office/drawing/2014/main" id="{3E778364-BD98-8741-4A7D-64EF1D5DFF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8" name="Line 11">
            <a:extLst>
              <a:ext uri="{FF2B5EF4-FFF2-40B4-BE49-F238E27FC236}">
                <a16:creationId xmlns:a16="http://schemas.microsoft.com/office/drawing/2014/main" id="{5CC1760E-F4CB-83E5-A787-4455E7D55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9" name="Oval 12">
            <a:extLst>
              <a:ext uri="{FF2B5EF4-FFF2-40B4-BE49-F238E27FC236}">
                <a16:creationId xmlns:a16="http://schemas.microsoft.com/office/drawing/2014/main" id="{090EF000-84A8-7443-9E5E-2D8784086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0190" name="Line 13">
            <a:extLst>
              <a:ext uri="{FF2B5EF4-FFF2-40B4-BE49-F238E27FC236}">
                <a16:creationId xmlns:a16="http://schemas.microsoft.com/office/drawing/2014/main" id="{45FB88E0-AB05-4E4E-D5B0-1C0992935E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191" name="Object 14">
            <a:extLst>
              <a:ext uri="{FF2B5EF4-FFF2-40B4-BE49-F238E27FC236}">
                <a16:creationId xmlns:a16="http://schemas.microsoft.com/office/drawing/2014/main" id="{167A5A61-E512-37DC-8D4F-05871EE612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1973" imgH="304668" progId="Equation.3">
                  <p:embed/>
                </p:oleObj>
              </mc:Choice>
              <mc:Fallback>
                <p:oleObj name="Equation" r:id="rId8" imgW="291973" imgH="304668" progId="Equation.3">
                  <p:embed/>
                  <p:pic>
                    <p:nvPicPr>
                      <p:cNvPr id="50191" name="Object 14">
                        <a:extLst>
                          <a:ext uri="{FF2B5EF4-FFF2-40B4-BE49-F238E27FC236}">
                            <a16:creationId xmlns:a16="http://schemas.microsoft.com/office/drawing/2014/main" id="{167A5A61-E512-37DC-8D4F-05871EE612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2" name="Object 15">
            <a:extLst>
              <a:ext uri="{FF2B5EF4-FFF2-40B4-BE49-F238E27FC236}">
                <a16:creationId xmlns:a16="http://schemas.microsoft.com/office/drawing/2014/main" id="{8B30954F-D475-C476-4549-DE335AC1AE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469" imgH="431425" progId="Equation.3">
                  <p:embed/>
                </p:oleObj>
              </mc:Choice>
              <mc:Fallback>
                <p:oleObj name="Equation" r:id="rId10" imgW="266469" imgH="431425" progId="Equation.3">
                  <p:embed/>
                  <p:pic>
                    <p:nvPicPr>
                      <p:cNvPr id="50192" name="Object 15">
                        <a:extLst>
                          <a:ext uri="{FF2B5EF4-FFF2-40B4-BE49-F238E27FC236}">
                            <a16:creationId xmlns:a16="http://schemas.microsoft.com/office/drawing/2014/main" id="{8B30954F-D475-C476-4549-DE335AC1AE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3" name="Object 16">
            <a:extLst>
              <a:ext uri="{FF2B5EF4-FFF2-40B4-BE49-F238E27FC236}">
                <a16:creationId xmlns:a16="http://schemas.microsoft.com/office/drawing/2014/main" id="{DA148A58-4FAB-3725-37B5-F3BEC6DC1E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200" imgH="419100" progId="Equation.3">
                  <p:embed/>
                </p:oleObj>
              </mc:Choice>
              <mc:Fallback>
                <p:oleObj name="Equation" r:id="rId12" imgW="330200" imgH="419100" progId="Equation.3">
                  <p:embed/>
                  <p:pic>
                    <p:nvPicPr>
                      <p:cNvPr id="50193" name="Object 16">
                        <a:extLst>
                          <a:ext uri="{FF2B5EF4-FFF2-40B4-BE49-F238E27FC236}">
                            <a16:creationId xmlns:a16="http://schemas.microsoft.com/office/drawing/2014/main" id="{DA148A58-4FAB-3725-37B5-F3BEC6DC1E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4" name="Object 17">
            <a:extLst>
              <a:ext uri="{FF2B5EF4-FFF2-40B4-BE49-F238E27FC236}">
                <a16:creationId xmlns:a16="http://schemas.microsoft.com/office/drawing/2014/main" id="{9A9DC045-BB10-D490-D06F-0F3B78393E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0200" imgH="419100" progId="Equation.3">
                  <p:embed/>
                </p:oleObj>
              </mc:Choice>
              <mc:Fallback>
                <p:oleObj name="Equation" r:id="rId14" imgW="330200" imgH="419100" progId="Equation.3">
                  <p:embed/>
                  <p:pic>
                    <p:nvPicPr>
                      <p:cNvPr id="50194" name="Object 17">
                        <a:extLst>
                          <a:ext uri="{FF2B5EF4-FFF2-40B4-BE49-F238E27FC236}">
                            <a16:creationId xmlns:a16="http://schemas.microsoft.com/office/drawing/2014/main" id="{9A9DC045-BB10-D490-D06F-0F3B78393E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5" name="Oval 18">
            <a:extLst>
              <a:ext uri="{FF2B5EF4-FFF2-40B4-BE49-F238E27FC236}">
                <a16:creationId xmlns:a16="http://schemas.microsoft.com/office/drawing/2014/main" id="{012FEABA-DB97-1F85-1A60-9F1004F54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0196" name="Object 19">
            <a:extLst>
              <a:ext uri="{FF2B5EF4-FFF2-40B4-BE49-F238E27FC236}">
                <a16:creationId xmlns:a16="http://schemas.microsoft.com/office/drawing/2014/main" id="{E140C1F3-CEF6-9990-1198-AE61F3E56E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0" y="4191001"/>
          <a:ext cx="457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57002" imgH="583947" progId="Equation.3">
                  <p:embed/>
                </p:oleObj>
              </mc:Choice>
              <mc:Fallback>
                <p:oleObj name="Equation" r:id="rId15" imgW="457002" imgH="583947" progId="Equation.3">
                  <p:embed/>
                  <p:pic>
                    <p:nvPicPr>
                      <p:cNvPr id="50196" name="Object 19">
                        <a:extLst>
                          <a:ext uri="{FF2B5EF4-FFF2-40B4-BE49-F238E27FC236}">
                            <a16:creationId xmlns:a16="http://schemas.microsoft.com/office/drawing/2014/main" id="{E140C1F3-CEF6-9990-1198-AE61F3E56E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4191001"/>
                        <a:ext cx="457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7" name="Freeform 21">
            <a:extLst>
              <a:ext uri="{FF2B5EF4-FFF2-40B4-BE49-F238E27FC236}">
                <a16:creationId xmlns:a16="http://schemas.microsoft.com/office/drawing/2014/main" id="{B057DFCA-FC7E-308C-FC8B-36877C34FE53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>
            <a:extLst>
              <a:ext uri="{FF2B5EF4-FFF2-40B4-BE49-F238E27FC236}">
                <a16:creationId xmlns:a16="http://schemas.microsoft.com/office/drawing/2014/main" id="{1D0E3784-B945-9587-5C44-611294C4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9E2F8AA1-C354-4089-BF5C-E2E05F4529DA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54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197A916D-1B28-3910-1F9A-1733B423E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1204" name="Line 3">
            <a:extLst>
              <a:ext uri="{FF2B5EF4-FFF2-40B4-BE49-F238E27FC236}">
                <a16:creationId xmlns:a16="http://schemas.microsoft.com/office/drawing/2014/main" id="{158F865E-96A9-AF70-18AF-BA87A948CA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5" name="Line 4">
            <a:extLst>
              <a:ext uri="{FF2B5EF4-FFF2-40B4-BE49-F238E27FC236}">
                <a16:creationId xmlns:a16="http://schemas.microsoft.com/office/drawing/2014/main" id="{905B0A4B-4B09-F332-0527-1C8DB89500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06" name="Object 5">
            <a:extLst>
              <a:ext uri="{FF2B5EF4-FFF2-40B4-BE49-F238E27FC236}">
                <a16:creationId xmlns:a16="http://schemas.microsoft.com/office/drawing/2014/main" id="{E5D36D62-7ACD-44BD-75F1-66049CD69C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1973" imgH="304668" progId="Equation.3">
                  <p:embed/>
                </p:oleObj>
              </mc:Choice>
              <mc:Fallback>
                <p:oleObj name="Equation" r:id="rId2" imgW="291973" imgH="304668" progId="Equation.3">
                  <p:embed/>
                  <p:pic>
                    <p:nvPicPr>
                      <p:cNvPr id="51206" name="Object 5">
                        <a:extLst>
                          <a:ext uri="{FF2B5EF4-FFF2-40B4-BE49-F238E27FC236}">
                            <a16:creationId xmlns:a16="http://schemas.microsoft.com/office/drawing/2014/main" id="{E5D36D62-7ACD-44BD-75F1-66049CD69C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7" name="Line 6">
            <a:extLst>
              <a:ext uri="{FF2B5EF4-FFF2-40B4-BE49-F238E27FC236}">
                <a16:creationId xmlns:a16="http://schemas.microsoft.com/office/drawing/2014/main" id="{CB7F5D2D-B7A3-979C-DB77-4574EBF468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08" name="Object 7">
            <a:extLst>
              <a:ext uri="{FF2B5EF4-FFF2-40B4-BE49-F238E27FC236}">
                <a16:creationId xmlns:a16="http://schemas.microsoft.com/office/drawing/2014/main" id="{027A50EC-C3AB-DDBC-E1C4-FE85526DA9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469" imgH="431425" progId="Equation.3">
                  <p:embed/>
                </p:oleObj>
              </mc:Choice>
              <mc:Fallback>
                <p:oleObj name="Equation" r:id="rId4" imgW="266469" imgH="431425" progId="Equation.3">
                  <p:embed/>
                  <p:pic>
                    <p:nvPicPr>
                      <p:cNvPr id="51208" name="Object 7">
                        <a:extLst>
                          <a:ext uri="{FF2B5EF4-FFF2-40B4-BE49-F238E27FC236}">
                            <a16:creationId xmlns:a16="http://schemas.microsoft.com/office/drawing/2014/main" id="{027A50EC-C3AB-DDBC-E1C4-FE85526DA9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Oval 8">
            <a:extLst>
              <a:ext uri="{FF2B5EF4-FFF2-40B4-BE49-F238E27FC236}">
                <a16:creationId xmlns:a16="http://schemas.microsoft.com/office/drawing/2014/main" id="{E95C38B9-B8B9-C638-E840-23DD3DDC4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1210" name="Object 9">
            <a:extLst>
              <a:ext uri="{FF2B5EF4-FFF2-40B4-BE49-F238E27FC236}">
                <a16:creationId xmlns:a16="http://schemas.microsoft.com/office/drawing/2014/main" id="{D0371096-0573-2EE3-9107-05E0BDEFB2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51210" name="Object 9">
                        <a:extLst>
                          <a:ext uri="{FF2B5EF4-FFF2-40B4-BE49-F238E27FC236}">
                            <a16:creationId xmlns:a16="http://schemas.microsoft.com/office/drawing/2014/main" id="{D0371096-0573-2EE3-9107-05E0BDEFB2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Object 10">
            <a:extLst>
              <a:ext uri="{FF2B5EF4-FFF2-40B4-BE49-F238E27FC236}">
                <a16:creationId xmlns:a16="http://schemas.microsoft.com/office/drawing/2014/main" id="{3BE97836-1663-347C-CF93-28652430B4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1888" y="4194175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51211" name="Object 10">
                        <a:extLst>
                          <a:ext uri="{FF2B5EF4-FFF2-40B4-BE49-F238E27FC236}">
                            <a16:creationId xmlns:a16="http://schemas.microsoft.com/office/drawing/2014/main" id="{3BE97836-1663-347C-CF93-28652430B4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4194175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2" name="Object 11">
            <a:extLst>
              <a:ext uri="{FF2B5EF4-FFF2-40B4-BE49-F238E27FC236}">
                <a16:creationId xmlns:a16="http://schemas.microsoft.com/office/drawing/2014/main" id="{72AED4BA-6D1A-D649-7741-AC90A5EC12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5488" y="4194175"/>
          <a:ext cx="4810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2391" imgH="571252" progId="Equation.3">
                  <p:embed/>
                </p:oleObj>
              </mc:Choice>
              <mc:Fallback>
                <p:oleObj name="Equation" r:id="rId10" imgW="482391" imgH="571252" progId="Equation.3">
                  <p:embed/>
                  <p:pic>
                    <p:nvPicPr>
                      <p:cNvPr id="51212" name="Object 11">
                        <a:extLst>
                          <a:ext uri="{FF2B5EF4-FFF2-40B4-BE49-F238E27FC236}">
                            <a16:creationId xmlns:a16="http://schemas.microsoft.com/office/drawing/2014/main" id="{72AED4BA-6D1A-D649-7741-AC90A5EC12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5488" y="4194175"/>
                        <a:ext cx="4810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3" name="Oval 12">
            <a:extLst>
              <a:ext uri="{FF2B5EF4-FFF2-40B4-BE49-F238E27FC236}">
                <a16:creationId xmlns:a16="http://schemas.microsoft.com/office/drawing/2014/main" id="{61713342-CD13-4119-05FC-07DA15DBB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1214" name="Oval 13">
            <a:extLst>
              <a:ext uri="{FF2B5EF4-FFF2-40B4-BE49-F238E27FC236}">
                <a16:creationId xmlns:a16="http://schemas.microsoft.com/office/drawing/2014/main" id="{7CD37E67-6DE2-EF54-66C7-9DE423BE8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1215" name="Line 14">
            <a:extLst>
              <a:ext uri="{FF2B5EF4-FFF2-40B4-BE49-F238E27FC236}">
                <a16:creationId xmlns:a16="http://schemas.microsoft.com/office/drawing/2014/main" id="{345294A4-2A0C-5B25-7CD0-8E8EA9A2D4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6" name="Line 15">
            <a:extLst>
              <a:ext uri="{FF2B5EF4-FFF2-40B4-BE49-F238E27FC236}">
                <a16:creationId xmlns:a16="http://schemas.microsoft.com/office/drawing/2014/main" id="{54E34E07-6014-00F9-8DC7-86941D63B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7" name="Line 16">
            <a:extLst>
              <a:ext uri="{FF2B5EF4-FFF2-40B4-BE49-F238E27FC236}">
                <a16:creationId xmlns:a16="http://schemas.microsoft.com/office/drawing/2014/main" id="{B05D168F-719C-0B79-AA4D-C4750BCAB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8" name="Oval 17">
            <a:extLst>
              <a:ext uri="{FF2B5EF4-FFF2-40B4-BE49-F238E27FC236}">
                <a16:creationId xmlns:a16="http://schemas.microsoft.com/office/drawing/2014/main" id="{EA1C359F-B8FA-A7FD-4322-307754F27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1219" name="Line 18">
            <a:extLst>
              <a:ext uri="{FF2B5EF4-FFF2-40B4-BE49-F238E27FC236}">
                <a16:creationId xmlns:a16="http://schemas.microsoft.com/office/drawing/2014/main" id="{7781EED5-BA0C-2F35-1FD9-70B6759CE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20" name="Object 19">
            <a:extLst>
              <a:ext uri="{FF2B5EF4-FFF2-40B4-BE49-F238E27FC236}">
                <a16:creationId xmlns:a16="http://schemas.microsoft.com/office/drawing/2014/main" id="{3279AF6B-3F4D-6152-E462-5EDE6D8F10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1973" imgH="304668" progId="Equation.3">
                  <p:embed/>
                </p:oleObj>
              </mc:Choice>
              <mc:Fallback>
                <p:oleObj name="Equation" r:id="rId12" imgW="291973" imgH="304668" progId="Equation.3">
                  <p:embed/>
                  <p:pic>
                    <p:nvPicPr>
                      <p:cNvPr id="51220" name="Object 19">
                        <a:extLst>
                          <a:ext uri="{FF2B5EF4-FFF2-40B4-BE49-F238E27FC236}">
                            <a16:creationId xmlns:a16="http://schemas.microsoft.com/office/drawing/2014/main" id="{3279AF6B-3F4D-6152-E462-5EDE6D8F10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1" name="Object 20">
            <a:extLst>
              <a:ext uri="{FF2B5EF4-FFF2-40B4-BE49-F238E27FC236}">
                <a16:creationId xmlns:a16="http://schemas.microsoft.com/office/drawing/2014/main" id="{F10036C6-B43F-D54E-4714-EBBBEA74D6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69" imgH="431425" progId="Equation.3">
                  <p:embed/>
                </p:oleObj>
              </mc:Choice>
              <mc:Fallback>
                <p:oleObj name="Equation" r:id="rId14" imgW="266469" imgH="431425" progId="Equation.3">
                  <p:embed/>
                  <p:pic>
                    <p:nvPicPr>
                      <p:cNvPr id="51221" name="Object 20">
                        <a:extLst>
                          <a:ext uri="{FF2B5EF4-FFF2-40B4-BE49-F238E27FC236}">
                            <a16:creationId xmlns:a16="http://schemas.microsoft.com/office/drawing/2014/main" id="{F10036C6-B43F-D54E-4714-EBBBEA74D6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2" name="Object 21">
            <a:extLst>
              <a:ext uri="{FF2B5EF4-FFF2-40B4-BE49-F238E27FC236}">
                <a16:creationId xmlns:a16="http://schemas.microsoft.com/office/drawing/2014/main" id="{B96A8DBD-AFFB-8546-E636-4743CD3A69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0200" imgH="419100" progId="Equation.3">
                  <p:embed/>
                </p:oleObj>
              </mc:Choice>
              <mc:Fallback>
                <p:oleObj name="Equation" r:id="rId16" imgW="330200" imgH="419100" progId="Equation.3">
                  <p:embed/>
                  <p:pic>
                    <p:nvPicPr>
                      <p:cNvPr id="51222" name="Object 21">
                        <a:extLst>
                          <a:ext uri="{FF2B5EF4-FFF2-40B4-BE49-F238E27FC236}">
                            <a16:creationId xmlns:a16="http://schemas.microsoft.com/office/drawing/2014/main" id="{B96A8DBD-AFFB-8546-E636-4743CD3A69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3" name="Object 22">
            <a:extLst>
              <a:ext uri="{FF2B5EF4-FFF2-40B4-BE49-F238E27FC236}">
                <a16:creationId xmlns:a16="http://schemas.microsoft.com/office/drawing/2014/main" id="{29E9276B-B89D-AB50-5E90-5E71EC66CE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0200" imgH="419100" progId="Equation.3">
                  <p:embed/>
                </p:oleObj>
              </mc:Choice>
              <mc:Fallback>
                <p:oleObj name="Equation" r:id="rId18" imgW="330200" imgH="419100" progId="Equation.3">
                  <p:embed/>
                  <p:pic>
                    <p:nvPicPr>
                      <p:cNvPr id="51223" name="Object 22">
                        <a:extLst>
                          <a:ext uri="{FF2B5EF4-FFF2-40B4-BE49-F238E27FC236}">
                            <a16:creationId xmlns:a16="http://schemas.microsoft.com/office/drawing/2014/main" id="{29E9276B-B89D-AB50-5E90-5E71EC66CE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4" name="Oval 23">
            <a:extLst>
              <a:ext uri="{FF2B5EF4-FFF2-40B4-BE49-F238E27FC236}">
                <a16:creationId xmlns:a16="http://schemas.microsoft.com/office/drawing/2014/main" id="{8319E010-563B-F6B4-836C-3C7ECA20D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1225" name="Object 24">
            <a:extLst>
              <a:ext uri="{FF2B5EF4-FFF2-40B4-BE49-F238E27FC236}">
                <a16:creationId xmlns:a16="http://schemas.microsoft.com/office/drawing/2014/main" id="{4583B8F8-38C3-D961-7675-91A7C198EF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0" y="4191001"/>
          <a:ext cx="457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57002" imgH="583947" progId="Equation.3">
                  <p:embed/>
                </p:oleObj>
              </mc:Choice>
              <mc:Fallback>
                <p:oleObj name="Equation" r:id="rId19" imgW="457002" imgH="583947" progId="Equation.3">
                  <p:embed/>
                  <p:pic>
                    <p:nvPicPr>
                      <p:cNvPr id="51225" name="Object 24">
                        <a:extLst>
                          <a:ext uri="{FF2B5EF4-FFF2-40B4-BE49-F238E27FC236}">
                            <a16:creationId xmlns:a16="http://schemas.microsoft.com/office/drawing/2014/main" id="{4583B8F8-38C3-D961-7675-91A7C198EF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4191001"/>
                        <a:ext cx="457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6" name="Freeform 25">
            <a:extLst>
              <a:ext uri="{FF2B5EF4-FFF2-40B4-BE49-F238E27FC236}">
                <a16:creationId xmlns:a16="http://schemas.microsoft.com/office/drawing/2014/main" id="{CC27C0D3-4367-9FC1-9506-45045DF431A1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27" name="Line 26">
            <a:extLst>
              <a:ext uri="{FF2B5EF4-FFF2-40B4-BE49-F238E27FC236}">
                <a16:creationId xmlns:a16="http://schemas.microsoft.com/office/drawing/2014/main" id="{88AF7F79-69CA-FE5F-FDF9-004FE8FFD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1054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>
            <a:extLst>
              <a:ext uri="{FF2B5EF4-FFF2-40B4-BE49-F238E27FC236}">
                <a16:creationId xmlns:a16="http://schemas.microsoft.com/office/drawing/2014/main" id="{9C65796A-E5E9-5010-3258-824B29EA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017E4FA9-65C0-483A-B320-4586B7C9D25C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55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7" name="Oval 2">
            <a:extLst>
              <a:ext uri="{FF2B5EF4-FFF2-40B4-BE49-F238E27FC236}">
                <a16:creationId xmlns:a16="http://schemas.microsoft.com/office/drawing/2014/main" id="{36CDF2F2-AC36-AF38-05F7-6F67AA613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2228" name="Object 3">
            <a:extLst>
              <a:ext uri="{FF2B5EF4-FFF2-40B4-BE49-F238E27FC236}">
                <a16:creationId xmlns:a16="http://schemas.microsoft.com/office/drawing/2014/main" id="{D4AA0D9A-7140-D0DC-2225-6E97BADC1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52228" name="Object 3">
                        <a:extLst>
                          <a:ext uri="{FF2B5EF4-FFF2-40B4-BE49-F238E27FC236}">
                            <a16:creationId xmlns:a16="http://schemas.microsoft.com/office/drawing/2014/main" id="{D4AA0D9A-7140-D0DC-2225-6E97BADC1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>
            <a:extLst>
              <a:ext uri="{FF2B5EF4-FFF2-40B4-BE49-F238E27FC236}">
                <a16:creationId xmlns:a16="http://schemas.microsoft.com/office/drawing/2014/main" id="{EB679211-C37E-72D1-6BBE-CC1CCE875E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5488" y="4194175"/>
          <a:ext cx="4810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71252" progId="Equation.3">
                  <p:embed/>
                </p:oleObj>
              </mc:Choice>
              <mc:Fallback>
                <p:oleObj name="Equation" r:id="rId4" imgW="482391" imgH="571252" progId="Equation.3">
                  <p:embed/>
                  <p:pic>
                    <p:nvPicPr>
                      <p:cNvPr id="52229" name="Object 5">
                        <a:extLst>
                          <a:ext uri="{FF2B5EF4-FFF2-40B4-BE49-F238E27FC236}">
                            <a16:creationId xmlns:a16="http://schemas.microsoft.com/office/drawing/2014/main" id="{EB679211-C37E-72D1-6BBE-CC1CCE875E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5488" y="4194175"/>
                        <a:ext cx="4810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Oval 6">
            <a:extLst>
              <a:ext uri="{FF2B5EF4-FFF2-40B4-BE49-F238E27FC236}">
                <a16:creationId xmlns:a16="http://schemas.microsoft.com/office/drawing/2014/main" id="{679D082F-0F09-3C88-937D-D114F8AA3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2231" name="Line 8">
            <a:extLst>
              <a:ext uri="{FF2B5EF4-FFF2-40B4-BE49-F238E27FC236}">
                <a16:creationId xmlns:a16="http://schemas.microsoft.com/office/drawing/2014/main" id="{F5BD13A2-6BDF-DD98-E02B-69AF45C520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Line 9">
            <a:extLst>
              <a:ext uri="{FF2B5EF4-FFF2-40B4-BE49-F238E27FC236}">
                <a16:creationId xmlns:a16="http://schemas.microsoft.com/office/drawing/2014/main" id="{BBDBBBAF-1179-3FEA-112E-6FB3CB9C98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3" name="Line 10">
            <a:extLst>
              <a:ext uri="{FF2B5EF4-FFF2-40B4-BE49-F238E27FC236}">
                <a16:creationId xmlns:a16="http://schemas.microsoft.com/office/drawing/2014/main" id="{E85178F3-2439-061F-7947-1702EB67F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Oval 11">
            <a:extLst>
              <a:ext uri="{FF2B5EF4-FFF2-40B4-BE49-F238E27FC236}">
                <a16:creationId xmlns:a16="http://schemas.microsoft.com/office/drawing/2014/main" id="{4078123E-FD53-AA17-6ABD-16D8B3FED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2235" name="Line 12">
            <a:extLst>
              <a:ext uri="{FF2B5EF4-FFF2-40B4-BE49-F238E27FC236}">
                <a16:creationId xmlns:a16="http://schemas.microsoft.com/office/drawing/2014/main" id="{B3EA71DB-F5B5-FE0F-588C-257320DE30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36" name="Object 13">
            <a:extLst>
              <a:ext uri="{FF2B5EF4-FFF2-40B4-BE49-F238E27FC236}">
                <a16:creationId xmlns:a16="http://schemas.microsoft.com/office/drawing/2014/main" id="{8672D494-D6DD-D61E-BD47-2054C909AA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973" imgH="304668" progId="Equation.3">
                  <p:embed/>
                </p:oleObj>
              </mc:Choice>
              <mc:Fallback>
                <p:oleObj name="Equation" r:id="rId6" imgW="291973" imgH="304668" progId="Equation.3">
                  <p:embed/>
                  <p:pic>
                    <p:nvPicPr>
                      <p:cNvPr id="52236" name="Object 13">
                        <a:extLst>
                          <a:ext uri="{FF2B5EF4-FFF2-40B4-BE49-F238E27FC236}">
                            <a16:creationId xmlns:a16="http://schemas.microsoft.com/office/drawing/2014/main" id="{8672D494-D6DD-D61E-BD47-2054C909AA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Object 14">
            <a:extLst>
              <a:ext uri="{FF2B5EF4-FFF2-40B4-BE49-F238E27FC236}">
                <a16:creationId xmlns:a16="http://schemas.microsoft.com/office/drawing/2014/main" id="{63D5F0B9-890D-C9CE-24A8-445C4DAE08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469" imgH="431425" progId="Equation.3">
                  <p:embed/>
                </p:oleObj>
              </mc:Choice>
              <mc:Fallback>
                <p:oleObj name="Equation" r:id="rId8" imgW="266469" imgH="431425" progId="Equation.3">
                  <p:embed/>
                  <p:pic>
                    <p:nvPicPr>
                      <p:cNvPr id="52237" name="Object 14">
                        <a:extLst>
                          <a:ext uri="{FF2B5EF4-FFF2-40B4-BE49-F238E27FC236}">
                            <a16:creationId xmlns:a16="http://schemas.microsoft.com/office/drawing/2014/main" id="{63D5F0B9-890D-C9CE-24A8-445C4DAE08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8" name="Object 15">
            <a:extLst>
              <a:ext uri="{FF2B5EF4-FFF2-40B4-BE49-F238E27FC236}">
                <a16:creationId xmlns:a16="http://schemas.microsoft.com/office/drawing/2014/main" id="{2B2E5E61-4EBC-93B5-8C29-95B2E3945B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52238" name="Object 15">
                        <a:extLst>
                          <a:ext uri="{FF2B5EF4-FFF2-40B4-BE49-F238E27FC236}">
                            <a16:creationId xmlns:a16="http://schemas.microsoft.com/office/drawing/2014/main" id="{2B2E5E61-4EBC-93B5-8C29-95B2E3945B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9" name="Object 16">
            <a:extLst>
              <a:ext uri="{FF2B5EF4-FFF2-40B4-BE49-F238E27FC236}">
                <a16:creationId xmlns:a16="http://schemas.microsoft.com/office/drawing/2014/main" id="{1DDE9376-D146-955F-1BC5-B6C148E57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200" imgH="419100" progId="Equation.3">
                  <p:embed/>
                </p:oleObj>
              </mc:Choice>
              <mc:Fallback>
                <p:oleObj name="Equation" r:id="rId12" imgW="330200" imgH="419100" progId="Equation.3">
                  <p:embed/>
                  <p:pic>
                    <p:nvPicPr>
                      <p:cNvPr id="52239" name="Object 16">
                        <a:extLst>
                          <a:ext uri="{FF2B5EF4-FFF2-40B4-BE49-F238E27FC236}">
                            <a16:creationId xmlns:a16="http://schemas.microsoft.com/office/drawing/2014/main" id="{1DDE9376-D146-955F-1BC5-B6C148E578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0" name="Oval 17">
            <a:extLst>
              <a:ext uri="{FF2B5EF4-FFF2-40B4-BE49-F238E27FC236}">
                <a16:creationId xmlns:a16="http://schemas.microsoft.com/office/drawing/2014/main" id="{FB21B9A5-5C57-A347-BD2D-54BEB4142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2241" name="Object 18">
            <a:extLst>
              <a:ext uri="{FF2B5EF4-FFF2-40B4-BE49-F238E27FC236}">
                <a16:creationId xmlns:a16="http://schemas.microsoft.com/office/drawing/2014/main" id="{705BEDA3-3C40-94DC-1C7C-F13763BD9A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0" y="4191001"/>
          <a:ext cx="457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57002" imgH="583947" progId="Equation.3">
                  <p:embed/>
                </p:oleObj>
              </mc:Choice>
              <mc:Fallback>
                <p:oleObj name="Equation" r:id="rId13" imgW="457002" imgH="583947" progId="Equation.3">
                  <p:embed/>
                  <p:pic>
                    <p:nvPicPr>
                      <p:cNvPr id="52241" name="Object 18">
                        <a:extLst>
                          <a:ext uri="{FF2B5EF4-FFF2-40B4-BE49-F238E27FC236}">
                            <a16:creationId xmlns:a16="http://schemas.microsoft.com/office/drawing/2014/main" id="{705BEDA3-3C40-94DC-1C7C-F13763BD9A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4191001"/>
                        <a:ext cx="457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2" name="Freeform 19">
            <a:extLst>
              <a:ext uri="{FF2B5EF4-FFF2-40B4-BE49-F238E27FC236}">
                <a16:creationId xmlns:a16="http://schemas.microsoft.com/office/drawing/2014/main" id="{7DE7FF49-BB18-687D-5514-005E5A1AD304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3" name="Rectangle 20">
            <a:extLst>
              <a:ext uri="{FF2B5EF4-FFF2-40B4-BE49-F238E27FC236}">
                <a16:creationId xmlns:a16="http://schemas.microsoft.com/office/drawing/2014/main" id="{B62050EB-E1C7-84E1-1724-239ECF5F3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2244" name="Line 21">
            <a:extLst>
              <a:ext uri="{FF2B5EF4-FFF2-40B4-BE49-F238E27FC236}">
                <a16:creationId xmlns:a16="http://schemas.microsoft.com/office/drawing/2014/main" id="{51E81A67-FAD0-C439-2E92-FA2CA8F409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5" name="Line 22">
            <a:extLst>
              <a:ext uri="{FF2B5EF4-FFF2-40B4-BE49-F238E27FC236}">
                <a16:creationId xmlns:a16="http://schemas.microsoft.com/office/drawing/2014/main" id="{964DC868-32CD-B6DD-C448-FD4D0A7683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46" name="Object 23">
            <a:extLst>
              <a:ext uri="{FF2B5EF4-FFF2-40B4-BE49-F238E27FC236}">
                <a16:creationId xmlns:a16="http://schemas.microsoft.com/office/drawing/2014/main" id="{C3477764-3477-91A6-A3C7-91296470A3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73" imgH="304668" progId="Equation.3">
                  <p:embed/>
                </p:oleObj>
              </mc:Choice>
              <mc:Fallback>
                <p:oleObj name="Equation" r:id="rId15" imgW="291973" imgH="304668" progId="Equation.3">
                  <p:embed/>
                  <p:pic>
                    <p:nvPicPr>
                      <p:cNvPr id="52246" name="Object 23">
                        <a:extLst>
                          <a:ext uri="{FF2B5EF4-FFF2-40B4-BE49-F238E27FC236}">
                            <a16:creationId xmlns:a16="http://schemas.microsoft.com/office/drawing/2014/main" id="{C3477764-3477-91A6-A3C7-91296470A3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7" name="Line 24">
            <a:extLst>
              <a:ext uri="{FF2B5EF4-FFF2-40B4-BE49-F238E27FC236}">
                <a16:creationId xmlns:a16="http://schemas.microsoft.com/office/drawing/2014/main" id="{77D4FE5A-E29D-B13F-3746-F042B6D1F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48" name="Object 25">
            <a:extLst>
              <a:ext uri="{FF2B5EF4-FFF2-40B4-BE49-F238E27FC236}">
                <a16:creationId xmlns:a16="http://schemas.microsoft.com/office/drawing/2014/main" id="{7A2318F2-E7EF-B1A2-8BF8-E9CB541BDD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469" imgH="431425" progId="Equation.3">
                  <p:embed/>
                </p:oleObj>
              </mc:Choice>
              <mc:Fallback>
                <p:oleObj name="Equation" r:id="rId17" imgW="266469" imgH="431425" progId="Equation.3">
                  <p:embed/>
                  <p:pic>
                    <p:nvPicPr>
                      <p:cNvPr id="52248" name="Object 25">
                        <a:extLst>
                          <a:ext uri="{FF2B5EF4-FFF2-40B4-BE49-F238E27FC236}">
                            <a16:creationId xmlns:a16="http://schemas.microsoft.com/office/drawing/2014/main" id="{7A2318F2-E7EF-B1A2-8BF8-E9CB541BDD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9" name="Oval 26">
            <a:extLst>
              <a:ext uri="{FF2B5EF4-FFF2-40B4-BE49-F238E27FC236}">
                <a16:creationId xmlns:a16="http://schemas.microsoft.com/office/drawing/2014/main" id="{40BBE3A2-E1E8-73E2-27B0-1B022B0A0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2250" name="Object 27">
            <a:extLst>
              <a:ext uri="{FF2B5EF4-FFF2-40B4-BE49-F238E27FC236}">
                <a16:creationId xmlns:a16="http://schemas.microsoft.com/office/drawing/2014/main" id="{25FB4E22-3933-5B56-9528-F84992635C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14901" y="4197351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06224" imgH="571252" progId="Equation.3">
                  <p:embed/>
                </p:oleObj>
              </mc:Choice>
              <mc:Fallback>
                <p:oleObj name="Equation" r:id="rId19" imgW="406224" imgH="571252" progId="Equation.3">
                  <p:embed/>
                  <p:pic>
                    <p:nvPicPr>
                      <p:cNvPr id="52250" name="Object 27">
                        <a:extLst>
                          <a:ext uri="{FF2B5EF4-FFF2-40B4-BE49-F238E27FC236}">
                            <a16:creationId xmlns:a16="http://schemas.microsoft.com/office/drawing/2014/main" id="{25FB4E22-3933-5B56-9528-F84992635C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1" y="4197351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51" name="Line 28">
            <a:extLst>
              <a:ext uri="{FF2B5EF4-FFF2-40B4-BE49-F238E27FC236}">
                <a16:creationId xmlns:a16="http://schemas.microsoft.com/office/drawing/2014/main" id="{EC23BD84-8034-E6B7-D0FD-30B132100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>
            <a:extLst>
              <a:ext uri="{FF2B5EF4-FFF2-40B4-BE49-F238E27FC236}">
                <a16:creationId xmlns:a16="http://schemas.microsoft.com/office/drawing/2014/main" id="{0B825B28-24CE-255D-439A-86C40FA6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2C60096A-399F-42B5-AAEA-7A00A27D7514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56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3DF2A873-B34C-F11F-6BA9-BF8A75F3A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3252" name="Line 3">
            <a:extLst>
              <a:ext uri="{FF2B5EF4-FFF2-40B4-BE49-F238E27FC236}">
                <a16:creationId xmlns:a16="http://schemas.microsoft.com/office/drawing/2014/main" id="{FBB39BDA-7C8E-E584-D25A-8220F3D193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3" name="Line 4">
            <a:extLst>
              <a:ext uri="{FF2B5EF4-FFF2-40B4-BE49-F238E27FC236}">
                <a16:creationId xmlns:a16="http://schemas.microsoft.com/office/drawing/2014/main" id="{30F8DA66-FF78-8EAD-22EA-853E999BF7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54" name="Object 5">
            <a:extLst>
              <a:ext uri="{FF2B5EF4-FFF2-40B4-BE49-F238E27FC236}">
                <a16:creationId xmlns:a16="http://schemas.microsoft.com/office/drawing/2014/main" id="{3CD95526-BCCD-F6DA-EE45-69BE9850BB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1973" imgH="304668" progId="Equation.3">
                  <p:embed/>
                </p:oleObj>
              </mc:Choice>
              <mc:Fallback>
                <p:oleObj name="Equation" r:id="rId2" imgW="291973" imgH="304668" progId="Equation.3">
                  <p:embed/>
                  <p:pic>
                    <p:nvPicPr>
                      <p:cNvPr id="53254" name="Object 5">
                        <a:extLst>
                          <a:ext uri="{FF2B5EF4-FFF2-40B4-BE49-F238E27FC236}">
                            <a16:creationId xmlns:a16="http://schemas.microsoft.com/office/drawing/2014/main" id="{3CD95526-BCCD-F6DA-EE45-69BE9850BB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5" name="Line 6">
            <a:extLst>
              <a:ext uri="{FF2B5EF4-FFF2-40B4-BE49-F238E27FC236}">
                <a16:creationId xmlns:a16="http://schemas.microsoft.com/office/drawing/2014/main" id="{411D7763-9DE3-8C08-7D6A-6F19F15D6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56" name="Object 7">
            <a:extLst>
              <a:ext uri="{FF2B5EF4-FFF2-40B4-BE49-F238E27FC236}">
                <a16:creationId xmlns:a16="http://schemas.microsoft.com/office/drawing/2014/main" id="{1D4051A6-6740-BD1F-D0B8-D7E6B13913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469" imgH="431425" progId="Equation.3">
                  <p:embed/>
                </p:oleObj>
              </mc:Choice>
              <mc:Fallback>
                <p:oleObj name="Equation" r:id="rId4" imgW="266469" imgH="431425" progId="Equation.3">
                  <p:embed/>
                  <p:pic>
                    <p:nvPicPr>
                      <p:cNvPr id="53256" name="Object 7">
                        <a:extLst>
                          <a:ext uri="{FF2B5EF4-FFF2-40B4-BE49-F238E27FC236}">
                            <a16:creationId xmlns:a16="http://schemas.microsoft.com/office/drawing/2014/main" id="{1D4051A6-6740-BD1F-D0B8-D7E6B13913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7" name="Oval 8">
            <a:extLst>
              <a:ext uri="{FF2B5EF4-FFF2-40B4-BE49-F238E27FC236}">
                <a16:creationId xmlns:a16="http://schemas.microsoft.com/office/drawing/2014/main" id="{6205EE72-3565-49ED-1346-04D71002F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3258" name="Object 9">
            <a:extLst>
              <a:ext uri="{FF2B5EF4-FFF2-40B4-BE49-F238E27FC236}">
                <a16:creationId xmlns:a16="http://schemas.microsoft.com/office/drawing/2014/main" id="{914F9903-89BD-9129-4F31-7F777A887D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53258" name="Object 9">
                        <a:extLst>
                          <a:ext uri="{FF2B5EF4-FFF2-40B4-BE49-F238E27FC236}">
                            <a16:creationId xmlns:a16="http://schemas.microsoft.com/office/drawing/2014/main" id="{914F9903-89BD-9129-4F31-7F777A887D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9" name="Object 10">
            <a:extLst>
              <a:ext uri="{FF2B5EF4-FFF2-40B4-BE49-F238E27FC236}">
                <a16:creationId xmlns:a16="http://schemas.microsoft.com/office/drawing/2014/main" id="{85E5DAAE-BB07-8A9D-749F-DA2BE2C820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1888" y="4194175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53259" name="Object 10">
                        <a:extLst>
                          <a:ext uri="{FF2B5EF4-FFF2-40B4-BE49-F238E27FC236}">
                            <a16:creationId xmlns:a16="http://schemas.microsoft.com/office/drawing/2014/main" id="{85E5DAAE-BB07-8A9D-749F-DA2BE2C820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4194175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0" name="Oval 12">
            <a:extLst>
              <a:ext uri="{FF2B5EF4-FFF2-40B4-BE49-F238E27FC236}">
                <a16:creationId xmlns:a16="http://schemas.microsoft.com/office/drawing/2014/main" id="{ED5A76DA-0FB5-AC4F-FB87-40780E29D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3261" name="Oval 13">
            <a:extLst>
              <a:ext uri="{FF2B5EF4-FFF2-40B4-BE49-F238E27FC236}">
                <a16:creationId xmlns:a16="http://schemas.microsoft.com/office/drawing/2014/main" id="{AB4F5089-173A-92E3-4151-23175F1A4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3262" name="Line 14">
            <a:extLst>
              <a:ext uri="{FF2B5EF4-FFF2-40B4-BE49-F238E27FC236}">
                <a16:creationId xmlns:a16="http://schemas.microsoft.com/office/drawing/2014/main" id="{84E98E49-EACE-91A3-E006-6237D50A0F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3" name="Line 15">
            <a:extLst>
              <a:ext uri="{FF2B5EF4-FFF2-40B4-BE49-F238E27FC236}">
                <a16:creationId xmlns:a16="http://schemas.microsoft.com/office/drawing/2014/main" id="{DD3AA21D-0A9C-B4AD-C88B-39B4D143C0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4" name="Line 16">
            <a:extLst>
              <a:ext uri="{FF2B5EF4-FFF2-40B4-BE49-F238E27FC236}">
                <a16:creationId xmlns:a16="http://schemas.microsoft.com/office/drawing/2014/main" id="{24977665-50ED-7801-3A0A-5E9776122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5" name="Oval 17">
            <a:extLst>
              <a:ext uri="{FF2B5EF4-FFF2-40B4-BE49-F238E27FC236}">
                <a16:creationId xmlns:a16="http://schemas.microsoft.com/office/drawing/2014/main" id="{3D295A09-0E04-9F5D-E853-7C7D7A680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3266" name="Line 18">
            <a:extLst>
              <a:ext uri="{FF2B5EF4-FFF2-40B4-BE49-F238E27FC236}">
                <a16:creationId xmlns:a16="http://schemas.microsoft.com/office/drawing/2014/main" id="{B37A5F08-BA4B-8598-4602-8289A63756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67" name="Object 19">
            <a:extLst>
              <a:ext uri="{FF2B5EF4-FFF2-40B4-BE49-F238E27FC236}">
                <a16:creationId xmlns:a16="http://schemas.microsoft.com/office/drawing/2014/main" id="{377D0B88-BD2B-9678-7428-B140E5492C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73" imgH="304668" progId="Equation.3">
                  <p:embed/>
                </p:oleObj>
              </mc:Choice>
              <mc:Fallback>
                <p:oleObj name="Equation" r:id="rId10" imgW="291973" imgH="304668" progId="Equation.3">
                  <p:embed/>
                  <p:pic>
                    <p:nvPicPr>
                      <p:cNvPr id="53267" name="Object 19">
                        <a:extLst>
                          <a:ext uri="{FF2B5EF4-FFF2-40B4-BE49-F238E27FC236}">
                            <a16:creationId xmlns:a16="http://schemas.microsoft.com/office/drawing/2014/main" id="{377D0B88-BD2B-9678-7428-B140E5492C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8" name="Object 20">
            <a:extLst>
              <a:ext uri="{FF2B5EF4-FFF2-40B4-BE49-F238E27FC236}">
                <a16:creationId xmlns:a16="http://schemas.microsoft.com/office/drawing/2014/main" id="{10B65ABF-5B58-0EC3-1523-BB789E9B13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69" imgH="431425" progId="Equation.3">
                  <p:embed/>
                </p:oleObj>
              </mc:Choice>
              <mc:Fallback>
                <p:oleObj name="Equation" r:id="rId12" imgW="266469" imgH="431425" progId="Equation.3">
                  <p:embed/>
                  <p:pic>
                    <p:nvPicPr>
                      <p:cNvPr id="53268" name="Object 20">
                        <a:extLst>
                          <a:ext uri="{FF2B5EF4-FFF2-40B4-BE49-F238E27FC236}">
                            <a16:creationId xmlns:a16="http://schemas.microsoft.com/office/drawing/2014/main" id="{10B65ABF-5B58-0EC3-1523-BB789E9B13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9" name="Object 21">
            <a:extLst>
              <a:ext uri="{FF2B5EF4-FFF2-40B4-BE49-F238E27FC236}">
                <a16:creationId xmlns:a16="http://schemas.microsoft.com/office/drawing/2014/main" id="{5BBBDCCF-1999-5C28-FE8D-CE0AF693F5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0200" imgH="419100" progId="Equation.3">
                  <p:embed/>
                </p:oleObj>
              </mc:Choice>
              <mc:Fallback>
                <p:oleObj name="Equation" r:id="rId14" imgW="330200" imgH="419100" progId="Equation.3">
                  <p:embed/>
                  <p:pic>
                    <p:nvPicPr>
                      <p:cNvPr id="53269" name="Object 21">
                        <a:extLst>
                          <a:ext uri="{FF2B5EF4-FFF2-40B4-BE49-F238E27FC236}">
                            <a16:creationId xmlns:a16="http://schemas.microsoft.com/office/drawing/2014/main" id="{5BBBDCCF-1999-5C28-FE8D-CE0AF693F5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0" name="Object 22">
            <a:extLst>
              <a:ext uri="{FF2B5EF4-FFF2-40B4-BE49-F238E27FC236}">
                <a16:creationId xmlns:a16="http://schemas.microsoft.com/office/drawing/2014/main" id="{8608BB95-43D7-97A8-A5FE-95A7CE87C7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0200" imgH="419100" progId="Equation.3">
                  <p:embed/>
                </p:oleObj>
              </mc:Choice>
              <mc:Fallback>
                <p:oleObj name="Equation" r:id="rId16" imgW="330200" imgH="419100" progId="Equation.3">
                  <p:embed/>
                  <p:pic>
                    <p:nvPicPr>
                      <p:cNvPr id="53270" name="Object 22">
                        <a:extLst>
                          <a:ext uri="{FF2B5EF4-FFF2-40B4-BE49-F238E27FC236}">
                            <a16:creationId xmlns:a16="http://schemas.microsoft.com/office/drawing/2014/main" id="{8608BB95-43D7-97A8-A5FE-95A7CE87C7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1" name="Oval 23">
            <a:extLst>
              <a:ext uri="{FF2B5EF4-FFF2-40B4-BE49-F238E27FC236}">
                <a16:creationId xmlns:a16="http://schemas.microsoft.com/office/drawing/2014/main" id="{28DC1EB2-46A4-CD24-46CB-A4ACFD7A4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3272" name="Object 24">
            <a:extLst>
              <a:ext uri="{FF2B5EF4-FFF2-40B4-BE49-F238E27FC236}">
                <a16:creationId xmlns:a16="http://schemas.microsoft.com/office/drawing/2014/main" id="{E7F7E3D5-9188-0070-8F9D-A7C471DA47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0" y="4191001"/>
          <a:ext cx="457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57002" imgH="583947" progId="Equation.3">
                  <p:embed/>
                </p:oleObj>
              </mc:Choice>
              <mc:Fallback>
                <p:oleObj name="Equation" r:id="rId17" imgW="457002" imgH="583947" progId="Equation.3">
                  <p:embed/>
                  <p:pic>
                    <p:nvPicPr>
                      <p:cNvPr id="53272" name="Object 24">
                        <a:extLst>
                          <a:ext uri="{FF2B5EF4-FFF2-40B4-BE49-F238E27FC236}">
                            <a16:creationId xmlns:a16="http://schemas.microsoft.com/office/drawing/2014/main" id="{E7F7E3D5-9188-0070-8F9D-A7C471DA47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4191001"/>
                        <a:ext cx="457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3" name="Freeform 25">
            <a:extLst>
              <a:ext uri="{FF2B5EF4-FFF2-40B4-BE49-F238E27FC236}">
                <a16:creationId xmlns:a16="http://schemas.microsoft.com/office/drawing/2014/main" id="{1BE7B59A-E5E2-C4C6-134B-19503A4F40E4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74" name="Object 26">
            <a:extLst>
              <a:ext uri="{FF2B5EF4-FFF2-40B4-BE49-F238E27FC236}">
                <a16:creationId xmlns:a16="http://schemas.microsoft.com/office/drawing/2014/main" id="{1406190C-1C69-AD76-4E8F-50D6E06AA0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1" y="41973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82391" imgH="571252" progId="Equation.3">
                  <p:embed/>
                </p:oleObj>
              </mc:Choice>
              <mc:Fallback>
                <p:oleObj name="Equation" r:id="rId19" imgW="482391" imgH="571252" progId="Equation.3">
                  <p:embed/>
                  <p:pic>
                    <p:nvPicPr>
                      <p:cNvPr id="53274" name="Object 26">
                        <a:extLst>
                          <a:ext uri="{FF2B5EF4-FFF2-40B4-BE49-F238E27FC236}">
                            <a16:creationId xmlns:a16="http://schemas.microsoft.com/office/drawing/2014/main" id="{1406190C-1C69-AD76-4E8F-50D6E06AA0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41973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5" name="Line 27">
            <a:extLst>
              <a:ext uri="{FF2B5EF4-FFF2-40B4-BE49-F238E27FC236}">
                <a16:creationId xmlns:a16="http://schemas.microsoft.com/office/drawing/2014/main" id="{0B72B173-FD27-9110-DC1E-E2A3894041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3">
            <a:extLst>
              <a:ext uri="{FF2B5EF4-FFF2-40B4-BE49-F238E27FC236}">
                <a16:creationId xmlns:a16="http://schemas.microsoft.com/office/drawing/2014/main" id="{CDB9B160-FB4C-E40F-40F8-B829EF37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3E12A6F0-5E3A-4DC6-9794-C612D94F7882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57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5" name="Rectangle 20">
            <a:extLst>
              <a:ext uri="{FF2B5EF4-FFF2-40B4-BE49-F238E27FC236}">
                <a16:creationId xmlns:a16="http://schemas.microsoft.com/office/drawing/2014/main" id="{EBA545C6-CFBE-D660-5C13-5FA0DDB5C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4276" name="Line 21">
            <a:extLst>
              <a:ext uri="{FF2B5EF4-FFF2-40B4-BE49-F238E27FC236}">
                <a16:creationId xmlns:a16="http://schemas.microsoft.com/office/drawing/2014/main" id="{C7A5478A-FC95-C25F-8F65-D7046DB5F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77" name="Line 22">
            <a:extLst>
              <a:ext uri="{FF2B5EF4-FFF2-40B4-BE49-F238E27FC236}">
                <a16:creationId xmlns:a16="http://schemas.microsoft.com/office/drawing/2014/main" id="{C6C4C970-3E98-9FD8-96EE-C006468184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278" name="Object 23">
            <a:extLst>
              <a:ext uri="{FF2B5EF4-FFF2-40B4-BE49-F238E27FC236}">
                <a16:creationId xmlns:a16="http://schemas.microsoft.com/office/drawing/2014/main" id="{37397902-36EB-7D75-5D4F-CA3A65F2D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1973" imgH="304668" progId="Equation.3">
                  <p:embed/>
                </p:oleObj>
              </mc:Choice>
              <mc:Fallback>
                <p:oleObj name="Equation" r:id="rId2" imgW="291973" imgH="304668" progId="Equation.3">
                  <p:embed/>
                  <p:pic>
                    <p:nvPicPr>
                      <p:cNvPr id="54278" name="Object 23">
                        <a:extLst>
                          <a:ext uri="{FF2B5EF4-FFF2-40B4-BE49-F238E27FC236}">
                            <a16:creationId xmlns:a16="http://schemas.microsoft.com/office/drawing/2014/main" id="{37397902-36EB-7D75-5D4F-CA3A65F2D1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" name="Line 24">
            <a:extLst>
              <a:ext uri="{FF2B5EF4-FFF2-40B4-BE49-F238E27FC236}">
                <a16:creationId xmlns:a16="http://schemas.microsoft.com/office/drawing/2014/main" id="{FDE94B6E-97C7-631D-6F19-D9A857398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280" name="Object 25">
            <a:extLst>
              <a:ext uri="{FF2B5EF4-FFF2-40B4-BE49-F238E27FC236}">
                <a16:creationId xmlns:a16="http://schemas.microsoft.com/office/drawing/2014/main" id="{10047D01-0D96-7CB0-6705-2BFDC771A4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469" imgH="431425" progId="Equation.3">
                  <p:embed/>
                </p:oleObj>
              </mc:Choice>
              <mc:Fallback>
                <p:oleObj name="Equation" r:id="rId4" imgW="266469" imgH="431425" progId="Equation.3">
                  <p:embed/>
                  <p:pic>
                    <p:nvPicPr>
                      <p:cNvPr id="54280" name="Object 25">
                        <a:extLst>
                          <a:ext uri="{FF2B5EF4-FFF2-40B4-BE49-F238E27FC236}">
                            <a16:creationId xmlns:a16="http://schemas.microsoft.com/office/drawing/2014/main" id="{10047D01-0D96-7CB0-6705-2BFDC771A4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1" name="Oval 26">
            <a:extLst>
              <a:ext uri="{FF2B5EF4-FFF2-40B4-BE49-F238E27FC236}">
                <a16:creationId xmlns:a16="http://schemas.microsoft.com/office/drawing/2014/main" id="{B89159E8-6A47-4626-6045-6777C0EA2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4282" name="Object 27">
            <a:extLst>
              <a:ext uri="{FF2B5EF4-FFF2-40B4-BE49-F238E27FC236}">
                <a16:creationId xmlns:a16="http://schemas.microsoft.com/office/drawing/2014/main" id="{0C38A6F7-9412-533A-899C-9968BFA2C7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391" imgH="583947" progId="Equation.3">
                  <p:embed/>
                </p:oleObj>
              </mc:Choice>
              <mc:Fallback>
                <p:oleObj name="Equation" r:id="rId6" imgW="482391" imgH="583947" progId="Equation.3">
                  <p:embed/>
                  <p:pic>
                    <p:nvPicPr>
                      <p:cNvPr id="54282" name="Object 27">
                        <a:extLst>
                          <a:ext uri="{FF2B5EF4-FFF2-40B4-BE49-F238E27FC236}">
                            <a16:creationId xmlns:a16="http://schemas.microsoft.com/office/drawing/2014/main" id="{0C38A6F7-9412-533A-899C-9968BFA2C7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3" name="Object 28">
            <a:extLst>
              <a:ext uri="{FF2B5EF4-FFF2-40B4-BE49-F238E27FC236}">
                <a16:creationId xmlns:a16="http://schemas.microsoft.com/office/drawing/2014/main" id="{9DBE0B71-AF9F-3844-A411-8970EB52E1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1888" y="4194175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6224" imgH="571252" progId="Equation.3">
                  <p:embed/>
                </p:oleObj>
              </mc:Choice>
              <mc:Fallback>
                <p:oleObj name="Equation" r:id="rId8" imgW="406224" imgH="571252" progId="Equation.3">
                  <p:embed/>
                  <p:pic>
                    <p:nvPicPr>
                      <p:cNvPr id="54283" name="Object 28">
                        <a:extLst>
                          <a:ext uri="{FF2B5EF4-FFF2-40B4-BE49-F238E27FC236}">
                            <a16:creationId xmlns:a16="http://schemas.microsoft.com/office/drawing/2014/main" id="{9DBE0B71-AF9F-3844-A411-8970EB52E1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4194175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4" name="Oval 29">
            <a:extLst>
              <a:ext uri="{FF2B5EF4-FFF2-40B4-BE49-F238E27FC236}">
                <a16:creationId xmlns:a16="http://schemas.microsoft.com/office/drawing/2014/main" id="{C642A1CB-6D05-8773-F02D-304AD40A8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4285" name="Oval 30">
            <a:extLst>
              <a:ext uri="{FF2B5EF4-FFF2-40B4-BE49-F238E27FC236}">
                <a16:creationId xmlns:a16="http://schemas.microsoft.com/office/drawing/2014/main" id="{6CB832EC-DE3D-9250-D7A0-ABCBE9238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4286" name="Line 31">
            <a:extLst>
              <a:ext uri="{FF2B5EF4-FFF2-40B4-BE49-F238E27FC236}">
                <a16:creationId xmlns:a16="http://schemas.microsoft.com/office/drawing/2014/main" id="{D11B17FF-D4B4-79F2-776A-7D73D81E02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7" name="Line 32">
            <a:extLst>
              <a:ext uri="{FF2B5EF4-FFF2-40B4-BE49-F238E27FC236}">
                <a16:creationId xmlns:a16="http://schemas.microsoft.com/office/drawing/2014/main" id="{1B4C7CE9-E92E-2BAF-D7CA-596FB9DA4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8" name="Line 33">
            <a:extLst>
              <a:ext uri="{FF2B5EF4-FFF2-40B4-BE49-F238E27FC236}">
                <a16:creationId xmlns:a16="http://schemas.microsoft.com/office/drawing/2014/main" id="{D24FFB90-18BE-9E84-85CF-B8933E06B5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9" name="Oval 34">
            <a:extLst>
              <a:ext uri="{FF2B5EF4-FFF2-40B4-BE49-F238E27FC236}">
                <a16:creationId xmlns:a16="http://schemas.microsoft.com/office/drawing/2014/main" id="{6468F384-E1FA-8C13-F3AA-947AFE2A1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4290" name="Line 35">
            <a:extLst>
              <a:ext uri="{FF2B5EF4-FFF2-40B4-BE49-F238E27FC236}">
                <a16:creationId xmlns:a16="http://schemas.microsoft.com/office/drawing/2014/main" id="{164B1571-4176-428F-FE84-E140B13DFFC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291" name="Object 36">
            <a:extLst>
              <a:ext uri="{FF2B5EF4-FFF2-40B4-BE49-F238E27FC236}">
                <a16:creationId xmlns:a16="http://schemas.microsoft.com/office/drawing/2014/main" id="{C9CD3654-1BD2-1FCE-D69D-790C472A21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73" imgH="304668" progId="Equation.3">
                  <p:embed/>
                </p:oleObj>
              </mc:Choice>
              <mc:Fallback>
                <p:oleObj name="Equation" r:id="rId10" imgW="291973" imgH="304668" progId="Equation.3">
                  <p:embed/>
                  <p:pic>
                    <p:nvPicPr>
                      <p:cNvPr id="54291" name="Object 36">
                        <a:extLst>
                          <a:ext uri="{FF2B5EF4-FFF2-40B4-BE49-F238E27FC236}">
                            <a16:creationId xmlns:a16="http://schemas.microsoft.com/office/drawing/2014/main" id="{C9CD3654-1BD2-1FCE-D69D-790C472A21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2" name="Object 37">
            <a:extLst>
              <a:ext uri="{FF2B5EF4-FFF2-40B4-BE49-F238E27FC236}">
                <a16:creationId xmlns:a16="http://schemas.microsoft.com/office/drawing/2014/main" id="{6BA780F0-0C9A-0951-BDF9-76996FDC79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69" imgH="431425" progId="Equation.3">
                  <p:embed/>
                </p:oleObj>
              </mc:Choice>
              <mc:Fallback>
                <p:oleObj name="Equation" r:id="rId12" imgW="266469" imgH="431425" progId="Equation.3">
                  <p:embed/>
                  <p:pic>
                    <p:nvPicPr>
                      <p:cNvPr id="54292" name="Object 37">
                        <a:extLst>
                          <a:ext uri="{FF2B5EF4-FFF2-40B4-BE49-F238E27FC236}">
                            <a16:creationId xmlns:a16="http://schemas.microsoft.com/office/drawing/2014/main" id="{6BA780F0-0C9A-0951-BDF9-76996FDC79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3" name="Object 38">
            <a:extLst>
              <a:ext uri="{FF2B5EF4-FFF2-40B4-BE49-F238E27FC236}">
                <a16:creationId xmlns:a16="http://schemas.microsoft.com/office/drawing/2014/main" id="{D53DF8AF-6621-105A-3378-900F8F18C4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0200" imgH="419100" progId="Equation.3">
                  <p:embed/>
                </p:oleObj>
              </mc:Choice>
              <mc:Fallback>
                <p:oleObj name="Equation" r:id="rId14" imgW="330200" imgH="419100" progId="Equation.3">
                  <p:embed/>
                  <p:pic>
                    <p:nvPicPr>
                      <p:cNvPr id="54293" name="Object 38">
                        <a:extLst>
                          <a:ext uri="{FF2B5EF4-FFF2-40B4-BE49-F238E27FC236}">
                            <a16:creationId xmlns:a16="http://schemas.microsoft.com/office/drawing/2014/main" id="{D53DF8AF-6621-105A-3378-900F8F18C4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4" name="Object 39">
            <a:extLst>
              <a:ext uri="{FF2B5EF4-FFF2-40B4-BE49-F238E27FC236}">
                <a16:creationId xmlns:a16="http://schemas.microsoft.com/office/drawing/2014/main" id="{2410FECA-5A48-F078-111A-A7C24AE977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0200" imgH="419100" progId="Equation.3">
                  <p:embed/>
                </p:oleObj>
              </mc:Choice>
              <mc:Fallback>
                <p:oleObj name="Equation" r:id="rId16" imgW="330200" imgH="419100" progId="Equation.3">
                  <p:embed/>
                  <p:pic>
                    <p:nvPicPr>
                      <p:cNvPr id="54294" name="Object 39">
                        <a:extLst>
                          <a:ext uri="{FF2B5EF4-FFF2-40B4-BE49-F238E27FC236}">
                            <a16:creationId xmlns:a16="http://schemas.microsoft.com/office/drawing/2014/main" id="{2410FECA-5A48-F078-111A-A7C24AE977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5" name="Oval 40">
            <a:extLst>
              <a:ext uri="{FF2B5EF4-FFF2-40B4-BE49-F238E27FC236}">
                <a16:creationId xmlns:a16="http://schemas.microsoft.com/office/drawing/2014/main" id="{81D07E4A-8967-E2DA-1373-59D2CD530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4296" name="Object 41">
            <a:extLst>
              <a:ext uri="{FF2B5EF4-FFF2-40B4-BE49-F238E27FC236}">
                <a16:creationId xmlns:a16="http://schemas.microsoft.com/office/drawing/2014/main" id="{9BAA9CDE-822F-4B39-A4BE-6DD66576B0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0" y="4191001"/>
          <a:ext cx="457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57002" imgH="583947" progId="Equation.3">
                  <p:embed/>
                </p:oleObj>
              </mc:Choice>
              <mc:Fallback>
                <p:oleObj name="Equation" r:id="rId17" imgW="457002" imgH="583947" progId="Equation.3">
                  <p:embed/>
                  <p:pic>
                    <p:nvPicPr>
                      <p:cNvPr id="54296" name="Object 41">
                        <a:extLst>
                          <a:ext uri="{FF2B5EF4-FFF2-40B4-BE49-F238E27FC236}">
                            <a16:creationId xmlns:a16="http://schemas.microsoft.com/office/drawing/2014/main" id="{9BAA9CDE-822F-4B39-A4BE-6DD66576B0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4191001"/>
                        <a:ext cx="457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7" name="Freeform 42">
            <a:extLst>
              <a:ext uri="{FF2B5EF4-FFF2-40B4-BE49-F238E27FC236}">
                <a16:creationId xmlns:a16="http://schemas.microsoft.com/office/drawing/2014/main" id="{DD259E09-AF9F-769A-6CF1-6C2D0896654F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298" name="Object 43">
            <a:extLst>
              <a:ext uri="{FF2B5EF4-FFF2-40B4-BE49-F238E27FC236}">
                <a16:creationId xmlns:a16="http://schemas.microsoft.com/office/drawing/2014/main" id="{B086D40D-A0FA-B168-65E6-F7B135C73F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1" y="41973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82391" imgH="571252" progId="Equation.3">
                  <p:embed/>
                </p:oleObj>
              </mc:Choice>
              <mc:Fallback>
                <p:oleObj name="Equation" r:id="rId19" imgW="482391" imgH="571252" progId="Equation.3">
                  <p:embed/>
                  <p:pic>
                    <p:nvPicPr>
                      <p:cNvPr id="54298" name="Object 43">
                        <a:extLst>
                          <a:ext uri="{FF2B5EF4-FFF2-40B4-BE49-F238E27FC236}">
                            <a16:creationId xmlns:a16="http://schemas.microsoft.com/office/drawing/2014/main" id="{B086D40D-A0FA-B168-65E6-F7B135C73F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41973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9" name="Line 44">
            <a:extLst>
              <a:ext uri="{FF2B5EF4-FFF2-40B4-BE49-F238E27FC236}">
                <a16:creationId xmlns:a16="http://schemas.microsoft.com/office/drawing/2014/main" id="{80177EC9-E264-2FFD-FA0D-DD2412BBF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0" name="Text Box 45">
            <a:extLst>
              <a:ext uri="{FF2B5EF4-FFF2-40B4-BE49-F238E27FC236}">
                <a16:creationId xmlns:a16="http://schemas.microsoft.com/office/drawing/2014/main" id="{EB57C122-3C0C-E8B0-3847-3CBFABD20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1" y="3429000"/>
            <a:ext cx="17637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“accept”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3">
            <a:extLst>
              <a:ext uri="{FF2B5EF4-FFF2-40B4-BE49-F238E27FC236}">
                <a16:creationId xmlns:a16="http://schemas.microsoft.com/office/drawing/2014/main" id="{97DEBCB7-BAB0-D061-5BD0-9818F648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BD274617-586C-4DD2-B398-467315719E94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58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299" name="Oval 2">
            <a:extLst>
              <a:ext uri="{FF2B5EF4-FFF2-40B4-BE49-F238E27FC236}">
                <a16:creationId xmlns:a16="http://schemas.microsoft.com/office/drawing/2014/main" id="{85BDDDDE-FEF5-AF90-C105-4AD4EB755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5300" name="Object 3">
            <a:extLst>
              <a:ext uri="{FF2B5EF4-FFF2-40B4-BE49-F238E27FC236}">
                <a16:creationId xmlns:a16="http://schemas.microsoft.com/office/drawing/2014/main" id="{3B3FA5D9-B95B-E01C-DB66-6DDFE87C9E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55300" name="Object 3">
                        <a:extLst>
                          <a:ext uri="{FF2B5EF4-FFF2-40B4-BE49-F238E27FC236}">
                            <a16:creationId xmlns:a16="http://schemas.microsoft.com/office/drawing/2014/main" id="{3B3FA5D9-B95B-E01C-DB66-6DDFE87C9E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Oval 6">
            <a:extLst>
              <a:ext uri="{FF2B5EF4-FFF2-40B4-BE49-F238E27FC236}">
                <a16:creationId xmlns:a16="http://schemas.microsoft.com/office/drawing/2014/main" id="{C49A123C-44F6-8C25-AE45-160BA4BB3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5302" name="Oval 7">
            <a:extLst>
              <a:ext uri="{FF2B5EF4-FFF2-40B4-BE49-F238E27FC236}">
                <a16:creationId xmlns:a16="http://schemas.microsoft.com/office/drawing/2014/main" id="{2956FD02-9358-C0A0-F4FC-30E7F3AE7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5303" name="Line 8">
            <a:extLst>
              <a:ext uri="{FF2B5EF4-FFF2-40B4-BE49-F238E27FC236}">
                <a16:creationId xmlns:a16="http://schemas.microsoft.com/office/drawing/2014/main" id="{B7A4B7C7-9289-C88F-DFB5-294463977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4" name="Line 9">
            <a:extLst>
              <a:ext uri="{FF2B5EF4-FFF2-40B4-BE49-F238E27FC236}">
                <a16:creationId xmlns:a16="http://schemas.microsoft.com/office/drawing/2014/main" id="{C3251AF2-F2FE-AD34-4242-DBAB19C072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Line 10">
            <a:extLst>
              <a:ext uri="{FF2B5EF4-FFF2-40B4-BE49-F238E27FC236}">
                <a16:creationId xmlns:a16="http://schemas.microsoft.com/office/drawing/2014/main" id="{0FE1C55A-2432-F32C-AF14-4944792519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6" name="Oval 11">
            <a:extLst>
              <a:ext uri="{FF2B5EF4-FFF2-40B4-BE49-F238E27FC236}">
                <a16:creationId xmlns:a16="http://schemas.microsoft.com/office/drawing/2014/main" id="{EBFF5951-ADAE-B5F8-C7AF-0CA8DFC80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5307" name="Line 12">
            <a:extLst>
              <a:ext uri="{FF2B5EF4-FFF2-40B4-BE49-F238E27FC236}">
                <a16:creationId xmlns:a16="http://schemas.microsoft.com/office/drawing/2014/main" id="{EF335A02-1F72-07F1-F038-5CB2277BF3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5308" name="Object 13">
            <a:extLst>
              <a:ext uri="{FF2B5EF4-FFF2-40B4-BE49-F238E27FC236}">
                <a16:creationId xmlns:a16="http://schemas.microsoft.com/office/drawing/2014/main" id="{9B02DE76-F9C5-FB9C-D0EA-61ACC413AE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1973" imgH="304668" progId="Equation.3">
                  <p:embed/>
                </p:oleObj>
              </mc:Choice>
              <mc:Fallback>
                <p:oleObj name="Equation" r:id="rId4" imgW="291973" imgH="304668" progId="Equation.3">
                  <p:embed/>
                  <p:pic>
                    <p:nvPicPr>
                      <p:cNvPr id="55308" name="Object 13">
                        <a:extLst>
                          <a:ext uri="{FF2B5EF4-FFF2-40B4-BE49-F238E27FC236}">
                            <a16:creationId xmlns:a16="http://schemas.microsoft.com/office/drawing/2014/main" id="{9B02DE76-F9C5-FB9C-D0EA-61ACC413AE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9" name="Object 14">
            <a:extLst>
              <a:ext uri="{FF2B5EF4-FFF2-40B4-BE49-F238E27FC236}">
                <a16:creationId xmlns:a16="http://schemas.microsoft.com/office/drawing/2014/main" id="{D628FF41-7F98-8D6F-500E-94FDFD6932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469" imgH="431425" progId="Equation.3">
                  <p:embed/>
                </p:oleObj>
              </mc:Choice>
              <mc:Fallback>
                <p:oleObj name="Equation" r:id="rId6" imgW="266469" imgH="431425" progId="Equation.3">
                  <p:embed/>
                  <p:pic>
                    <p:nvPicPr>
                      <p:cNvPr id="55309" name="Object 14">
                        <a:extLst>
                          <a:ext uri="{FF2B5EF4-FFF2-40B4-BE49-F238E27FC236}">
                            <a16:creationId xmlns:a16="http://schemas.microsoft.com/office/drawing/2014/main" id="{D628FF41-7F98-8D6F-500E-94FDFD6932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0" name="Object 15">
            <a:extLst>
              <a:ext uri="{FF2B5EF4-FFF2-40B4-BE49-F238E27FC236}">
                <a16:creationId xmlns:a16="http://schemas.microsoft.com/office/drawing/2014/main" id="{41E73D2E-C8C8-C4CF-A1B9-78C91B1AA4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200" imgH="419100" progId="Equation.3">
                  <p:embed/>
                </p:oleObj>
              </mc:Choice>
              <mc:Fallback>
                <p:oleObj name="Equation" r:id="rId8" imgW="330200" imgH="419100" progId="Equation.3">
                  <p:embed/>
                  <p:pic>
                    <p:nvPicPr>
                      <p:cNvPr id="55310" name="Object 15">
                        <a:extLst>
                          <a:ext uri="{FF2B5EF4-FFF2-40B4-BE49-F238E27FC236}">
                            <a16:creationId xmlns:a16="http://schemas.microsoft.com/office/drawing/2014/main" id="{41E73D2E-C8C8-C4CF-A1B9-78C91B1AA4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1" name="Object 16">
            <a:extLst>
              <a:ext uri="{FF2B5EF4-FFF2-40B4-BE49-F238E27FC236}">
                <a16:creationId xmlns:a16="http://schemas.microsoft.com/office/drawing/2014/main" id="{D643A7D2-9C38-4374-E417-58686DC0CF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55311" name="Object 16">
                        <a:extLst>
                          <a:ext uri="{FF2B5EF4-FFF2-40B4-BE49-F238E27FC236}">
                            <a16:creationId xmlns:a16="http://schemas.microsoft.com/office/drawing/2014/main" id="{D643A7D2-9C38-4374-E417-58686DC0CF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2" name="Oval 17">
            <a:extLst>
              <a:ext uri="{FF2B5EF4-FFF2-40B4-BE49-F238E27FC236}">
                <a16:creationId xmlns:a16="http://schemas.microsoft.com/office/drawing/2014/main" id="{FAAB7CBA-1C76-4320-E2B7-1873A67A1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5313" name="Freeform 19">
            <a:extLst>
              <a:ext uri="{FF2B5EF4-FFF2-40B4-BE49-F238E27FC236}">
                <a16:creationId xmlns:a16="http://schemas.microsoft.com/office/drawing/2014/main" id="{47200D48-A371-2EF4-145C-A1661371BAAA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4" name="Rectangle 20">
            <a:extLst>
              <a:ext uri="{FF2B5EF4-FFF2-40B4-BE49-F238E27FC236}">
                <a16:creationId xmlns:a16="http://schemas.microsoft.com/office/drawing/2014/main" id="{9CBD19ED-3E96-9F18-8747-02B524EF4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5315" name="Line 21">
            <a:extLst>
              <a:ext uri="{FF2B5EF4-FFF2-40B4-BE49-F238E27FC236}">
                <a16:creationId xmlns:a16="http://schemas.microsoft.com/office/drawing/2014/main" id="{CD5FC02D-9369-A06C-8EF1-4E93B0620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6" name="Line 22">
            <a:extLst>
              <a:ext uri="{FF2B5EF4-FFF2-40B4-BE49-F238E27FC236}">
                <a16:creationId xmlns:a16="http://schemas.microsoft.com/office/drawing/2014/main" id="{1FA23E37-FCC5-0B29-106F-8E40E81CAE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5317" name="Object 23">
            <a:extLst>
              <a:ext uri="{FF2B5EF4-FFF2-40B4-BE49-F238E27FC236}">
                <a16:creationId xmlns:a16="http://schemas.microsoft.com/office/drawing/2014/main" id="{FFE7A5C3-5348-19DA-BC4F-7AD9F5B6FF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1973" imgH="304668" progId="Equation.3">
                  <p:embed/>
                </p:oleObj>
              </mc:Choice>
              <mc:Fallback>
                <p:oleObj name="Equation" r:id="rId11" imgW="291973" imgH="304668" progId="Equation.3">
                  <p:embed/>
                  <p:pic>
                    <p:nvPicPr>
                      <p:cNvPr id="55317" name="Object 23">
                        <a:extLst>
                          <a:ext uri="{FF2B5EF4-FFF2-40B4-BE49-F238E27FC236}">
                            <a16:creationId xmlns:a16="http://schemas.microsoft.com/office/drawing/2014/main" id="{FFE7A5C3-5348-19DA-BC4F-7AD9F5B6FF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8" name="Line 24">
            <a:extLst>
              <a:ext uri="{FF2B5EF4-FFF2-40B4-BE49-F238E27FC236}">
                <a16:creationId xmlns:a16="http://schemas.microsoft.com/office/drawing/2014/main" id="{0D56CFFE-12CD-0C34-9182-4BAECA1C01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5319" name="Object 25">
            <a:extLst>
              <a:ext uri="{FF2B5EF4-FFF2-40B4-BE49-F238E27FC236}">
                <a16:creationId xmlns:a16="http://schemas.microsoft.com/office/drawing/2014/main" id="{62F18C03-E182-D05E-F595-98C39A73F3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469" imgH="431425" progId="Equation.3">
                  <p:embed/>
                </p:oleObj>
              </mc:Choice>
              <mc:Fallback>
                <p:oleObj name="Equation" r:id="rId13" imgW="266469" imgH="431425" progId="Equation.3">
                  <p:embed/>
                  <p:pic>
                    <p:nvPicPr>
                      <p:cNvPr id="55319" name="Object 25">
                        <a:extLst>
                          <a:ext uri="{FF2B5EF4-FFF2-40B4-BE49-F238E27FC236}">
                            <a16:creationId xmlns:a16="http://schemas.microsoft.com/office/drawing/2014/main" id="{62F18C03-E182-D05E-F595-98C39A73F3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0" name="Text Box 26">
            <a:extLst>
              <a:ext uri="{FF2B5EF4-FFF2-40B4-BE49-F238E27FC236}">
                <a16:creationId xmlns:a16="http://schemas.microsoft.com/office/drawing/2014/main" id="{07AE17C9-7692-BD25-3442-2B139F30C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81000"/>
            <a:ext cx="3087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Another String</a:t>
            </a:r>
          </a:p>
        </p:txBody>
      </p:sp>
      <p:sp>
        <p:nvSpPr>
          <p:cNvPr id="55321" name="Line 27">
            <a:extLst>
              <a:ext uri="{FF2B5EF4-FFF2-40B4-BE49-F238E27FC236}">
                <a16:creationId xmlns:a16="http://schemas.microsoft.com/office/drawing/2014/main" id="{C51123E2-CD64-1C88-A123-A7A5E41EA2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22" name="Line 28">
            <a:extLst>
              <a:ext uri="{FF2B5EF4-FFF2-40B4-BE49-F238E27FC236}">
                <a16:creationId xmlns:a16="http://schemas.microsoft.com/office/drawing/2014/main" id="{11138C31-8A32-4494-124F-4146EB8F6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5323" name="Object 29">
            <a:extLst>
              <a:ext uri="{FF2B5EF4-FFF2-40B4-BE49-F238E27FC236}">
                <a16:creationId xmlns:a16="http://schemas.microsoft.com/office/drawing/2014/main" id="{99431184-CBC5-9446-FBE6-8DD65F03B0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63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73" imgH="304668" progId="Equation.3">
                  <p:embed/>
                </p:oleObj>
              </mc:Choice>
              <mc:Fallback>
                <p:oleObj name="Equation" r:id="rId15" imgW="291973" imgH="304668" progId="Equation.3">
                  <p:embed/>
                  <p:pic>
                    <p:nvPicPr>
                      <p:cNvPr id="55323" name="Object 29">
                        <a:extLst>
                          <a:ext uri="{FF2B5EF4-FFF2-40B4-BE49-F238E27FC236}">
                            <a16:creationId xmlns:a16="http://schemas.microsoft.com/office/drawing/2014/main" id="{99431184-CBC5-9446-FBE6-8DD65F03B0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4" name="Object 30">
            <a:extLst>
              <a:ext uri="{FF2B5EF4-FFF2-40B4-BE49-F238E27FC236}">
                <a16:creationId xmlns:a16="http://schemas.microsoft.com/office/drawing/2014/main" id="{E8776B4D-E5B6-18DB-E7D4-533387F1C9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69" imgH="431425" progId="Equation.3">
                  <p:embed/>
                </p:oleObj>
              </mc:Choice>
              <mc:Fallback>
                <p:oleObj name="Equation" r:id="rId16" imgW="266469" imgH="431425" progId="Equation.3">
                  <p:embed/>
                  <p:pic>
                    <p:nvPicPr>
                      <p:cNvPr id="55324" name="Object 30">
                        <a:extLst>
                          <a:ext uri="{FF2B5EF4-FFF2-40B4-BE49-F238E27FC236}">
                            <a16:creationId xmlns:a16="http://schemas.microsoft.com/office/drawing/2014/main" id="{E8776B4D-E5B6-18DB-E7D4-533387F1C9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5" name="Object 31">
            <a:extLst>
              <a:ext uri="{FF2B5EF4-FFF2-40B4-BE49-F238E27FC236}">
                <a16:creationId xmlns:a16="http://schemas.microsoft.com/office/drawing/2014/main" id="{C2DE5A5A-B6D0-4514-C281-EE582E5C28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1101" y="4273551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571252" progId="Equation.3">
                  <p:embed/>
                </p:oleObj>
              </mc:Choice>
              <mc:Fallback>
                <p:oleObj name="Equation" r:id="rId17" imgW="406224" imgH="571252" progId="Equation.3">
                  <p:embed/>
                  <p:pic>
                    <p:nvPicPr>
                      <p:cNvPr id="55325" name="Object 31">
                        <a:extLst>
                          <a:ext uri="{FF2B5EF4-FFF2-40B4-BE49-F238E27FC236}">
                            <a16:creationId xmlns:a16="http://schemas.microsoft.com/office/drawing/2014/main" id="{C2DE5A5A-B6D0-4514-C281-EE582E5C28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1" y="4273551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6" name="Object 32">
            <a:extLst>
              <a:ext uri="{FF2B5EF4-FFF2-40B4-BE49-F238E27FC236}">
                <a16:creationId xmlns:a16="http://schemas.microsoft.com/office/drawing/2014/main" id="{1B1BE15C-CF93-6F5E-EFC9-AD4852A948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1" y="42735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82391" imgH="571252" progId="Equation.3">
                  <p:embed/>
                </p:oleObj>
              </mc:Choice>
              <mc:Fallback>
                <p:oleObj name="Equation" r:id="rId19" imgW="482391" imgH="571252" progId="Equation.3">
                  <p:embed/>
                  <p:pic>
                    <p:nvPicPr>
                      <p:cNvPr id="55326" name="Object 32">
                        <a:extLst>
                          <a:ext uri="{FF2B5EF4-FFF2-40B4-BE49-F238E27FC236}">
                            <a16:creationId xmlns:a16="http://schemas.microsoft.com/office/drawing/2014/main" id="{1B1BE15C-CF93-6F5E-EFC9-AD4852A948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42735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7" name="Object 33">
            <a:extLst>
              <a:ext uri="{FF2B5EF4-FFF2-40B4-BE49-F238E27FC236}">
                <a16:creationId xmlns:a16="http://schemas.microsoft.com/office/drawing/2014/main" id="{72FF28E0-1E66-78F0-F6E9-CBAF79A689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56701" y="4267201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57002" imgH="583947" progId="Equation.3">
                  <p:embed/>
                </p:oleObj>
              </mc:Choice>
              <mc:Fallback>
                <p:oleObj name="Equation" r:id="rId21" imgW="457002" imgH="583947" progId="Equation.3">
                  <p:embed/>
                  <p:pic>
                    <p:nvPicPr>
                      <p:cNvPr id="55327" name="Object 33">
                        <a:extLst>
                          <a:ext uri="{FF2B5EF4-FFF2-40B4-BE49-F238E27FC236}">
                            <a16:creationId xmlns:a16="http://schemas.microsoft.com/office/drawing/2014/main" id="{72FF28E0-1E66-78F0-F6E9-CBAF79A689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701" y="4267201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8" name="Line 34">
            <a:extLst>
              <a:ext uri="{FF2B5EF4-FFF2-40B4-BE49-F238E27FC236}">
                <a16:creationId xmlns:a16="http://schemas.microsoft.com/office/drawing/2014/main" id="{43E36C2F-3361-532A-67D3-B66927B23F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1054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3">
            <a:extLst>
              <a:ext uri="{FF2B5EF4-FFF2-40B4-BE49-F238E27FC236}">
                <a16:creationId xmlns:a16="http://schemas.microsoft.com/office/drawing/2014/main" id="{8450AA2E-9E7D-E4B1-32A5-30CD229E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EDEC2BEF-FE92-4ED0-8727-31DCECA07E48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59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Oval 2">
            <a:extLst>
              <a:ext uri="{FF2B5EF4-FFF2-40B4-BE49-F238E27FC236}">
                <a16:creationId xmlns:a16="http://schemas.microsoft.com/office/drawing/2014/main" id="{59CC16F0-B817-88E9-B371-5BC797DFF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6324" name="Object 3">
            <a:extLst>
              <a:ext uri="{FF2B5EF4-FFF2-40B4-BE49-F238E27FC236}">
                <a16:creationId xmlns:a16="http://schemas.microsoft.com/office/drawing/2014/main" id="{B7971B83-9542-3E03-2DB3-2B203A2C6F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56324" name="Object 3">
                        <a:extLst>
                          <a:ext uri="{FF2B5EF4-FFF2-40B4-BE49-F238E27FC236}">
                            <a16:creationId xmlns:a16="http://schemas.microsoft.com/office/drawing/2014/main" id="{B7971B83-9542-3E03-2DB3-2B203A2C6F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5" name="Oval 4">
            <a:extLst>
              <a:ext uri="{FF2B5EF4-FFF2-40B4-BE49-F238E27FC236}">
                <a16:creationId xmlns:a16="http://schemas.microsoft.com/office/drawing/2014/main" id="{6AF6EB3E-1B29-A77C-5129-30C25E8B7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6326" name="Oval 5">
            <a:extLst>
              <a:ext uri="{FF2B5EF4-FFF2-40B4-BE49-F238E27FC236}">
                <a16:creationId xmlns:a16="http://schemas.microsoft.com/office/drawing/2014/main" id="{D43D6F1D-2B25-20AA-A911-55B31BDAB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6327" name="Line 6">
            <a:extLst>
              <a:ext uri="{FF2B5EF4-FFF2-40B4-BE49-F238E27FC236}">
                <a16:creationId xmlns:a16="http://schemas.microsoft.com/office/drawing/2014/main" id="{A1F81B9F-AAAD-428F-3AF3-DAD53E0753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8" name="Line 7">
            <a:extLst>
              <a:ext uri="{FF2B5EF4-FFF2-40B4-BE49-F238E27FC236}">
                <a16:creationId xmlns:a16="http://schemas.microsoft.com/office/drawing/2014/main" id="{B5966EA7-D4B1-8524-2562-9C81674D25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9" name="Line 8">
            <a:extLst>
              <a:ext uri="{FF2B5EF4-FFF2-40B4-BE49-F238E27FC236}">
                <a16:creationId xmlns:a16="http://schemas.microsoft.com/office/drawing/2014/main" id="{F1F42EA4-E804-2760-6CE8-FF767A9E5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0" name="Oval 9">
            <a:extLst>
              <a:ext uri="{FF2B5EF4-FFF2-40B4-BE49-F238E27FC236}">
                <a16:creationId xmlns:a16="http://schemas.microsoft.com/office/drawing/2014/main" id="{DCF18F45-95A2-E43A-D135-61A9A3FED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6331" name="Line 10">
            <a:extLst>
              <a:ext uri="{FF2B5EF4-FFF2-40B4-BE49-F238E27FC236}">
                <a16:creationId xmlns:a16="http://schemas.microsoft.com/office/drawing/2014/main" id="{047FBE73-1804-8EEF-C99D-1D0EF0FDFEA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6332" name="Object 11">
            <a:extLst>
              <a:ext uri="{FF2B5EF4-FFF2-40B4-BE49-F238E27FC236}">
                <a16:creationId xmlns:a16="http://schemas.microsoft.com/office/drawing/2014/main" id="{1658F09C-76BD-D601-BE67-3517F2C9E5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1973" imgH="304668" progId="Equation.3">
                  <p:embed/>
                </p:oleObj>
              </mc:Choice>
              <mc:Fallback>
                <p:oleObj name="Equation" r:id="rId4" imgW="291973" imgH="304668" progId="Equation.3">
                  <p:embed/>
                  <p:pic>
                    <p:nvPicPr>
                      <p:cNvPr id="56332" name="Object 11">
                        <a:extLst>
                          <a:ext uri="{FF2B5EF4-FFF2-40B4-BE49-F238E27FC236}">
                            <a16:creationId xmlns:a16="http://schemas.microsoft.com/office/drawing/2014/main" id="{1658F09C-76BD-D601-BE67-3517F2C9E5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3" name="Object 12">
            <a:extLst>
              <a:ext uri="{FF2B5EF4-FFF2-40B4-BE49-F238E27FC236}">
                <a16:creationId xmlns:a16="http://schemas.microsoft.com/office/drawing/2014/main" id="{B38DC4C1-0A6F-7103-5B3E-08F93E3FF5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469" imgH="431425" progId="Equation.3">
                  <p:embed/>
                </p:oleObj>
              </mc:Choice>
              <mc:Fallback>
                <p:oleObj name="Equation" r:id="rId6" imgW="266469" imgH="431425" progId="Equation.3">
                  <p:embed/>
                  <p:pic>
                    <p:nvPicPr>
                      <p:cNvPr id="56333" name="Object 12">
                        <a:extLst>
                          <a:ext uri="{FF2B5EF4-FFF2-40B4-BE49-F238E27FC236}">
                            <a16:creationId xmlns:a16="http://schemas.microsoft.com/office/drawing/2014/main" id="{B38DC4C1-0A6F-7103-5B3E-08F93E3FF5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4" name="Object 13">
            <a:extLst>
              <a:ext uri="{FF2B5EF4-FFF2-40B4-BE49-F238E27FC236}">
                <a16:creationId xmlns:a16="http://schemas.microsoft.com/office/drawing/2014/main" id="{63528CBA-6A63-3729-2E24-AF8165C7F5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200" imgH="419100" progId="Equation.3">
                  <p:embed/>
                </p:oleObj>
              </mc:Choice>
              <mc:Fallback>
                <p:oleObj name="Equation" r:id="rId8" imgW="330200" imgH="419100" progId="Equation.3">
                  <p:embed/>
                  <p:pic>
                    <p:nvPicPr>
                      <p:cNvPr id="56334" name="Object 13">
                        <a:extLst>
                          <a:ext uri="{FF2B5EF4-FFF2-40B4-BE49-F238E27FC236}">
                            <a16:creationId xmlns:a16="http://schemas.microsoft.com/office/drawing/2014/main" id="{63528CBA-6A63-3729-2E24-AF8165C7F5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5" name="Object 14">
            <a:extLst>
              <a:ext uri="{FF2B5EF4-FFF2-40B4-BE49-F238E27FC236}">
                <a16:creationId xmlns:a16="http://schemas.microsoft.com/office/drawing/2014/main" id="{432D95DC-FF69-B1E5-D51E-B1704C9EE0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56335" name="Object 14">
                        <a:extLst>
                          <a:ext uri="{FF2B5EF4-FFF2-40B4-BE49-F238E27FC236}">
                            <a16:creationId xmlns:a16="http://schemas.microsoft.com/office/drawing/2014/main" id="{432D95DC-FF69-B1E5-D51E-B1704C9EE0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6" name="Oval 15">
            <a:extLst>
              <a:ext uri="{FF2B5EF4-FFF2-40B4-BE49-F238E27FC236}">
                <a16:creationId xmlns:a16="http://schemas.microsoft.com/office/drawing/2014/main" id="{4B26D5A5-4A06-7516-1687-3A2114453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6337" name="Freeform 16">
            <a:extLst>
              <a:ext uri="{FF2B5EF4-FFF2-40B4-BE49-F238E27FC236}">
                <a16:creationId xmlns:a16="http://schemas.microsoft.com/office/drawing/2014/main" id="{3D2D72B0-11FC-4859-ACCC-83599A2D2F84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8" name="Rectangle 17">
            <a:extLst>
              <a:ext uri="{FF2B5EF4-FFF2-40B4-BE49-F238E27FC236}">
                <a16:creationId xmlns:a16="http://schemas.microsoft.com/office/drawing/2014/main" id="{3C902C8B-4915-B2F0-F92D-7F05871E3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6339" name="Line 18">
            <a:extLst>
              <a:ext uri="{FF2B5EF4-FFF2-40B4-BE49-F238E27FC236}">
                <a16:creationId xmlns:a16="http://schemas.microsoft.com/office/drawing/2014/main" id="{DDBE08E5-5975-48E6-14E1-AAB6AF4F70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0" name="Line 19">
            <a:extLst>
              <a:ext uri="{FF2B5EF4-FFF2-40B4-BE49-F238E27FC236}">
                <a16:creationId xmlns:a16="http://schemas.microsoft.com/office/drawing/2014/main" id="{3AC48782-B39F-7A47-C8A3-A3A127D27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6341" name="Object 20">
            <a:extLst>
              <a:ext uri="{FF2B5EF4-FFF2-40B4-BE49-F238E27FC236}">
                <a16:creationId xmlns:a16="http://schemas.microsoft.com/office/drawing/2014/main" id="{3B009461-4B8D-85A8-5116-7DF08FF088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1973" imgH="304668" progId="Equation.3">
                  <p:embed/>
                </p:oleObj>
              </mc:Choice>
              <mc:Fallback>
                <p:oleObj name="Equation" r:id="rId11" imgW="291973" imgH="304668" progId="Equation.3">
                  <p:embed/>
                  <p:pic>
                    <p:nvPicPr>
                      <p:cNvPr id="56341" name="Object 20">
                        <a:extLst>
                          <a:ext uri="{FF2B5EF4-FFF2-40B4-BE49-F238E27FC236}">
                            <a16:creationId xmlns:a16="http://schemas.microsoft.com/office/drawing/2014/main" id="{3B009461-4B8D-85A8-5116-7DF08FF088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2" name="Line 21">
            <a:extLst>
              <a:ext uri="{FF2B5EF4-FFF2-40B4-BE49-F238E27FC236}">
                <a16:creationId xmlns:a16="http://schemas.microsoft.com/office/drawing/2014/main" id="{96A812FF-F84E-621B-4380-6580A2C0D9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6343" name="Object 22">
            <a:extLst>
              <a:ext uri="{FF2B5EF4-FFF2-40B4-BE49-F238E27FC236}">
                <a16:creationId xmlns:a16="http://schemas.microsoft.com/office/drawing/2014/main" id="{DDA893D6-A525-7474-2CE5-9C987B8C1D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469" imgH="431425" progId="Equation.3">
                  <p:embed/>
                </p:oleObj>
              </mc:Choice>
              <mc:Fallback>
                <p:oleObj name="Equation" r:id="rId13" imgW="266469" imgH="431425" progId="Equation.3">
                  <p:embed/>
                  <p:pic>
                    <p:nvPicPr>
                      <p:cNvPr id="56343" name="Object 22">
                        <a:extLst>
                          <a:ext uri="{FF2B5EF4-FFF2-40B4-BE49-F238E27FC236}">
                            <a16:creationId xmlns:a16="http://schemas.microsoft.com/office/drawing/2014/main" id="{DDA893D6-A525-7474-2CE5-9C987B8C1D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4" name="Line 23">
            <a:extLst>
              <a:ext uri="{FF2B5EF4-FFF2-40B4-BE49-F238E27FC236}">
                <a16:creationId xmlns:a16="http://schemas.microsoft.com/office/drawing/2014/main" id="{B9901882-F690-F601-FF36-DDD121476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5" name="Line 24">
            <a:extLst>
              <a:ext uri="{FF2B5EF4-FFF2-40B4-BE49-F238E27FC236}">
                <a16:creationId xmlns:a16="http://schemas.microsoft.com/office/drawing/2014/main" id="{B2B80A46-681A-7CA8-99C6-6106B855D4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6346" name="Object 25">
            <a:extLst>
              <a:ext uri="{FF2B5EF4-FFF2-40B4-BE49-F238E27FC236}">
                <a16:creationId xmlns:a16="http://schemas.microsoft.com/office/drawing/2014/main" id="{5B026B26-B30F-A66E-AFB2-06763987CF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63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1973" imgH="304668" progId="Equation.3">
                  <p:embed/>
                </p:oleObj>
              </mc:Choice>
              <mc:Fallback>
                <p:oleObj name="Equation" r:id="rId11" imgW="291973" imgH="304668" progId="Equation.3">
                  <p:embed/>
                  <p:pic>
                    <p:nvPicPr>
                      <p:cNvPr id="56346" name="Object 25">
                        <a:extLst>
                          <a:ext uri="{FF2B5EF4-FFF2-40B4-BE49-F238E27FC236}">
                            <a16:creationId xmlns:a16="http://schemas.microsoft.com/office/drawing/2014/main" id="{5B026B26-B30F-A66E-AFB2-06763987CF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7" name="Object 26">
            <a:extLst>
              <a:ext uri="{FF2B5EF4-FFF2-40B4-BE49-F238E27FC236}">
                <a16:creationId xmlns:a16="http://schemas.microsoft.com/office/drawing/2014/main" id="{8EFAA1B0-F9B5-B95B-B634-7B4AD0C700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469" imgH="431425" progId="Equation.3">
                  <p:embed/>
                </p:oleObj>
              </mc:Choice>
              <mc:Fallback>
                <p:oleObj name="Equation" r:id="rId15" imgW="266469" imgH="431425" progId="Equation.3">
                  <p:embed/>
                  <p:pic>
                    <p:nvPicPr>
                      <p:cNvPr id="56347" name="Object 26">
                        <a:extLst>
                          <a:ext uri="{FF2B5EF4-FFF2-40B4-BE49-F238E27FC236}">
                            <a16:creationId xmlns:a16="http://schemas.microsoft.com/office/drawing/2014/main" id="{8EFAA1B0-F9B5-B95B-B634-7B4AD0C700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8" name="Object 27">
            <a:extLst>
              <a:ext uri="{FF2B5EF4-FFF2-40B4-BE49-F238E27FC236}">
                <a16:creationId xmlns:a16="http://schemas.microsoft.com/office/drawing/2014/main" id="{5B71D839-095A-D4CE-8DCB-C56F5957A8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1101" y="4273551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224" imgH="571252" progId="Equation.3">
                  <p:embed/>
                </p:oleObj>
              </mc:Choice>
              <mc:Fallback>
                <p:oleObj name="Equation" r:id="rId16" imgW="406224" imgH="571252" progId="Equation.3">
                  <p:embed/>
                  <p:pic>
                    <p:nvPicPr>
                      <p:cNvPr id="56348" name="Object 27">
                        <a:extLst>
                          <a:ext uri="{FF2B5EF4-FFF2-40B4-BE49-F238E27FC236}">
                            <a16:creationId xmlns:a16="http://schemas.microsoft.com/office/drawing/2014/main" id="{5B71D839-095A-D4CE-8DCB-C56F5957A8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1" y="4273551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9" name="Object 28">
            <a:extLst>
              <a:ext uri="{FF2B5EF4-FFF2-40B4-BE49-F238E27FC236}">
                <a16:creationId xmlns:a16="http://schemas.microsoft.com/office/drawing/2014/main" id="{DD608494-AA75-7969-A99C-C36E359808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1" y="42735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82391" imgH="571252" progId="Equation.3">
                  <p:embed/>
                </p:oleObj>
              </mc:Choice>
              <mc:Fallback>
                <p:oleObj name="Equation" r:id="rId18" imgW="482391" imgH="571252" progId="Equation.3">
                  <p:embed/>
                  <p:pic>
                    <p:nvPicPr>
                      <p:cNvPr id="56349" name="Object 28">
                        <a:extLst>
                          <a:ext uri="{FF2B5EF4-FFF2-40B4-BE49-F238E27FC236}">
                            <a16:creationId xmlns:a16="http://schemas.microsoft.com/office/drawing/2014/main" id="{DD608494-AA75-7969-A99C-C36E359808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42735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50" name="Object 29">
            <a:extLst>
              <a:ext uri="{FF2B5EF4-FFF2-40B4-BE49-F238E27FC236}">
                <a16:creationId xmlns:a16="http://schemas.microsoft.com/office/drawing/2014/main" id="{FF60476E-24A7-9AC7-8974-66ED837946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56701" y="4267201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57002" imgH="583947" progId="Equation.3">
                  <p:embed/>
                </p:oleObj>
              </mc:Choice>
              <mc:Fallback>
                <p:oleObj name="Equation" r:id="rId20" imgW="457002" imgH="583947" progId="Equation.3">
                  <p:embed/>
                  <p:pic>
                    <p:nvPicPr>
                      <p:cNvPr id="56350" name="Object 29">
                        <a:extLst>
                          <a:ext uri="{FF2B5EF4-FFF2-40B4-BE49-F238E27FC236}">
                            <a16:creationId xmlns:a16="http://schemas.microsoft.com/office/drawing/2014/main" id="{FF60476E-24A7-9AC7-8974-66ED837946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701" y="4267201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51" name="Line 30">
            <a:extLst>
              <a:ext uri="{FF2B5EF4-FFF2-40B4-BE49-F238E27FC236}">
                <a16:creationId xmlns:a16="http://schemas.microsoft.com/office/drawing/2014/main" id="{1F2C94EF-3E87-C14D-BD2D-AB65B7E8D7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3">
            <a:extLst>
              <a:ext uri="{FF2B5EF4-FFF2-40B4-BE49-F238E27FC236}">
                <a16:creationId xmlns:a16="http://schemas.microsoft.com/office/drawing/2014/main" id="{B2E0ECD4-8EF7-C24A-B418-A6DFAE254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0C77F407-A1B0-4435-9706-CF0C867135B4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60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7" name="Oval 2">
            <a:extLst>
              <a:ext uri="{FF2B5EF4-FFF2-40B4-BE49-F238E27FC236}">
                <a16:creationId xmlns:a16="http://schemas.microsoft.com/office/drawing/2014/main" id="{B7CD75B0-C885-CAE4-0556-ECCA3E970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7348" name="Object 3">
            <a:extLst>
              <a:ext uri="{FF2B5EF4-FFF2-40B4-BE49-F238E27FC236}">
                <a16:creationId xmlns:a16="http://schemas.microsoft.com/office/drawing/2014/main" id="{78F9FF59-7956-27FE-A868-DC51569B33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57348" name="Object 3">
                        <a:extLst>
                          <a:ext uri="{FF2B5EF4-FFF2-40B4-BE49-F238E27FC236}">
                            <a16:creationId xmlns:a16="http://schemas.microsoft.com/office/drawing/2014/main" id="{78F9FF59-7956-27FE-A868-DC51569B33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Oval 4">
            <a:extLst>
              <a:ext uri="{FF2B5EF4-FFF2-40B4-BE49-F238E27FC236}">
                <a16:creationId xmlns:a16="http://schemas.microsoft.com/office/drawing/2014/main" id="{D45E2543-5F25-C9F6-03AC-B4B635F0A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1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7350" name="Oval 5">
            <a:extLst>
              <a:ext uri="{FF2B5EF4-FFF2-40B4-BE49-F238E27FC236}">
                <a16:creationId xmlns:a16="http://schemas.microsoft.com/office/drawing/2014/main" id="{6FCFAB19-62F3-1D5A-DD73-77BB8772D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7351" name="Line 6">
            <a:extLst>
              <a:ext uri="{FF2B5EF4-FFF2-40B4-BE49-F238E27FC236}">
                <a16:creationId xmlns:a16="http://schemas.microsoft.com/office/drawing/2014/main" id="{D7D6E32C-6208-1E4C-BABC-2A829CA013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2" name="Line 7">
            <a:extLst>
              <a:ext uri="{FF2B5EF4-FFF2-40B4-BE49-F238E27FC236}">
                <a16:creationId xmlns:a16="http://schemas.microsoft.com/office/drawing/2014/main" id="{99BA2F59-D6D8-74D4-9B22-1D61AB4E34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3" name="Line 8">
            <a:extLst>
              <a:ext uri="{FF2B5EF4-FFF2-40B4-BE49-F238E27FC236}">
                <a16:creationId xmlns:a16="http://schemas.microsoft.com/office/drawing/2014/main" id="{D7773E97-08C8-5523-F6A7-48BBDEF41C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4" name="Oval 9">
            <a:extLst>
              <a:ext uri="{FF2B5EF4-FFF2-40B4-BE49-F238E27FC236}">
                <a16:creationId xmlns:a16="http://schemas.microsoft.com/office/drawing/2014/main" id="{249BFC9B-D44A-483C-D130-F2274183A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7355" name="Line 10">
            <a:extLst>
              <a:ext uri="{FF2B5EF4-FFF2-40B4-BE49-F238E27FC236}">
                <a16:creationId xmlns:a16="http://schemas.microsoft.com/office/drawing/2014/main" id="{E6EB18D4-2CBC-ED1C-DB0A-16B4401EA0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356" name="Object 11">
            <a:extLst>
              <a:ext uri="{FF2B5EF4-FFF2-40B4-BE49-F238E27FC236}">
                <a16:creationId xmlns:a16="http://schemas.microsoft.com/office/drawing/2014/main" id="{04145A77-8478-0FA2-9083-C6ECBC52BF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1973" imgH="304668" progId="Equation.3">
                  <p:embed/>
                </p:oleObj>
              </mc:Choice>
              <mc:Fallback>
                <p:oleObj name="Equation" r:id="rId4" imgW="291973" imgH="304668" progId="Equation.3">
                  <p:embed/>
                  <p:pic>
                    <p:nvPicPr>
                      <p:cNvPr id="57356" name="Object 11">
                        <a:extLst>
                          <a:ext uri="{FF2B5EF4-FFF2-40B4-BE49-F238E27FC236}">
                            <a16:creationId xmlns:a16="http://schemas.microsoft.com/office/drawing/2014/main" id="{04145A77-8478-0FA2-9083-C6ECBC52BF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7" name="Object 12">
            <a:extLst>
              <a:ext uri="{FF2B5EF4-FFF2-40B4-BE49-F238E27FC236}">
                <a16:creationId xmlns:a16="http://schemas.microsoft.com/office/drawing/2014/main" id="{FF02E8E5-9F86-D534-F4C9-58203501B0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469" imgH="431425" progId="Equation.3">
                  <p:embed/>
                </p:oleObj>
              </mc:Choice>
              <mc:Fallback>
                <p:oleObj name="Equation" r:id="rId6" imgW="266469" imgH="431425" progId="Equation.3">
                  <p:embed/>
                  <p:pic>
                    <p:nvPicPr>
                      <p:cNvPr id="57357" name="Object 12">
                        <a:extLst>
                          <a:ext uri="{FF2B5EF4-FFF2-40B4-BE49-F238E27FC236}">
                            <a16:creationId xmlns:a16="http://schemas.microsoft.com/office/drawing/2014/main" id="{FF02E8E5-9F86-D534-F4C9-58203501B0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8" name="Object 13">
            <a:extLst>
              <a:ext uri="{FF2B5EF4-FFF2-40B4-BE49-F238E27FC236}">
                <a16:creationId xmlns:a16="http://schemas.microsoft.com/office/drawing/2014/main" id="{A0071EF0-20FD-2EE8-D175-700217815E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200" imgH="419100" progId="Equation.3">
                  <p:embed/>
                </p:oleObj>
              </mc:Choice>
              <mc:Fallback>
                <p:oleObj name="Equation" r:id="rId8" imgW="330200" imgH="419100" progId="Equation.3">
                  <p:embed/>
                  <p:pic>
                    <p:nvPicPr>
                      <p:cNvPr id="57358" name="Object 13">
                        <a:extLst>
                          <a:ext uri="{FF2B5EF4-FFF2-40B4-BE49-F238E27FC236}">
                            <a16:creationId xmlns:a16="http://schemas.microsoft.com/office/drawing/2014/main" id="{A0071EF0-20FD-2EE8-D175-700217815E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9" name="Object 14">
            <a:extLst>
              <a:ext uri="{FF2B5EF4-FFF2-40B4-BE49-F238E27FC236}">
                <a16:creationId xmlns:a16="http://schemas.microsoft.com/office/drawing/2014/main" id="{6F22EF3A-665A-AA4A-4F72-7B48C0CA8A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57359" name="Object 14">
                        <a:extLst>
                          <a:ext uri="{FF2B5EF4-FFF2-40B4-BE49-F238E27FC236}">
                            <a16:creationId xmlns:a16="http://schemas.microsoft.com/office/drawing/2014/main" id="{6F22EF3A-665A-AA4A-4F72-7B48C0CA8A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0" name="Oval 15">
            <a:extLst>
              <a:ext uri="{FF2B5EF4-FFF2-40B4-BE49-F238E27FC236}">
                <a16:creationId xmlns:a16="http://schemas.microsoft.com/office/drawing/2014/main" id="{8C68021B-9BC3-5209-2725-B6BB91509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7361" name="Freeform 16">
            <a:extLst>
              <a:ext uri="{FF2B5EF4-FFF2-40B4-BE49-F238E27FC236}">
                <a16:creationId xmlns:a16="http://schemas.microsoft.com/office/drawing/2014/main" id="{B9CCB53D-C78D-BEA5-1C5E-74919F2A9321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62" name="Rectangle 17">
            <a:extLst>
              <a:ext uri="{FF2B5EF4-FFF2-40B4-BE49-F238E27FC236}">
                <a16:creationId xmlns:a16="http://schemas.microsoft.com/office/drawing/2014/main" id="{2A484FC8-5D17-7976-EF4E-33CC6C0FB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7363" name="Line 18">
            <a:extLst>
              <a:ext uri="{FF2B5EF4-FFF2-40B4-BE49-F238E27FC236}">
                <a16:creationId xmlns:a16="http://schemas.microsoft.com/office/drawing/2014/main" id="{FD3D462C-60DC-42A0-5E57-1CFFB7C39A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64" name="Line 19">
            <a:extLst>
              <a:ext uri="{FF2B5EF4-FFF2-40B4-BE49-F238E27FC236}">
                <a16:creationId xmlns:a16="http://schemas.microsoft.com/office/drawing/2014/main" id="{6EB6476A-A1BC-4009-8107-48A96C9DD0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365" name="Object 20">
            <a:extLst>
              <a:ext uri="{FF2B5EF4-FFF2-40B4-BE49-F238E27FC236}">
                <a16:creationId xmlns:a16="http://schemas.microsoft.com/office/drawing/2014/main" id="{0D2D007A-507D-6185-F949-7222541834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1973" imgH="304668" progId="Equation.3">
                  <p:embed/>
                </p:oleObj>
              </mc:Choice>
              <mc:Fallback>
                <p:oleObj name="Equation" r:id="rId11" imgW="291973" imgH="304668" progId="Equation.3">
                  <p:embed/>
                  <p:pic>
                    <p:nvPicPr>
                      <p:cNvPr id="57365" name="Object 20">
                        <a:extLst>
                          <a:ext uri="{FF2B5EF4-FFF2-40B4-BE49-F238E27FC236}">
                            <a16:creationId xmlns:a16="http://schemas.microsoft.com/office/drawing/2014/main" id="{0D2D007A-507D-6185-F949-7222541834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6" name="Line 21">
            <a:extLst>
              <a:ext uri="{FF2B5EF4-FFF2-40B4-BE49-F238E27FC236}">
                <a16:creationId xmlns:a16="http://schemas.microsoft.com/office/drawing/2014/main" id="{F431C91E-AA10-A55C-A9D2-656E1395D2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367" name="Object 22">
            <a:extLst>
              <a:ext uri="{FF2B5EF4-FFF2-40B4-BE49-F238E27FC236}">
                <a16:creationId xmlns:a16="http://schemas.microsoft.com/office/drawing/2014/main" id="{F5A77859-9081-59C6-2785-397730FC32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469" imgH="431425" progId="Equation.3">
                  <p:embed/>
                </p:oleObj>
              </mc:Choice>
              <mc:Fallback>
                <p:oleObj name="Equation" r:id="rId13" imgW="266469" imgH="431425" progId="Equation.3">
                  <p:embed/>
                  <p:pic>
                    <p:nvPicPr>
                      <p:cNvPr id="57367" name="Object 22">
                        <a:extLst>
                          <a:ext uri="{FF2B5EF4-FFF2-40B4-BE49-F238E27FC236}">
                            <a16:creationId xmlns:a16="http://schemas.microsoft.com/office/drawing/2014/main" id="{F5A77859-9081-59C6-2785-397730FC32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8" name="Line 23">
            <a:extLst>
              <a:ext uri="{FF2B5EF4-FFF2-40B4-BE49-F238E27FC236}">
                <a16:creationId xmlns:a16="http://schemas.microsoft.com/office/drawing/2014/main" id="{7FC0FA16-91F9-15AA-A565-02E04A1A5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69" name="Line 24">
            <a:extLst>
              <a:ext uri="{FF2B5EF4-FFF2-40B4-BE49-F238E27FC236}">
                <a16:creationId xmlns:a16="http://schemas.microsoft.com/office/drawing/2014/main" id="{4938E0F1-0415-3E0D-9397-C8F767635F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370" name="Object 25">
            <a:extLst>
              <a:ext uri="{FF2B5EF4-FFF2-40B4-BE49-F238E27FC236}">
                <a16:creationId xmlns:a16="http://schemas.microsoft.com/office/drawing/2014/main" id="{3EB4D73A-E343-D685-D340-DE898D3E64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63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73" imgH="304668" progId="Equation.3">
                  <p:embed/>
                </p:oleObj>
              </mc:Choice>
              <mc:Fallback>
                <p:oleObj name="Equation" r:id="rId15" imgW="291973" imgH="304668" progId="Equation.3">
                  <p:embed/>
                  <p:pic>
                    <p:nvPicPr>
                      <p:cNvPr id="57370" name="Object 25">
                        <a:extLst>
                          <a:ext uri="{FF2B5EF4-FFF2-40B4-BE49-F238E27FC236}">
                            <a16:creationId xmlns:a16="http://schemas.microsoft.com/office/drawing/2014/main" id="{3EB4D73A-E343-D685-D340-DE898D3E64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1" name="Object 26">
            <a:extLst>
              <a:ext uri="{FF2B5EF4-FFF2-40B4-BE49-F238E27FC236}">
                <a16:creationId xmlns:a16="http://schemas.microsoft.com/office/drawing/2014/main" id="{A372E221-FB1B-A9D1-2BE3-03497AE07E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69" imgH="431425" progId="Equation.3">
                  <p:embed/>
                </p:oleObj>
              </mc:Choice>
              <mc:Fallback>
                <p:oleObj name="Equation" r:id="rId16" imgW="266469" imgH="431425" progId="Equation.3">
                  <p:embed/>
                  <p:pic>
                    <p:nvPicPr>
                      <p:cNvPr id="57371" name="Object 26">
                        <a:extLst>
                          <a:ext uri="{FF2B5EF4-FFF2-40B4-BE49-F238E27FC236}">
                            <a16:creationId xmlns:a16="http://schemas.microsoft.com/office/drawing/2014/main" id="{A372E221-FB1B-A9D1-2BE3-03497AE07E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2" name="Object 27">
            <a:extLst>
              <a:ext uri="{FF2B5EF4-FFF2-40B4-BE49-F238E27FC236}">
                <a16:creationId xmlns:a16="http://schemas.microsoft.com/office/drawing/2014/main" id="{1241D8BA-0F92-7AC0-8605-CC50A41C0D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1101" y="4273551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571252" progId="Equation.3">
                  <p:embed/>
                </p:oleObj>
              </mc:Choice>
              <mc:Fallback>
                <p:oleObj name="Equation" r:id="rId17" imgW="406224" imgH="571252" progId="Equation.3">
                  <p:embed/>
                  <p:pic>
                    <p:nvPicPr>
                      <p:cNvPr id="57372" name="Object 27">
                        <a:extLst>
                          <a:ext uri="{FF2B5EF4-FFF2-40B4-BE49-F238E27FC236}">
                            <a16:creationId xmlns:a16="http://schemas.microsoft.com/office/drawing/2014/main" id="{1241D8BA-0F92-7AC0-8605-CC50A41C0D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1" y="4273551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3" name="Object 28">
            <a:extLst>
              <a:ext uri="{FF2B5EF4-FFF2-40B4-BE49-F238E27FC236}">
                <a16:creationId xmlns:a16="http://schemas.microsoft.com/office/drawing/2014/main" id="{8570276D-D555-A01F-B5BD-FA42151784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1" y="42735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82391" imgH="571252" progId="Equation.3">
                  <p:embed/>
                </p:oleObj>
              </mc:Choice>
              <mc:Fallback>
                <p:oleObj name="Equation" r:id="rId19" imgW="482391" imgH="571252" progId="Equation.3">
                  <p:embed/>
                  <p:pic>
                    <p:nvPicPr>
                      <p:cNvPr id="57373" name="Object 28">
                        <a:extLst>
                          <a:ext uri="{FF2B5EF4-FFF2-40B4-BE49-F238E27FC236}">
                            <a16:creationId xmlns:a16="http://schemas.microsoft.com/office/drawing/2014/main" id="{8570276D-D555-A01F-B5BD-FA42151784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42735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4" name="Object 29">
            <a:extLst>
              <a:ext uri="{FF2B5EF4-FFF2-40B4-BE49-F238E27FC236}">
                <a16:creationId xmlns:a16="http://schemas.microsoft.com/office/drawing/2014/main" id="{90CFD176-91BA-62AB-6898-00C1454FDD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56701" y="4267201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57002" imgH="583947" progId="Equation.3">
                  <p:embed/>
                </p:oleObj>
              </mc:Choice>
              <mc:Fallback>
                <p:oleObj name="Equation" r:id="rId21" imgW="457002" imgH="583947" progId="Equation.3">
                  <p:embed/>
                  <p:pic>
                    <p:nvPicPr>
                      <p:cNvPr id="57374" name="Object 29">
                        <a:extLst>
                          <a:ext uri="{FF2B5EF4-FFF2-40B4-BE49-F238E27FC236}">
                            <a16:creationId xmlns:a16="http://schemas.microsoft.com/office/drawing/2014/main" id="{90CFD176-91BA-62AB-6898-00C1454FDD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701" y="4267201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75" name="Line 30">
            <a:extLst>
              <a:ext uri="{FF2B5EF4-FFF2-40B4-BE49-F238E27FC236}">
                <a16:creationId xmlns:a16="http://schemas.microsoft.com/office/drawing/2014/main" id="{50CF7EBE-2545-9ECC-519F-E05625B93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3">
            <a:extLst>
              <a:ext uri="{FF2B5EF4-FFF2-40B4-BE49-F238E27FC236}">
                <a16:creationId xmlns:a16="http://schemas.microsoft.com/office/drawing/2014/main" id="{AE123305-7CA1-89FC-7C1C-F5D6F6B07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B55ADA8B-EC0A-46B9-ADE9-A84F2A2C1767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61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1" name="Oval 2">
            <a:extLst>
              <a:ext uri="{FF2B5EF4-FFF2-40B4-BE49-F238E27FC236}">
                <a16:creationId xmlns:a16="http://schemas.microsoft.com/office/drawing/2014/main" id="{1AA275A3-2137-93C4-FCB7-E435CC822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8372" name="Object 3">
            <a:extLst>
              <a:ext uri="{FF2B5EF4-FFF2-40B4-BE49-F238E27FC236}">
                <a16:creationId xmlns:a16="http://schemas.microsoft.com/office/drawing/2014/main" id="{BD6A22A4-9252-28D3-1DFB-9C4B8F29AF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58372" name="Object 3">
                        <a:extLst>
                          <a:ext uri="{FF2B5EF4-FFF2-40B4-BE49-F238E27FC236}">
                            <a16:creationId xmlns:a16="http://schemas.microsoft.com/office/drawing/2014/main" id="{BD6A22A4-9252-28D3-1DFB-9C4B8F29AF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Oval 4">
            <a:extLst>
              <a:ext uri="{FF2B5EF4-FFF2-40B4-BE49-F238E27FC236}">
                <a16:creationId xmlns:a16="http://schemas.microsoft.com/office/drawing/2014/main" id="{3DB65EA2-804F-8C0C-9170-C844FF323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8374" name="Oval 5">
            <a:extLst>
              <a:ext uri="{FF2B5EF4-FFF2-40B4-BE49-F238E27FC236}">
                <a16:creationId xmlns:a16="http://schemas.microsoft.com/office/drawing/2014/main" id="{415920D9-747E-AC24-2036-0D8CD7939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8375" name="Line 6">
            <a:extLst>
              <a:ext uri="{FF2B5EF4-FFF2-40B4-BE49-F238E27FC236}">
                <a16:creationId xmlns:a16="http://schemas.microsoft.com/office/drawing/2014/main" id="{66BC8AC4-E086-3FC2-30DB-3321B19CD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6" name="Line 7">
            <a:extLst>
              <a:ext uri="{FF2B5EF4-FFF2-40B4-BE49-F238E27FC236}">
                <a16:creationId xmlns:a16="http://schemas.microsoft.com/office/drawing/2014/main" id="{9F6BE638-80FF-92BF-F8FD-F24E8DC425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7" name="Line 8">
            <a:extLst>
              <a:ext uri="{FF2B5EF4-FFF2-40B4-BE49-F238E27FC236}">
                <a16:creationId xmlns:a16="http://schemas.microsoft.com/office/drawing/2014/main" id="{9E89C238-DF23-240A-417F-A01BC42DA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8" name="Oval 9">
            <a:extLst>
              <a:ext uri="{FF2B5EF4-FFF2-40B4-BE49-F238E27FC236}">
                <a16:creationId xmlns:a16="http://schemas.microsoft.com/office/drawing/2014/main" id="{5E755977-4827-28CA-DB2D-0D6CA3F07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8379" name="Line 10">
            <a:extLst>
              <a:ext uri="{FF2B5EF4-FFF2-40B4-BE49-F238E27FC236}">
                <a16:creationId xmlns:a16="http://schemas.microsoft.com/office/drawing/2014/main" id="{29BAA19C-CEE8-1EE8-2037-74458958826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8380" name="Object 11">
            <a:extLst>
              <a:ext uri="{FF2B5EF4-FFF2-40B4-BE49-F238E27FC236}">
                <a16:creationId xmlns:a16="http://schemas.microsoft.com/office/drawing/2014/main" id="{E4337DCC-6ACD-1D91-D9E6-97FF82E67D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1973" imgH="304668" progId="Equation.3">
                  <p:embed/>
                </p:oleObj>
              </mc:Choice>
              <mc:Fallback>
                <p:oleObj name="Equation" r:id="rId4" imgW="291973" imgH="304668" progId="Equation.3">
                  <p:embed/>
                  <p:pic>
                    <p:nvPicPr>
                      <p:cNvPr id="58380" name="Object 11">
                        <a:extLst>
                          <a:ext uri="{FF2B5EF4-FFF2-40B4-BE49-F238E27FC236}">
                            <a16:creationId xmlns:a16="http://schemas.microsoft.com/office/drawing/2014/main" id="{E4337DCC-6ACD-1D91-D9E6-97FF82E67D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1" name="Object 12">
            <a:extLst>
              <a:ext uri="{FF2B5EF4-FFF2-40B4-BE49-F238E27FC236}">
                <a16:creationId xmlns:a16="http://schemas.microsoft.com/office/drawing/2014/main" id="{99F2DDC8-5D58-B703-E5CF-418269780A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469" imgH="431425" progId="Equation.3">
                  <p:embed/>
                </p:oleObj>
              </mc:Choice>
              <mc:Fallback>
                <p:oleObj name="Equation" r:id="rId6" imgW="266469" imgH="431425" progId="Equation.3">
                  <p:embed/>
                  <p:pic>
                    <p:nvPicPr>
                      <p:cNvPr id="58381" name="Object 12">
                        <a:extLst>
                          <a:ext uri="{FF2B5EF4-FFF2-40B4-BE49-F238E27FC236}">
                            <a16:creationId xmlns:a16="http://schemas.microsoft.com/office/drawing/2014/main" id="{99F2DDC8-5D58-B703-E5CF-418269780A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2" name="Object 13">
            <a:extLst>
              <a:ext uri="{FF2B5EF4-FFF2-40B4-BE49-F238E27FC236}">
                <a16:creationId xmlns:a16="http://schemas.microsoft.com/office/drawing/2014/main" id="{7E617468-7736-D0AB-5B71-AC3B7AE1FC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200" imgH="419100" progId="Equation.3">
                  <p:embed/>
                </p:oleObj>
              </mc:Choice>
              <mc:Fallback>
                <p:oleObj name="Equation" r:id="rId8" imgW="330200" imgH="419100" progId="Equation.3">
                  <p:embed/>
                  <p:pic>
                    <p:nvPicPr>
                      <p:cNvPr id="58382" name="Object 13">
                        <a:extLst>
                          <a:ext uri="{FF2B5EF4-FFF2-40B4-BE49-F238E27FC236}">
                            <a16:creationId xmlns:a16="http://schemas.microsoft.com/office/drawing/2014/main" id="{7E617468-7736-D0AB-5B71-AC3B7AE1FC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3" name="Object 14">
            <a:extLst>
              <a:ext uri="{FF2B5EF4-FFF2-40B4-BE49-F238E27FC236}">
                <a16:creationId xmlns:a16="http://schemas.microsoft.com/office/drawing/2014/main" id="{019EC6B7-771B-84FE-50D1-8AD1CF21D7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58383" name="Object 14">
                        <a:extLst>
                          <a:ext uri="{FF2B5EF4-FFF2-40B4-BE49-F238E27FC236}">
                            <a16:creationId xmlns:a16="http://schemas.microsoft.com/office/drawing/2014/main" id="{019EC6B7-771B-84FE-50D1-8AD1CF21D7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4" name="Oval 15">
            <a:extLst>
              <a:ext uri="{FF2B5EF4-FFF2-40B4-BE49-F238E27FC236}">
                <a16:creationId xmlns:a16="http://schemas.microsoft.com/office/drawing/2014/main" id="{27883CB7-5E2A-145E-2ED9-59505C30C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8385" name="Freeform 16">
            <a:extLst>
              <a:ext uri="{FF2B5EF4-FFF2-40B4-BE49-F238E27FC236}">
                <a16:creationId xmlns:a16="http://schemas.microsoft.com/office/drawing/2014/main" id="{895122F5-61DC-12B4-A999-1944A3B75291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6" name="Rectangle 17">
            <a:extLst>
              <a:ext uri="{FF2B5EF4-FFF2-40B4-BE49-F238E27FC236}">
                <a16:creationId xmlns:a16="http://schemas.microsoft.com/office/drawing/2014/main" id="{FC2ED37E-35A1-3BE7-7935-B5FACA0C7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8387" name="Line 18">
            <a:extLst>
              <a:ext uri="{FF2B5EF4-FFF2-40B4-BE49-F238E27FC236}">
                <a16:creationId xmlns:a16="http://schemas.microsoft.com/office/drawing/2014/main" id="{743B0D18-09E6-D12C-A364-D9A2D3A384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8" name="Line 19">
            <a:extLst>
              <a:ext uri="{FF2B5EF4-FFF2-40B4-BE49-F238E27FC236}">
                <a16:creationId xmlns:a16="http://schemas.microsoft.com/office/drawing/2014/main" id="{516ACF5B-2743-AE48-731D-32A316575F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8389" name="Object 20">
            <a:extLst>
              <a:ext uri="{FF2B5EF4-FFF2-40B4-BE49-F238E27FC236}">
                <a16:creationId xmlns:a16="http://schemas.microsoft.com/office/drawing/2014/main" id="{5A5209B7-65EC-F932-7F7A-97DAE2D350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1973" imgH="304668" progId="Equation.3">
                  <p:embed/>
                </p:oleObj>
              </mc:Choice>
              <mc:Fallback>
                <p:oleObj name="Equation" r:id="rId11" imgW="291973" imgH="304668" progId="Equation.3">
                  <p:embed/>
                  <p:pic>
                    <p:nvPicPr>
                      <p:cNvPr id="58389" name="Object 20">
                        <a:extLst>
                          <a:ext uri="{FF2B5EF4-FFF2-40B4-BE49-F238E27FC236}">
                            <a16:creationId xmlns:a16="http://schemas.microsoft.com/office/drawing/2014/main" id="{5A5209B7-65EC-F932-7F7A-97DAE2D350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0" name="Line 21">
            <a:extLst>
              <a:ext uri="{FF2B5EF4-FFF2-40B4-BE49-F238E27FC236}">
                <a16:creationId xmlns:a16="http://schemas.microsoft.com/office/drawing/2014/main" id="{2C245A20-03BA-D0A3-6B5F-50EEAFFA1B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8391" name="Object 22">
            <a:extLst>
              <a:ext uri="{FF2B5EF4-FFF2-40B4-BE49-F238E27FC236}">
                <a16:creationId xmlns:a16="http://schemas.microsoft.com/office/drawing/2014/main" id="{F8F19A44-EAFE-8FDB-D412-50D070C670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469" imgH="431425" progId="Equation.3">
                  <p:embed/>
                </p:oleObj>
              </mc:Choice>
              <mc:Fallback>
                <p:oleObj name="Equation" r:id="rId13" imgW="266469" imgH="431425" progId="Equation.3">
                  <p:embed/>
                  <p:pic>
                    <p:nvPicPr>
                      <p:cNvPr id="58391" name="Object 22">
                        <a:extLst>
                          <a:ext uri="{FF2B5EF4-FFF2-40B4-BE49-F238E27FC236}">
                            <a16:creationId xmlns:a16="http://schemas.microsoft.com/office/drawing/2014/main" id="{F8F19A44-EAFE-8FDB-D412-50D070C670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2" name="Line 23">
            <a:extLst>
              <a:ext uri="{FF2B5EF4-FFF2-40B4-BE49-F238E27FC236}">
                <a16:creationId xmlns:a16="http://schemas.microsoft.com/office/drawing/2014/main" id="{DC839A44-345C-983E-7553-5CD5A51A9A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3" name="Line 24">
            <a:extLst>
              <a:ext uri="{FF2B5EF4-FFF2-40B4-BE49-F238E27FC236}">
                <a16:creationId xmlns:a16="http://schemas.microsoft.com/office/drawing/2014/main" id="{9105E274-8FD3-3823-2C23-C1D5D05612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8394" name="Object 25">
            <a:extLst>
              <a:ext uri="{FF2B5EF4-FFF2-40B4-BE49-F238E27FC236}">
                <a16:creationId xmlns:a16="http://schemas.microsoft.com/office/drawing/2014/main" id="{A707507E-DE6D-D54B-5DC3-D52080F20E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63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73" imgH="304668" progId="Equation.3">
                  <p:embed/>
                </p:oleObj>
              </mc:Choice>
              <mc:Fallback>
                <p:oleObj name="Equation" r:id="rId15" imgW="291973" imgH="304668" progId="Equation.3">
                  <p:embed/>
                  <p:pic>
                    <p:nvPicPr>
                      <p:cNvPr id="58394" name="Object 25">
                        <a:extLst>
                          <a:ext uri="{FF2B5EF4-FFF2-40B4-BE49-F238E27FC236}">
                            <a16:creationId xmlns:a16="http://schemas.microsoft.com/office/drawing/2014/main" id="{A707507E-DE6D-D54B-5DC3-D52080F20E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5" name="Object 26">
            <a:extLst>
              <a:ext uri="{FF2B5EF4-FFF2-40B4-BE49-F238E27FC236}">
                <a16:creationId xmlns:a16="http://schemas.microsoft.com/office/drawing/2014/main" id="{2C9A7C4F-A415-E5DD-CCC2-BF3BEBB947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69" imgH="431425" progId="Equation.3">
                  <p:embed/>
                </p:oleObj>
              </mc:Choice>
              <mc:Fallback>
                <p:oleObj name="Equation" r:id="rId16" imgW="266469" imgH="431425" progId="Equation.3">
                  <p:embed/>
                  <p:pic>
                    <p:nvPicPr>
                      <p:cNvPr id="58395" name="Object 26">
                        <a:extLst>
                          <a:ext uri="{FF2B5EF4-FFF2-40B4-BE49-F238E27FC236}">
                            <a16:creationId xmlns:a16="http://schemas.microsoft.com/office/drawing/2014/main" id="{2C9A7C4F-A415-E5DD-CCC2-BF3BEBB947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6" name="Object 27">
            <a:extLst>
              <a:ext uri="{FF2B5EF4-FFF2-40B4-BE49-F238E27FC236}">
                <a16:creationId xmlns:a16="http://schemas.microsoft.com/office/drawing/2014/main" id="{0237E47D-FE3A-DE52-4071-123E1616B6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1101" y="4273551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571252" progId="Equation.3">
                  <p:embed/>
                </p:oleObj>
              </mc:Choice>
              <mc:Fallback>
                <p:oleObj name="Equation" r:id="rId17" imgW="406224" imgH="571252" progId="Equation.3">
                  <p:embed/>
                  <p:pic>
                    <p:nvPicPr>
                      <p:cNvPr id="58396" name="Object 27">
                        <a:extLst>
                          <a:ext uri="{FF2B5EF4-FFF2-40B4-BE49-F238E27FC236}">
                            <a16:creationId xmlns:a16="http://schemas.microsoft.com/office/drawing/2014/main" id="{0237E47D-FE3A-DE52-4071-123E1616B6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1" y="4273551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7" name="Object 28">
            <a:extLst>
              <a:ext uri="{FF2B5EF4-FFF2-40B4-BE49-F238E27FC236}">
                <a16:creationId xmlns:a16="http://schemas.microsoft.com/office/drawing/2014/main" id="{B61B87B3-B1D9-FC73-73BC-C7D5763415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1" y="42735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82391" imgH="571252" progId="Equation.3">
                  <p:embed/>
                </p:oleObj>
              </mc:Choice>
              <mc:Fallback>
                <p:oleObj name="Equation" r:id="rId19" imgW="482391" imgH="571252" progId="Equation.3">
                  <p:embed/>
                  <p:pic>
                    <p:nvPicPr>
                      <p:cNvPr id="58397" name="Object 28">
                        <a:extLst>
                          <a:ext uri="{FF2B5EF4-FFF2-40B4-BE49-F238E27FC236}">
                            <a16:creationId xmlns:a16="http://schemas.microsoft.com/office/drawing/2014/main" id="{B61B87B3-B1D9-FC73-73BC-C7D5763415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42735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8" name="Object 29">
            <a:extLst>
              <a:ext uri="{FF2B5EF4-FFF2-40B4-BE49-F238E27FC236}">
                <a16:creationId xmlns:a16="http://schemas.microsoft.com/office/drawing/2014/main" id="{1EB350F1-BCDB-431D-91E8-7919FE761F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56701" y="4267201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57002" imgH="583947" progId="Equation.3">
                  <p:embed/>
                </p:oleObj>
              </mc:Choice>
              <mc:Fallback>
                <p:oleObj name="Equation" r:id="rId21" imgW="457002" imgH="583947" progId="Equation.3">
                  <p:embed/>
                  <p:pic>
                    <p:nvPicPr>
                      <p:cNvPr id="58398" name="Object 29">
                        <a:extLst>
                          <a:ext uri="{FF2B5EF4-FFF2-40B4-BE49-F238E27FC236}">
                            <a16:creationId xmlns:a16="http://schemas.microsoft.com/office/drawing/2014/main" id="{1EB350F1-BCDB-431D-91E8-7919FE761F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701" y="4267201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9" name="Line 30">
            <a:extLst>
              <a:ext uri="{FF2B5EF4-FFF2-40B4-BE49-F238E27FC236}">
                <a16:creationId xmlns:a16="http://schemas.microsoft.com/office/drawing/2014/main" id="{428DD5A9-E31D-8FA2-5D3D-475AF5C9F698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3">
            <a:extLst>
              <a:ext uri="{FF2B5EF4-FFF2-40B4-BE49-F238E27FC236}">
                <a16:creationId xmlns:a16="http://schemas.microsoft.com/office/drawing/2014/main" id="{68155AD0-689E-812E-1D4A-D37FD013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FE9CB349-6F88-43FA-ADFB-84DB5A5D89AB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62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5" name="Oval 2">
            <a:extLst>
              <a:ext uri="{FF2B5EF4-FFF2-40B4-BE49-F238E27FC236}">
                <a16:creationId xmlns:a16="http://schemas.microsoft.com/office/drawing/2014/main" id="{213D2997-A65F-B259-CECD-DACEE83D4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59396" name="Object 3">
            <a:extLst>
              <a:ext uri="{FF2B5EF4-FFF2-40B4-BE49-F238E27FC236}">
                <a16:creationId xmlns:a16="http://schemas.microsoft.com/office/drawing/2014/main" id="{8C67BE4F-F678-0795-9198-2E0066AE28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59396" name="Object 3">
                        <a:extLst>
                          <a:ext uri="{FF2B5EF4-FFF2-40B4-BE49-F238E27FC236}">
                            <a16:creationId xmlns:a16="http://schemas.microsoft.com/office/drawing/2014/main" id="{8C67BE4F-F678-0795-9198-2E0066AE28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7" name="Oval 4">
            <a:extLst>
              <a:ext uri="{FF2B5EF4-FFF2-40B4-BE49-F238E27FC236}">
                <a16:creationId xmlns:a16="http://schemas.microsoft.com/office/drawing/2014/main" id="{8C73CC3B-8133-F3E5-C553-2F12C1BE4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9398" name="Oval 5">
            <a:extLst>
              <a:ext uri="{FF2B5EF4-FFF2-40B4-BE49-F238E27FC236}">
                <a16:creationId xmlns:a16="http://schemas.microsoft.com/office/drawing/2014/main" id="{EC71A1A5-7D4A-F369-2B37-FD7E9AA21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9399" name="Line 6">
            <a:extLst>
              <a:ext uri="{FF2B5EF4-FFF2-40B4-BE49-F238E27FC236}">
                <a16:creationId xmlns:a16="http://schemas.microsoft.com/office/drawing/2014/main" id="{C6E9CF1C-23B3-D777-1F61-6C46AE70DE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0" name="Line 7">
            <a:extLst>
              <a:ext uri="{FF2B5EF4-FFF2-40B4-BE49-F238E27FC236}">
                <a16:creationId xmlns:a16="http://schemas.microsoft.com/office/drawing/2014/main" id="{AD69E04B-EA88-0A6C-BA9B-0DEB1443FC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1" name="Line 8">
            <a:extLst>
              <a:ext uri="{FF2B5EF4-FFF2-40B4-BE49-F238E27FC236}">
                <a16:creationId xmlns:a16="http://schemas.microsoft.com/office/drawing/2014/main" id="{D2EE350A-6E50-E440-427F-AFDD8FDFED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2" name="Oval 9">
            <a:extLst>
              <a:ext uri="{FF2B5EF4-FFF2-40B4-BE49-F238E27FC236}">
                <a16:creationId xmlns:a16="http://schemas.microsoft.com/office/drawing/2014/main" id="{A20BDFCC-2C31-7CE3-7D8B-A72666F60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9403" name="Line 10">
            <a:extLst>
              <a:ext uri="{FF2B5EF4-FFF2-40B4-BE49-F238E27FC236}">
                <a16:creationId xmlns:a16="http://schemas.microsoft.com/office/drawing/2014/main" id="{212B6E4B-2689-4DC3-76EA-724142B964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9404" name="Object 11">
            <a:extLst>
              <a:ext uri="{FF2B5EF4-FFF2-40B4-BE49-F238E27FC236}">
                <a16:creationId xmlns:a16="http://schemas.microsoft.com/office/drawing/2014/main" id="{97E09E03-E2BB-8F45-A5C1-11EBDAEB03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1973" imgH="304668" progId="Equation.3">
                  <p:embed/>
                </p:oleObj>
              </mc:Choice>
              <mc:Fallback>
                <p:oleObj name="Equation" r:id="rId4" imgW="291973" imgH="304668" progId="Equation.3">
                  <p:embed/>
                  <p:pic>
                    <p:nvPicPr>
                      <p:cNvPr id="59404" name="Object 11">
                        <a:extLst>
                          <a:ext uri="{FF2B5EF4-FFF2-40B4-BE49-F238E27FC236}">
                            <a16:creationId xmlns:a16="http://schemas.microsoft.com/office/drawing/2014/main" id="{97E09E03-E2BB-8F45-A5C1-11EBDAEB03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5" name="Object 12">
            <a:extLst>
              <a:ext uri="{FF2B5EF4-FFF2-40B4-BE49-F238E27FC236}">
                <a16:creationId xmlns:a16="http://schemas.microsoft.com/office/drawing/2014/main" id="{C69BA6E7-4356-4982-8CF0-ABC50EAEA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469" imgH="431425" progId="Equation.3">
                  <p:embed/>
                </p:oleObj>
              </mc:Choice>
              <mc:Fallback>
                <p:oleObj name="Equation" r:id="rId6" imgW="266469" imgH="431425" progId="Equation.3">
                  <p:embed/>
                  <p:pic>
                    <p:nvPicPr>
                      <p:cNvPr id="59405" name="Object 12">
                        <a:extLst>
                          <a:ext uri="{FF2B5EF4-FFF2-40B4-BE49-F238E27FC236}">
                            <a16:creationId xmlns:a16="http://schemas.microsoft.com/office/drawing/2014/main" id="{C69BA6E7-4356-4982-8CF0-ABC50EAEAB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6" name="Object 13">
            <a:extLst>
              <a:ext uri="{FF2B5EF4-FFF2-40B4-BE49-F238E27FC236}">
                <a16:creationId xmlns:a16="http://schemas.microsoft.com/office/drawing/2014/main" id="{16D99F84-2205-27FA-3825-FF4E45127B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200" imgH="419100" progId="Equation.3">
                  <p:embed/>
                </p:oleObj>
              </mc:Choice>
              <mc:Fallback>
                <p:oleObj name="Equation" r:id="rId8" imgW="330200" imgH="419100" progId="Equation.3">
                  <p:embed/>
                  <p:pic>
                    <p:nvPicPr>
                      <p:cNvPr id="59406" name="Object 13">
                        <a:extLst>
                          <a:ext uri="{FF2B5EF4-FFF2-40B4-BE49-F238E27FC236}">
                            <a16:creationId xmlns:a16="http://schemas.microsoft.com/office/drawing/2014/main" id="{16D99F84-2205-27FA-3825-FF4E45127B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7" name="Object 14">
            <a:extLst>
              <a:ext uri="{FF2B5EF4-FFF2-40B4-BE49-F238E27FC236}">
                <a16:creationId xmlns:a16="http://schemas.microsoft.com/office/drawing/2014/main" id="{5A70DAAB-D751-8F88-1E6F-FEC1444707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59407" name="Object 14">
                        <a:extLst>
                          <a:ext uri="{FF2B5EF4-FFF2-40B4-BE49-F238E27FC236}">
                            <a16:creationId xmlns:a16="http://schemas.microsoft.com/office/drawing/2014/main" id="{5A70DAAB-D751-8F88-1E6F-FEC1444707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8" name="Oval 15">
            <a:extLst>
              <a:ext uri="{FF2B5EF4-FFF2-40B4-BE49-F238E27FC236}">
                <a16:creationId xmlns:a16="http://schemas.microsoft.com/office/drawing/2014/main" id="{0A1D93CA-DA1F-3812-7BDE-3A0D577F6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9409" name="Freeform 16">
            <a:extLst>
              <a:ext uri="{FF2B5EF4-FFF2-40B4-BE49-F238E27FC236}">
                <a16:creationId xmlns:a16="http://schemas.microsoft.com/office/drawing/2014/main" id="{83839859-96A5-B051-8255-4A28B9DE6ED7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10" name="Rectangle 17">
            <a:extLst>
              <a:ext uri="{FF2B5EF4-FFF2-40B4-BE49-F238E27FC236}">
                <a16:creationId xmlns:a16="http://schemas.microsoft.com/office/drawing/2014/main" id="{65F520B8-511A-D57D-3224-A596D08D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59411" name="Line 18">
            <a:extLst>
              <a:ext uri="{FF2B5EF4-FFF2-40B4-BE49-F238E27FC236}">
                <a16:creationId xmlns:a16="http://schemas.microsoft.com/office/drawing/2014/main" id="{A2729B62-A5C5-6F2D-59CF-7540DA345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12" name="Line 19">
            <a:extLst>
              <a:ext uri="{FF2B5EF4-FFF2-40B4-BE49-F238E27FC236}">
                <a16:creationId xmlns:a16="http://schemas.microsoft.com/office/drawing/2014/main" id="{8EA06DE6-0CEA-512B-A8F6-4D85259B1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9413" name="Object 20">
            <a:extLst>
              <a:ext uri="{FF2B5EF4-FFF2-40B4-BE49-F238E27FC236}">
                <a16:creationId xmlns:a16="http://schemas.microsoft.com/office/drawing/2014/main" id="{DE9E56D6-4109-05A7-B0D4-912C6DC445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1973" imgH="304668" progId="Equation.3">
                  <p:embed/>
                </p:oleObj>
              </mc:Choice>
              <mc:Fallback>
                <p:oleObj name="Equation" r:id="rId11" imgW="291973" imgH="304668" progId="Equation.3">
                  <p:embed/>
                  <p:pic>
                    <p:nvPicPr>
                      <p:cNvPr id="59413" name="Object 20">
                        <a:extLst>
                          <a:ext uri="{FF2B5EF4-FFF2-40B4-BE49-F238E27FC236}">
                            <a16:creationId xmlns:a16="http://schemas.microsoft.com/office/drawing/2014/main" id="{DE9E56D6-4109-05A7-B0D4-912C6DC445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4" name="Line 21">
            <a:extLst>
              <a:ext uri="{FF2B5EF4-FFF2-40B4-BE49-F238E27FC236}">
                <a16:creationId xmlns:a16="http://schemas.microsoft.com/office/drawing/2014/main" id="{2433B87C-A2E0-C0BD-AFF7-B8569C1FDE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9415" name="Object 22">
            <a:extLst>
              <a:ext uri="{FF2B5EF4-FFF2-40B4-BE49-F238E27FC236}">
                <a16:creationId xmlns:a16="http://schemas.microsoft.com/office/drawing/2014/main" id="{EBEB1EC1-899F-9ED6-9C69-3F611E9718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469" imgH="431425" progId="Equation.3">
                  <p:embed/>
                </p:oleObj>
              </mc:Choice>
              <mc:Fallback>
                <p:oleObj name="Equation" r:id="rId13" imgW="266469" imgH="431425" progId="Equation.3">
                  <p:embed/>
                  <p:pic>
                    <p:nvPicPr>
                      <p:cNvPr id="59415" name="Object 22">
                        <a:extLst>
                          <a:ext uri="{FF2B5EF4-FFF2-40B4-BE49-F238E27FC236}">
                            <a16:creationId xmlns:a16="http://schemas.microsoft.com/office/drawing/2014/main" id="{EBEB1EC1-899F-9ED6-9C69-3F611E9718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6" name="Line 23">
            <a:extLst>
              <a:ext uri="{FF2B5EF4-FFF2-40B4-BE49-F238E27FC236}">
                <a16:creationId xmlns:a16="http://schemas.microsoft.com/office/drawing/2014/main" id="{C153BA1D-01CC-83B4-7B12-FF5FA84449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17" name="Line 24">
            <a:extLst>
              <a:ext uri="{FF2B5EF4-FFF2-40B4-BE49-F238E27FC236}">
                <a16:creationId xmlns:a16="http://schemas.microsoft.com/office/drawing/2014/main" id="{5BD0FC2E-CE6D-9542-DA6C-4C0C9CD19C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9418" name="Object 25">
            <a:extLst>
              <a:ext uri="{FF2B5EF4-FFF2-40B4-BE49-F238E27FC236}">
                <a16:creationId xmlns:a16="http://schemas.microsoft.com/office/drawing/2014/main" id="{7C105F4B-837A-CE9B-F417-495FF40D8C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63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73" imgH="304668" progId="Equation.3">
                  <p:embed/>
                </p:oleObj>
              </mc:Choice>
              <mc:Fallback>
                <p:oleObj name="Equation" r:id="rId15" imgW="291973" imgH="304668" progId="Equation.3">
                  <p:embed/>
                  <p:pic>
                    <p:nvPicPr>
                      <p:cNvPr id="59418" name="Object 25">
                        <a:extLst>
                          <a:ext uri="{FF2B5EF4-FFF2-40B4-BE49-F238E27FC236}">
                            <a16:creationId xmlns:a16="http://schemas.microsoft.com/office/drawing/2014/main" id="{7C105F4B-837A-CE9B-F417-495FF40D8C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9" name="Object 26">
            <a:extLst>
              <a:ext uri="{FF2B5EF4-FFF2-40B4-BE49-F238E27FC236}">
                <a16:creationId xmlns:a16="http://schemas.microsoft.com/office/drawing/2014/main" id="{24936BD1-16B2-3A5C-393F-634AA3668E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69" imgH="431425" progId="Equation.3">
                  <p:embed/>
                </p:oleObj>
              </mc:Choice>
              <mc:Fallback>
                <p:oleObj name="Equation" r:id="rId16" imgW="266469" imgH="431425" progId="Equation.3">
                  <p:embed/>
                  <p:pic>
                    <p:nvPicPr>
                      <p:cNvPr id="59419" name="Object 26">
                        <a:extLst>
                          <a:ext uri="{FF2B5EF4-FFF2-40B4-BE49-F238E27FC236}">
                            <a16:creationId xmlns:a16="http://schemas.microsoft.com/office/drawing/2014/main" id="{24936BD1-16B2-3A5C-393F-634AA3668E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0" name="Object 27">
            <a:extLst>
              <a:ext uri="{FF2B5EF4-FFF2-40B4-BE49-F238E27FC236}">
                <a16:creationId xmlns:a16="http://schemas.microsoft.com/office/drawing/2014/main" id="{B39FC604-37DB-3542-1FAA-C6A3E81773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1101" y="4273551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571252" progId="Equation.3">
                  <p:embed/>
                </p:oleObj>
              </mc:Choice>
              <mc:Fallback>
                <p:oleObj name="Equation" r:id="rId17" imgW="406224" imgH="571252" progId="Equation.3">
                  <p:embed/>
                  <p:pic>
                    <p:nvPicPr>
                      <p:cNvPr id="59420" name="Object 27">
                        <a:extLst>
                          <a:ext uri="{FF2B5EF4-FFF2-40B4-BE49-F238E27FC236}">
                            <a16:creationId xmlns:a16="http://schemas.microsoft.com/office/drawing/2014/main" id="{B39FC604-37DB-3542-1FAA-C6A3E81773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1" y="4273551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1" name="Object 28">
            <a:extLst>
              <a:ext uri="{FF2B5EF4-FFF2-40B4-BE49-F238E27FC236}">
                <a16:creationId xmlns:a16="http://schemas.microsoft.com/office/drawing/2014/main" id="{65102A5B-220A-EB27-27E5-40AF09A130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1" y="42735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82391" imgH="571252" progId="Equation.3">
                  <p:embed/>
                </p:oleObj>
              </mc:Choice>
              <mc:Fallback>
                <p:oleObj name="Equation" r:id="rId19" imgW="482391" imgH="571252" progId="Equation.3">
                  <p:embed/>
                  <p:pic>
                    <p:nvPicPr>
                      <p:cNvPr id="59421" name="Object 28">
                        <a:extLst>
                          <a:ext uri="{FF2B5EF4-FFF2-40B4-BE49-F238E27FC236}">
                            <a16:creationId xmlns:a16="http://schemas.microsoft.com/office/drawing/2014/main" id="{65102A5B-220A-EB27-27E5-40AF09A130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42735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2" name="Object 29">
            <a:extLst>
              <a:ext uri="{FF2B5EF4-FFF2-40B4-BE49-F238E27FC236}">
                <a16:creationId xmlns:a16="http://schemas.microsoft.com/office/drawing/2014/main" id="{0FFFB602-42FD-E2D8-FD75-548F5CACA1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56701" y="4267201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57002" imgH="583947" progId="Equation.3">
                  <p:embed/>
                </p:oleObj>
              </mc:Choice>
              <mc:Fallback>
                <p:oleObj name="Equation" r:id="rId21" imgW="457002" imgH="583947" progId="Equation.3">
                  <p:embed/>
                  <p:pic>
                    <p:nvPicPr>
                      <p:cNvPr id="59422" name="Object 29">
                        <a:extLst>
                          <a:ext uri="{FF2B5EF4-FFF2-40B4-BE49-F238E27FC236}">
                            <a16:creationId xmlns:a16="http://schemas.microsoft.com/office/drawing/2014/main" id="{0FFFB602-42FD-E2D8-FD75-548F5CACA1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701" y="4267201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23" name="Line 30">
            <a:extLst>
              <a:ext uri="{FF2B5EF4-FFF2-40B4-BE49-F238E27FC236}">
                <a16:creationId xmlns:a16="http://schemas.microsoft.com/office/drawing/2014/main" id="{C93A9B05-D31B-70A7-EF7C-1FDA75D194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257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3">
            <a:extLst>
              <a:ext uri="{FF2B5EF4-FFF2-40B4-BE49-F238E27FC236}">
                <a16:creationId xmlns:a16="http://schemas.microsoft.com/office/drawing/2014/main" id="{A3FBCA08-4D5B-088B-45CE-6F2C6B15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E5D49E82-B290-4A65-8609-D74466A1A31E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63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19" name="Oval 2">
            <a:extLst>
              <a:ext uri="{FF2B5EF4-FFF2-40B4-BE49-F238E27FC236}">
                <a16:creationId xmlns:a16="http://schemas.microsoft.com/office/drawing/2014/main" id="{A0C055DA-2134-A647-9090-8E95085D9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0420" name="Object 3">
            <a:extLst>
              <a:ext uri="{FF2B5EF4-FFF2-40B4-BE49-F238E27FC236}">
                <a16:creationId xmlns:a16="http://schemas.microsoft.com/office/drawing/2014/main" id="{3FE71991-5855-A0F0-A0FE-541FA203C0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60420" name="Object 3">
                        <a:extLst>
                          <a:ext uri="{FF2B5EF4-FFF2-40B4-BE49-F238E27FC236}">
                            <a16:creationId xmlns:a16="http://schemas.microsoft.com/office/drawing/2014/main" id="{3FE71991-5855-A0F0-A0FE-541FA203C0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1" name="Oval 4">
            <a:extLst>
              <a:ext uri="{FF2B5EF4-FFF2-40B4-BE49-F238E27FC236}">
                <a16:creationId xmlns:a16="http://schemas.microsoft.com/office/drawing/2014/main" id="{B92B8177-8048-99B8-4166-1C6C32F65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0422" name="Oval 5">
            <a:extLst>
              <a:ext uri="{FF2B5EF4-FFF2-40B4-BE49-F238E27FC236}">
                <a16:creationId xmlns:a16="http://schemas.microsoft.com/office/drawing/2014/main" id="{91BBC42E-5DBF-DF8A-DA35-DE82E121A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0423" name="Line 6">
            <a:extLst>
              <a:ext uri="{FF2B5EF4-FFF2-40B4-BE49-F238E27FC236}">
                <a16:creationId xmlns:a16="http://schemas.microsoft.com/office/drawing/2014/main" id="{F922AC0E-2584-FD36-F216-04A79B6FF1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4" name="Line 7">
            <a:extLst>
              <a:ext uri="{FF2B5EF4-FFF2-40B4-BE49-F238E27FC236}">
                <a16:creationId xmlns:a16="http://schemas.microsoft.com/office/drawing/2014/main" id="{4FDD4292-CEDB-F4F7-0AAE-030EFA943A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5" name="Line 8">
            <a:extLst>
              <a:ext uri="{FF2B5EF4-FFF2-40B4-BE49-F238E27FC236}">
                <a16:creationId xmlns:a16="http://schemas.microsoft.com/office/drawing/2014/main" id="{CF660DA0-62DE-01CF-1D75-E892BB82C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6" name="Oval 9">
            <a:extLst>
              <a:ext uri="{FF2B5EF4-FFF2-40B4-BE49-F238E27FC236}">
                <a16:creationId xmlns:a16="http://schemas.microsoft.com/office/drawing/2014/main" id="{0BA62420-E0A7-399C-571F-31FCFD0CF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0427" name="Line 10">
            <a:extLst>
              <a:ext uri="{FF2B5EF4-FFF2-40B4-BE49-F238E27FC236}">
                <a16:creationId xmlns:a16="http://schemas.microsoft.com/office/drawing/2014/main" id="{7B22FD10-46F0-8A78-99F5-27A73020B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0428" name="Object 11">
            <a:extLst>
              <a:ext uri="{FF2B5EF4-FFF2-40B4-BE49-F238E27FC236}">
                <a16:creationId xmlns:a16="http://schemas.microsoft.com/office/drawing/2014/main" id="{C00594E5-D86A-7CDB-4FA6-79B37A93BE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1973" imgH="304668" progId="Equation.3">
                  <p:embed/>
                </p:oleObj>
              </mc:Choice>
              <mc:Fallback>
                <p:oleObj name="Equation" r:id="rId4" imgW="291973" imgH="304668" progId="Equation.3">
                  <p:embed/>
                  <p:pic>
                    <p:nvPicPr>
                      <p:cNvPr id="60428" name="Object 11">
                        <a:extLst>
                          <a:ext uri="{FF2B5EF4-FFF2-40B4-BE49-F238E27FC236}">
                            <a16:creationId xmlns:a16="http://schemas.microsoft.com/office/drawing/2014/main" id="{C00594E5-D86A-7CDB-4FA6-79B37A93BE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9" name="Object 12">
            <a:extLst>
              <a:ext uri="{FF2B5EF4-FFF2-40B4-BE49-F238E27FC236}">
                <a16:creationId xmlns:a16="http://schemas.microsoft.com/office/drawing/2014/main" id="{C6C77123-EBDE-2991-BF19-8DFC7A85DE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469" imgH="431425" progId="Equation.3">
                  <p:embed/>
                </p:oleObj>
              </mc:Choice>
              <mc:Fallback>
                <p:oleObj name="Equation" r:id="rId6" imgW="266469" imgH="431425" progId="Equation.3">
                  <p:embed/>
                  <p:pic>
                    <p:nvPicPr>
                      <p:cNvPr id="60429" name="Object 12">
                        <a:extLst>
                          <a:ext uri="{FF2B5EF4-FFF2-40B4-BE49-F238E27FC236}">
                            <a16:creationId xmlns:a16="http://schemas.microsoft.com/office/drawing/2014/main" id="{C6C77123-EBDE-2991-BF19-8DFC7A85DE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0" name="Object 13">
            <a:extLst>
              <a:ext uri="{FF2B5EF4-FFF2-40B4-BE49-F238E27FC236}">
                <a16:creationId xmlns:a16="http://schemas.microsoft.com/office/drawing/2014/main" id="{F3F00A2A-908D-CF73-222D-4E5360A03E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200" imgH="419100" progId="Equation.3">
                  <p:embed/>
                </p:oleObj>
              </mc:Choice>
              <mc:Fallback>
                <p:oleObj name="Equation" r:id="rId8" imgW="330200" imgH="419100" progId="Equation.3">
                  <p:embed/>
                  <p:pic>
                    <p:nvPicPr>
                      <p:cNvPr id="60430" name="Object 13">
                        <a:extLst>
                          <a:ext uri="{FF2B5EF4-FFF2-40B4-BE49-F238E27FC236}">
                            <a16:creationId xmlns:a16="http://schemas.microsoft.com/office/drawing/2014/main" id="{F3F00A2A-908D-CF73-222D-4E5360A03E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1" name="Object 14">
            <a:extLst>
              <a:ext uri="{FF2B5EF4-FFF2-40B4-BE49-F238E27FC236}">
                <a16:creationId xmlns:a16="http://schemas.microsoft.com/office/drawing/2014/main" id="{85FA2099-3DC7-D416-C02E-8E4D53BAD1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60431" name="Object 14">
                        <a:extLst>
                          <a:ext uri="{FF2B5EF4-FFF2-40B4-BE49-F238E27FC236}">
                            <a16:creationId xmlns:a16="http://schemas.microsoft.com/office/drawing/2014/main" id="{85FA2099-3DC7-D416-C02E-8E4D53BAD1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2" name="Oval 15">
            <a:extLst>
              <a:ext uri="{FF2B5EF4-FFF2-40B4-BE49-F238E27FC236}">
                <a16:creationId xmlns:a16="http://schemas.microsoft.com/office/drawing/2014/main" id="{518D7805-ACD3-2127-DA88-6D1EC390D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0433" name="Freeform 16">
            <a:extLst>
              <a:ext uri="{FF2B5EF4-FFF2-40B4-BE49-F238E27FC236}">
                <a16:creationId xmlns:a16="http://schemas.microsoft.com/office/drawing/2014/main" id="{0AC0631E-CF16-9400-420F-63A5B5CB6081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4" name="Rectangle 17">
            <a:extLst>
              <a:ext uri="{FF2B5EF4-FFF2-40B4-BE49-F238E27FC236}">
                <a16:creationId xmlns:a16="http://schemas.microsoft.com/office/drawing/2014/main" id="{32FD54C0-2862-B8D7-F3FD-1B5ABDD94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0435" name="Line 18">
            <a:extLst>
              <a:ext uri="{FF2B5EF4-FFF2-40B4-BE49-F238E27FC236}">
                <a16:creationId xmlns:a16="http://schemas.microsoft.com/office/drawing/2014/main" id="{9244A297-D2CE-EF03-4C01-ED77FFBA70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6" name="Line 19">
            <a:extLst>
              <a:ext uri="{FF2B5EF4-FFF2-40B4-BE49-F238E27FC236}">
                <a16:creationId xmlns:a16="http://schemas.microsoft.com/office/drawing/2014/main" id="{D4885016-FD14-468A-AB39-873B4F6F9A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0437" name="Object 20">
            <a:extLst>
              <a:ext uri="{FF2B5EF4-FFF2-40B4-BE49-F238E27FC236}">
                <a16:creationId xmlns:a16="http://schemas.microsoft.com/office/drawing/2014/main" id="{7961907A-CA5B-F5C9-A6B7-E3884C63FA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1973" imgH="304668" progId="Equation.3">
                  <p:embed/>
                </p:oleObj>
              </mc:Choice>
              <mc:Fallback>
                <p:oleObj name="Equation" r:id="rId11" imgW="291973" imgH="304668" progId="Equation.3">
                  <p:embed/>
                  <p:pic>
                    <p:nvPicPr>
                      <p:cNvPr id="60437" name="Object 20">
                        <a:extLst>
                          <a:ext uri="{FF2B5EF4-FFF2-40B4-BE49-F238E27FC236}">
                            <a16:creationId xmlns:a16="http://schemas.microsoft.com/office/drawing/2014/main" id="{7961907A-CA5B-F5C9-A6B7-E3884C63FA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8" name="Line 21">
            <a:extLst>
              <a:ext uri="{FF2B5EF4-FFF2-40B4-BE49-F238E27FC236}">
                <a16:creationId xmlns:a16="http://schemas.microsoft.com/office/drawing/2014/main" id="{ED9998EC-1188-08D5-2C2D-4ABEDC3988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0439" name="Object 22">
            <a:extLst>
              <a:ext uri="{FF2B5EF4-FFF2-40B4-BE49-F238E27FC236}">
                <a16:creationId xmlns:a16="http://schemas.microsoft.com/office/drawing/2014/main" id="{F3E3F03F-A568-6CF3-FAD3-332AE8DE93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469" imgH="431425" progId="Equation.3">
                  <p:embed/>
                </p:oleObj>
              </mc:Choice>
              <mc:Fallback>
                <p:oleObj name="Equation" r:id="rId13" imgW="266469" imgH="431425" progId="Equation.3">
                  <p:embed/>
                  <p:pic>
                    <p:nvPicPr>
                      <p:cNvPr id="60439" name="Object 22">
                        <a:extLst>
                          <a:ext uri="{FF2B5EF4-FFF2-40B4-BE49-F238E27FC236}">
                            <a16:creationId xmlns:a16="http://schemas.microsoft.com/office/drawing/2014/main" id="{F3E3F03F-A568-6CF3-FAD3-332AE8DE93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0" name="Line 23">
            <a:extLst>
              <a:ext uri="{FF2B5EF4-FFF2-40B4-BE49-F238E27FC236}">
                <a16:creationId xmlns:a16="http://schemas.microsoft.com/office/drawing/2014/main" id="{EDE76F7D-08D9-1914-0742-A3E58E304F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41" name="Line 24">
            <a:extLst>
              <a:ext uri="{FF2B5EF4-FFF2-40B4-BE49-F238E27FC236}">
                <a16:creationId xmlns:a16="http://schemas.microsoft.com/office/drawing/2014/main" id="{0E037D0B-883B-72CE-2DC7-CFD465580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0442" name="Object 25">
            <a:extLst>
              <a:ext uri="{FF2B5EF4-FFF2-40B4-BE49-F238E27FC236}">
                <a16:creationId xmlns:a16="http://schemas.microsoft.com/office/drawing/2014/main" id="{8821646C-2496-8790-A272-4720AF480A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63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73" imgH="304668" progId="Equation.3">
                  <p:embed/>
                </p:oleObj>
              </mc:Choice>
              <mc:Fallback>
                <p:oleObj name="Equation" r:id="rId15" imgW="291973" imgH="304668" progId="Equation.3">
                  <p:embed/>
                  <p:pic>
                    <p:nvPicPr>
                      <p:cNvPr id="60442" name="Object 25">
                        <a:extLst>
                          <a:ext uri="{FF2B5EF4-FFF2-40B4-BE49-F238E27FC236}">
                            <a16:creationId xmlns:a16="http://schemas.microsoft.com/office/drawing/2014/main" id="{8821646C-2496-8790-A272-4720AF480A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3" name="Object 26">
            <a:extLst>
              <a:ext uri="{FF2B5EF4-FFF2-40B4-BE49-F238E27FC236}">
                <a16:creationId xmlns:a16="http://schemas.microsoft.com/office/drawing/2014/main" id="{F021A3E0-5DD5-57F4-DAD7-5B55259473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69" imgH="431425" progId="Equation.3">
                  <p:embed/>
                </p:oleObj>
              </mc:Choice>
              <mc:Fallback>
                <p:oleObj name="Equation" r:id="rId16" imgW="266469" imgH="431425" progId="Equation.3">
                  <p:embed/>
                  <p:pic>
                    <p:nvPicPr>
                      <p:cNvPr id="60443" name="Object 26">
                        <a:extLst>
                          <a:ext uri="{FF2B5EF4-FFF2-40B4-BE49-F238E27FC236}">
                            <a16:creationId xmlns:a16="http://schemas.microsoft.com/office/drawing/2014/main" id="{F021A3E0-5DD5-57F4-DAD7-5B55259473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4" name="Object 27">
            <a:extLst>
              <a:ext uri="{FF2B5EF4-FFF2-40B4-BE49-F238E27FC236}">
                <a16:creationId xmlns:a16="http://schemas.microsoft.com/office/drawing/2014/main" id="{774E1D66-C710-9033-A7C5-7A9845FA0B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1101" y="4273551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571252" progId="Equation.3">
                  <p:embed/>
                </p:oleObj>
              </mc:Choice>
              <mc:Fallback>
                <p:oleObj name="Equation" r:id="rId17" imgW="406224" imgH="571252" progId="Equation.3">
                  <p:embed/>
                  <p:pic>
                    <p:nvPicPr>
                      <p:cNvPr id="60444" name="Object 27">
                        <a:extLst>
                          <a:ext uri="{FF2B5EF4-FFF2-40B4-BE49-F238E27FC236}">
                            <a16:creationId xmlns:a16="http://schemas.microsoft.com/office/drawing/2014/main" id="{774E1D66-C710-9033-A7C5-7A9845FA0B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1" y="4273551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5" name="Object 28">
            <a:extLst>
              <a:ext uri="{FF2B5EF4-FFF2-40B4-BE49-F238E27FC236}">
                <a16:creationId xmlns:a16="http://schemas.microsoft.com/office/drawing/2014/main" id="{05FD20F9-2FE8-921B-554E-26E9A4F064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1" y="42735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82391" imgH="571252" progId="Equation.3">
                  <p:embed/>
                </p:oleObj>
              </mc:Choice>
              <mc:Fallback>
                <p:oleObj name="Equation" r:id="rId19" imgW="482391" imgH="571252" progId="Equation.3">
                  <p:embed/>
                  <p:pic>
                    <p:nvPicPr>
                      <p:cNvPr id="60445" name="Object 28">
                        <a:extLst>
                          <a:ext uri="{FF2B5EF4-FFF2-40B4-BE49-F238E27FC236}">
                            <a16:creationId xmlns:a16="http://schemas.microsoft.com/office/drawing/2014/main" id="{05FD20F9-2FE8-921B-554E-26E9A4F064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42735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6" name="Object 29">
            <a:extLst>
              <a:ext uri="{FF2B5EF4-FFF2-40B4-BE49-F238E27FC236}">
                <a16:creationId xmlns:a16="http://schemas.microsoft.com/office/drawing/2014/main" id="{928BB9FA-5939-5118-920C-AEECCB8CBE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56701" y="4267201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57002" imgH="583947" progId="Equation.3">
                  <p:embed/>
                </p:oleObj>
              </mc:Choice>
              <mc:Fallback>
                <p:oleObj name="Equation" r:id="rId21" imgW="457002" imgH="583947" progId="Equation.3">
                  <p:embed/>
                  <p:pic>
                    <p:nvPicPr>
                      <p:cNvPr id="60446" name="Object 29">
                        <a:extLst>
                          <a:ext uri="{FF2B5EF4-FFF2-40B4-BE49-F238E27FC236}">
                            <a16:creationId xmlns:a16="http://schemas.microsoft.com/office/drawing/2014/main" id="{928BB9FA-5939-5118-920C-AEECCB8CBE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701" y="4267201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7" name="Line 30">
            <a:extLst>
              <a:ext uri="{FF2B5EF4-FFF2-40B4-BE49-F238E27FC236}">
                <a16:creationId xmlns:a16="http://schemas.microsoft.com/office/drawing/2014/main" id="{C42891ED-7BAE-4FA1-C7C6-0B3085106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3">
            <a:extLst>
              <a:ext uri="{FF2B5EF4-FFF2-40B4-BE49-F238E27FC236}">
                <a16:creationId xmlns:a16="http://schemas.microsoft.com/office/drawing/2014/main" id="{EA818B64-A46F-C4C1-DF7F-D9CB6EA12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3C7C0B83-94B0-4952-8CC8-A297FADB72C2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64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3" name="Oval 2">
            <a:extLst>
              <a:ext uri="{FF2B5EF4-FFF2-40B4-BE49-F238E27FC236}">
                <a16:creationId xmlns:a16="http://schemas.microsoft.com/office/drawing/2014/main" id="{4F45A6B3-FFC7-976C-AF00-C83E53099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1444" name="Object 3">
            <a:extLst>
              <a:ext uri="{FF2B5EF4-FFF2-40B4-BE49-F238E27FC236}">
                <a16:creationId xmlns:a16="http://schemas.microsoft.com/office/drawing/2014/main" id="{35F61987-CF39-C3E8-37D5-B2E5FF941C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61444" name="Object 3">
                        <a:extLst>
                          <a:ext uri="{FF2B5EF4-FFF2-40B4-BE49-F238E27FC236}">
                            <a16:creationId xmlns:a16="http://schemas.microsoft.com/office/drawing/2014/main" id="{35F61987-CF39-C3E8-37D5-B2E5FF941C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5" name="Oval 4">
            <a:extLst>
              <a:ext uri="{FF2B5EF4-FFF2-40B4-BE49-F238E27FC236}">
                <a16:creationId xmlns:a16="http://schemas.microsoft.com/office/drawing/2014/main" id="{209A75C4-4094-82C5-70BB-A4E8F1AFB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1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1446" name="Oval 5">
            <a:extLst>
              <a:ext uri="{FF2B5EF4-FFF2-40B4-BE49-F238E27FC236}">
                <a16:creationId xmlns:a16="http://schemas.microsoft.com/office/drawing/2014/main" id="{251BE99B-E936-1F5B-B156-EE110A090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1447" name="Line 6">
            <a:extLst>
              <a:ext uri="{FF2B5EF4-FFF2-40B4-BE49-F238E27FC236}">
                <a16:creationId xmlns:a16="http://schemas.microsoft.com/office/drawing/2014/main" id="{FEDD31C4-DE36-5D46-7549-69CEC2FD7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8" name="Line 7">
            <a:extLst>
              <a:ext uri="{FF2B5EF4-FFF2-40B4-BE49-F238E27FC236}">
                <a16:creationId xmlns:a16="http://schemas.microsoft.com/office/drawing/2014/main" id="{A101ED82-AA93-8DC9-3075-5066ACD6DE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9" name="Line 8">
            <a:extLst>
              <a:ext uri="{FF2B5EF4-FFF2-40B4-BE49-F238E27FC236}">
                <a16:creationId xmlns:a16="http://schemas.microsoft.com/office/drawing/2014/main" id="{47EF56A4-30CD-A5F2-61C2-F914C0DA80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0" name="Oval 9">
            <a:extLst>
              <a:ext uri="{FF2B5EF4-FFF2-40B4-BE49-F238E27FC236}">
                <a16:creationId xmlns:a16="http://schemas.microsoft.com/office/drawing/2014/main" id="{B6964347-73A7-FC42-7D1B-C447C0ED3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1451" name="Line 10">
            <a:extLst>
              <a:ext uri="{FF2B5EF4-FFF2-40B4-BE49-F238E27FC236}">
                <a16:creationId xmlns:a16="http://schemas.microsoft.com/office/drawing/2014/main" id="{C1C7A6FB-8995-50E5-2D28-66B51D7D040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52" name="Object 11">
            <a:extLst>
              <a:ext uri="{FF2B5EF4-FFF2-40B4-BE49-F238E27FC236}">
                <a16:creationId xmlns:a16="http://schemas.microsoft.com/office/drawing/2014/main" id="{AE9A5391-A795-B121-030C-B30BB38A6E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1973" imgH="304668" progId="Equation.3">
                  <p:embed/>
                </p:oleObj>
              </mc:Choice>
              <mc:Fallback>
                <p:oleObj name="Equation" r:id="rId4" imgW="291973" imgH="304668" progId="Equation.3">
                  <p:embed/>
                  <p:pic>
                    <p:nvPicPr>
                      <p:cNvPr id="61452" name="Object 11">
                        <a:extLst>
                          <a:ext uri="{FF2B5EF4-FFF2-40B4-BE49-F238E27FC236}">
                            <a16:creationId xmlns:a16="http://schemas.microsoft.com/office/drawing/2014/main" id="{AE9A5391-A795-B121-030C-B30BB38A6E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3" name="Object 12">
            <a:extLst>
              <a:ext uri="{FF2B5EF4-FFF2-40B4-BE49-F238E27FC236}">
                <a16:creationId xmlns:a16="http://schemas.microsoft.com/office/drawing/2014/main" id="{50372281-6EA2-F899-C668-8EC2793589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469" imgH="431425" progId="Equation.3">
                  <p:embed/>
                </p:oleObj>
              </mc:Choice>
              <mc:Fallback>
                <p:oleObj name="Equation" r:id="rId6" imgW="266469" imgH="431425" progId="Equation.3">
                  <p:embed/>
                  <p:pic>
                    <p:nvPicPr>
                      <p:cNvPr id="61453" name="Object 12">
                        <a:extLst>
                          <a:ext uri="{FF2B5EF4-FFF2-40B4-BE49-F238E27FC236}">
                            <a16:creationId xmlns:a16="http://schemas.microsoft.com/office/drawing/2014/main" id="{50372281-6EA2-F899-C668-8EC2793589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4" name="Object 13">
            <a:extLst>
              <a:ext uri="{FF2B5EF4-FFF2-40B4-BE49-F238E27FC236}">
                <a16:creationId xmlns:a16="http://schemas.microsoft.com/office/drawing/2014/main" id="{57D9EB82-52E7-DD64-93F9-CFB5236AB3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200" imgH="419100" progId="Equation.3">
                  <p:embed/>
                </p:oleObj>
              </mc:Choice>
              <mc:Fallback>
                <p:oleObj name="Equation" r:id="rId8" imgW="330200" imgH="419100" progId="Equation.3">
                  <p:embed/>
                  <p:pic>
                    <p:nvPicPr>
                      <p:cNvPr id="61454" name="Object 13">
                        <a:extLst>
                          <a:ext uri="{FF2B5EF4-FFF2-40B4-BE49-F238E27FC236}">
                            <a16:creationId xmlns:a16="http://schemas.microsoft.com/office/drawing/2014/main" id="{57D9EB82-52E7-DD64-93F9-CFB5236AB3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5" name="Object 14">
            <a:extLst>
              <a:ext uri="{FF2B5EF4-FFF2-40B4-BE49-F238E27FC236}">
                <a16:creationId xmlns:a16="http://schemas.microsoft.com/office/drawing/2014/main" id="{4EEA04D6-8D82-E937-1401-B7EBA4AE18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61455" name="Object 14">
                        <a:extLst>
                          <a:ext uri="{FF2B5EF4-FFF2-40B4-BE49-F238E27FC236}">
                            <a16:creationId xmlns:a16="http://schemas.microsoft.com/office/drawing/2014/main" id="{4EEA04D6-8D82-E937-1401-B7EBA4AE18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6" name="Oval 15">
            <a:extLst>
              <a:ext uri="{FF2B5EF4-FFF2-40B4-BE49-F238E27FC236}">
                <a16:creationId xmlns:a16="http://schemas.microsoft.com/office/drawing/2014/main" id="{E86DC0AE-9C8C-6920-F128-B7770DBA8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1457" name="Freeform 16">
            <a:extLst>
              <a:ext uri="{FF2B5EF4-FFF2-40B4-BE49-F238E27FC236}">
                <a16:creationId xmlns:a16="http://schemas.microsoft.com/office/drawing/2014/main" id="{CBC0CA4E-A020-85DC-4F83-9FA1426E5E46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8" name="Rectangle 17">
            <a:extLst>
              <a:ext uri="{FF2B5EF4-FFF2-40B4-BE49-F238E27FC236}">
                <a16:creationId xmlns:a16="http://schemas.microsoft.com/office/drawing/2014/main" id="{B8C19C91-BB2F-A784-CDCF-B8C1A8D3D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1459" name="Line 18">
            <a:extLst>
              <a:ext uri="{FF2B5EF4-FFF2-40B4-BE49-F238E27FC236}">
                <a16:creationId xmlns:a16="http://schemas.microsoft.com/office/drawing/2014/main" id="{0799C260-5608-C5B3-02F7-E5C7491F49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0" name="Line 19">
            <a:extLst>
              <a:ext uri="{FF2B5EF4-FFF2-40B4-BE49-F238E27FC236}">
                <a16:creationId xmlns:a16="http://schemas.microsoft.com/office/drawing/2014/main" id="{503E6DF6-D9BA-45E1-21C9-186F5321A8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61" name="Object 20">
            <a:extLst>
              <a:ext uri="{FF2B5EF4-FFF2-40B4-BE49-F238E27FC236}">
                <a16:creationId xmlns:a16="http://schemas.microsoft.com/office/drawing/2014/main" id="{41732B93-C766-FBFB-AE8F-E706E2A532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1973" imgH="304668" progId="Equation.3">
                  <p:embed/>
                </p:oleObj>
              </mc:Choice>
              <mc:Fallback>
                <p:oleObj name="Equation" r:id="rId11" imgW="291973" imgH="304668" progId="Equation.3">
                  <p:embed/>
                  <p:pic>
                    <p:nvPicPr>
                      <p:cNvPr id="61461" name="Object 20">
                        <a:extLst>
                          <a:ext uri="{FF2B5EF4-FFF2-40B4-BE49-F238E27FC236}">
                            <a16:creationId xmlns:a16="http://schemas.microsoft.com/office/drawing/2014/main" id="{41732B93-C766-FBFB-AE8F-E706E2A532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2" name="Line 21">
            <a:extLst>
              <a:ext uri="{FF2B5EF4-FFF2-40B4-BE49-F238E27FC236}">
                <a16:creationId xmlns:a16="http://schemas.microsoft.com/office/drawing/2014/main" id="{078C36CF-2CDF-52DB-7F5C-449B632F6A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63" name="Object 22">
            <a:extLst>
              <a:ext uri="{FF2B5EF4-FFF2-40B4-BE49-F238E27FC236}">
                <a16:creationId xmlns:a16="http://schemas.microsoft.com/office/drawing/2014/main" id="{79B2BB7A-302F-704D-39A3-105AA3B8BB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469" imgH="431425" progId="Equation.3">
                  <p:embed/>
                </p:oleObj>
              </mc:Choice>
              <mc:Fallback>
                <p:oleObj name="Equation" r:id="rId13" imgW="266469" imgH="431425" progId="Equation.3">
                  <p:embed/>
                  <p:pic>
                    <p:nvPicPr>
                      <p:cNvPr id="61463" name="Object 22">
                        <a:extLst>
                          <a:ext uri="{FF2B5EF4-FFF2-40B4-BE49-F238E27FC236}">
                            <a16:creationId xmlns:a16="http://schemas.microsoft.com/office/drawing/2014/main" id="{79B2BB7A-302F-704D-39A3-105AA3B8BB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4" name="Line 23">
            <a:extLst>
              <a:ext uri="{FF2B5EF4-FFF2-40B4-BE49-F238E27FC236}">
                <a16:creationId xmlns:a16="http://schemas.microsoft.com/office/drawing/2014/main" id="{F222C7AA-1120-CBC4-DAA4-B882525429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5" name="Line 24">
            <a:extLst>
              <a:ext uri="{FF2B5EF4-FFF2-40B4-BE49-F238E27FC236}">
                <a16:creationId xmlns:a16="http://schemas.microsoft.com/office/drawing/2014/main" id="{9A6E4E20-4C67-D1B7-A345-755737A4F5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66" name="Object 25">
            <a:extLst>
              <a:ext uri="{FF2B5EF4-FFF2-40B4-BE49-F238E27FC236}">
                <a16:creationId xmlns:a16="http://schemas.microsoft.com/office/drawing/2014/main" id="{2A3C15E1-C2B8-68B1-690F-E8BBFE58C4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63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73" imgH="304668" progId="Equation.3">
                  <p:embed/>
                </p:oleObj>
              </mc:Choice>
              <mc:Fallback>
                <p:oleObj name="Equation" r:id="rId15" imgW="291973" imgH="304668" progId="Equation.3">
                  <p:embed/>
                  <p:pic>
                    <p:nvPicPr>
                      <p:cNvPr id="61466" name="Object 25">
                        <a:extLst>
                          <a:ext uri="{FF2B5EF4-FFF2-40B4-BE49-F238E27FC236}">
                            <a16:creationId xmlns:a16="http://schemas.microsoft.com/office/drawing/2014/main" id="{2A3C15E1-C2B8-68B1-690F-E8BBFE58C4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7" name="Object 26">
            <a:extLst>
              <a:ext uri="{FF2B5EF4-FFF2-40B4-BE49-F238E27FC236}">
                <a16:creationId xmlns:a16="http://schemas.microsoft.com/office/drawing/2014/main" id="{9152B7AA-0DB5-A2FE-0628-17F1334073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69" imgH="431425" progId="Equation.3">
                  <p:embed/>
                </p:oleObj>
              </mc:Choice>
              <mc:Fallback>
                <p:oleObj name="Equation" r:id="rId16" imgW="266469" imgH="431425" progId="Equation.3">
                  <p:embed/>
                  <p:pic>
                    <p:nvPicPr>
                      <p:cNvPr id="61467" name="Object 26">
                        <a:extLst>
                          <a:ext uri="{FF2B5EF4-FFF2-40B4-BE49-F238E27FC236}">
                            <a16:creationId xmlns:a16="http://schemas.microsoft.com/office/drawing/2014/main" id="{9152B7AA-0DB5-A2FE-0628-17F1334073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8" name="Object 27">
            <a:extLst>
              <a:ext uri="{FF2B5EF4-FFF2-40B4-BE49-F238E27FC236}">
                <a16:creationId xmlns:a16="http://schemas.microsoft.com/office/drawing/2014/main" id="{387CEE94-B7F3-C1D9-03A1-EB424E2E2A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1101" y="4273551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224" imgH="571252" progId="Equation.3">
                  <p:embed/>
                </p:oleObj>
              </mc:Choice>
              <mc:Fallback>
                <p:oleObj name="Equation" r:id="rId17" imgW="406224" imgH="571252" progId="Equation.3">
                  <p:embed/>
                  <p:pic>
                    <p:nvPicPr>
                      <p:cNvPr id="61468" name="Object 27">
                        <a:extLst>
                          <a:ext uri="{FF2B5EF4-FFF2-40B4-BE49-F238E27FC236}">
                            <a16:creationId xmlns:a16="http://schemas.microsoft.com/office/drawing/2014/main" id="{387CEE94-B7F3-C1D9-03A1-EB424E2E2A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1" y="4273551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9" name="Object 28">
            <a:extLst>
              <a:ext uri="{FF2B5EF4-FFF2-40B4-BE49-F238E27FC236}">
                <a16:creationId xmlns:a16="http://schemas.microsoft.com/office/drawing/2014/main" id="{71B450D3-014C-44AA-D01C-B9DC97339E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1" y="42735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82391" imgH="571252" progId="Equation.3">
                  <p:embed/>
                </p:oleObj>
              </mc:Choice>
              <mc:Fallback>
                <p:oleObj name="Equation" r:id="rId19" imgW="482391" imgH="571252" progId="Equation.3">
                  <p:embed/>
                  <p:pic>
                    <p:nvPicPr>
                      <p:cNvPr id="61469" name="Object 28">
                        <a:extLst>
                          <a:ext uri="{FF2B5EF4-FFF2-40B4-BE49-F238E27FC236}">
                            <a16:creationId xmlns:a16="http://schemas.microsoft.com/office/drawing/2014/main" id="{71B450D3-014C-44AA-D01C-B9DC97339E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42735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0" name="Object 29">
            <a:extLst>
              <a:ext uri="{FF2B5EF4-FFF2-40B4-BE49-F238E27FC236}">
                <a16:creationId xmlns:a16="http://schemas.microsoft.com/office/drawing/2014/main" id="{4F55E008-5063-76C7-CC17-A277014392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56701" y="4267201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57002" imgH="583947" progId="Equation.3">
                  <p:embed/>
                </p:oleObj>
              </mc:Choice>
              <mc:Fallback>
                <p:oleObj name="Equation" r:id="rId21" imgW="457002" imgH="583947" progId="Equation.3">
                  <p:embed/>
                  <p:pic>
                    <p:nvPicPr>
                      <p:cNvPr id="61470" name="Object 29">
                        <a:extLst>
                          <a:ext uri="{FF2B5EF4-FFF2-40B4-BE49-F238E27FC236}">
                            <a16:creationId xmlns:a16="http://schemas.microsoft.com/office/drawing/2014/main" id="{4F55E008-5063-76C7-CC17-A277014392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701" y="4267201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1" name="Line 30">
            <a:extLst>
              <a:ext uri="{FF2B5EF4-FFF2-40B4-BE49-F238E27FC236}">
                <a16:creationId xmlns:a16="http://schemas.microsoft.com/office/drawing/2014/main" id="{D9457C61-753C-AFFF-EB9C-6A43D1CB16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3">
            <a:extLst>
              <a:ext uri="{FF2B5EF4-FFF2-40B4-BE49-F238E27FC236}">
                <a16:creationId xmlns:a16="http://schemas.microsoft.com/office/drawing/2014/main" id="{CB5D28F9-502B-0C2B-81C7-91CB983C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D8350FB0-ED5D-466B-AF99-0C968B10A69D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65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Rectangle 17">
            <a:extLst>
              <a:ext uri="{FF2B5EF4-FFF2-40B4-BE49-F238E27FC236}">
                <a16:creationId xmlns:a16="http://schemas.microsoft.com/office/drawing/2014/main" id="{F07654B1-E163-B388-485C-8C48BC712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2468" name="Line 18">
            <a:extLst>
              <a:ext uri="{FF2B5EF4-FFF2-40B4-BE49-F238E27FC236}">
                <a16:creationId xmlns:a16="http://schemas.microsoft.com/office/drawing/2014/main" id="{FB564EA2-2DCB-FB90-338D-2C77F7A255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69" name="Line 19">
            <a:extLst>
              <a:ext uri="{FF2B5EF4-FFF2-40B4-BE49-F238E27FC236}">
                <a16:creationId xmlns:a16="http://schemas.microsoft.com/office/drawing/2014/main" id="{AB0535E3-5FCA-5BA3-DDCD-8F238D3C9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2470" name="Object 20">
            <a:extLst>
              <a:ext uri="{FF2B5EF4-FFF2-40B4-BE49-F238E27FC236}">
                <a16:creationId xmlns:a16="http://schemas.microsoft.com/office/drawing/2014/main" id="{A87CFA02-CB39-525D-FA77-4AA38E2B0F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95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1973" imgH="304668" progId="Equation.3">
                  <p:embed/>
                </p:oleObj>
              </mc:Choice>
              <mc:Fallback>
                <p:oleObj name="Equation" r:id="rId2" imgW="291973" imgH="304668" progId="Equation.3">
                  <p:embed/>
                  <p:pic>
                    <p:nvPicPr>
                      <p:cNvPr id="62470" name="Object 20">
                        <a:extLst>
                          <a:ext uri="{FF2B5EF4-FFF2-40B4-BE49-F238E27FC236}">
                            <a16:creationId xmlns:a16="http://schemas.microsoft.com/office/drawing/2014/main" id="{A87CFA02-CB39-525D-FA77-4AA38E2B0F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1" name="Line 21">
            <a:extLst>
              <a:ext uri="{FF2B5EF4-FFF2-40B4-BE49-F238E27FC236}">
                <a16:creationId xmlns:a16="http://schemas.microsoft.com/office/drawing/2014/main" id="{7D758917-0AF6-1ADB-FD38-C5ACA1601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2472" name="Object 22">
            <a:extLst>
              <a:ext uri="{FF2B5EF4-FFF2-40B4-BE49-F238E27FC236}">
                <a16:creationId xmlns:a16="http://schemas.microsoft.com/office/drawing/2014/main" id="{A1AFB281-2955-46DB-D998-6F3D748C6C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469" imgH="431425" progId="Equation.3">
                  <p:embed/>
                </p:oleObj>
              </mc:Choice>
              <mc:Fallback>
                <p:oleObj name="Equation" r:id="rId4" imgW="266469" imgH="431425" progId="Equation.3">
                  <p:embed/>
                  <p:pic>
                    <p:nvPicPr>
                      <p:cNvPr id="62472" name="Object 22">
                        <a:extLst>
                          <a:ext uri="{FF2B5EF4-FFF2-40B4-BE49-F238E27FC236}">
                            <a16:creationId xmlns:a16="http://schemas.microsoft.com/office/drawing/2014/main" id="{A1AFB281-2955-46DB-D998-6F3D748C6C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3" name="Line 23">
            <a:extLst>
              <a:ext uri="{FF2B5EF4-FFF2-40B4-BE49-F238E27FC236}">
                <a16:creationId xmlns:a16="http://schemas.microsoft.com/office/drawing/2014/main" id="{FE83C633-4253-77D2-DF72-9BD6FFF00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4" name="Line 24">
            <a:extLst>
              <a:ext uri="{FF2B5EF4-FFF2-40B4-BE49-F238E27FC236}">
                <a16:creationId xmlns:a16="http://schemas.microsoft.com/office/drawing/2014/main" id="{1E21C1FB-F7D6-1DBD-14E1-E7E749E865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2475" name="Object 25">
            <a:extLst>
              <a:ext uri="{FF2B5EF4-FFF2-40B4-BE49-F238E27FC236}">
                <a16:creationId xmlns:a16="http://schemas.microsoft.com/office/drawing/2014/main" id="{33B2FF1D-5E29-4049-82B4-C959009B2A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6301" y="1511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973" imgH="304668" progId="Equation.3">
                  <p:embed/>
                </p:oleObj>
              </mc:Choice>
              <mc:Fallback>
                <p:oleObj name="Equation" r:id="rId6" imgW="291973" imgH="304668" progId="Equation.3">
                  <p:embed/>
                  <p:pic>
                    <p:nvPicPr>
                      <p:cNvPr id="62475" name="Object 25">
                        <a:extLst>
                          <a:ext uri="{FF2B5EF4-FFF2-40B4-BE49-F238E27FC236}">
                            <a16:creationId xmlns:a16="http://schemas.microsoft.com/office/drawing/2014/main" id="{33B2FF1D-5E29-4049-82B4-C959009B2A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1" y="15113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6" name="Object 26">
            <a:extLst>
              <a:ext uri="{FF2B5EF4-FFF2-40B4-BE49-F238E27FC236}">
                <a16:creationId xmlns:a16="http://schemas.microsoft.com/office/drawing/2014/main" id="{CF185686-CC5E-BADF-2BCC-7BD3140681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1447800"/>
          <a:ext cx="26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469" imgH="431425" progId="Equation.3">
                  <p:embed/>
                </p:oleObj>
              </mc:Choice>
              <mc:Fallback>
                <p:oleObj name="Equation" r:id="rId4" imgW="266469" imgH="431425" progId="Equation.3">
                  <p:embed/>
                  <p:pic>
                    <p:nvPicPr>
                      <p:cNvPr id="62476" name="Object 26">
                        <a:extLst>
                          <a:ext uri="{FF2B5EF4-FFF2-40B4-BE49-F238E27FC236}">
                            <a16:creationId xmlns:a16="http://schemas.microsoft.com/office/drawing/2014/main" id="{CF185686-CC5E-BADF-2BCC-7BD3140681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447800"/>
                        <a:ext cx="26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7" name="Oval 30">
            <a:extLst>
              <a:ext uri="{FF2B5EF4-FFF2-40B4-BE49-F238E27FC236}">
                <a16:creationId xmlns:a16="http://schemas.microsoft.com/office/drawing/2014/main" id="{F6783D76-966E-1CD1-5F95-3974E09AB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2478" name="Object 31">
            <a:extLst>
              <a:ext uri="{FF2B5EF4-FFF2-40B4-BE49-F238E27FC236}">
                <a16:creationId xmlns:a16="http://schemas.microsoft.com/office/drawing/2014/main" id="{AAC3C2F1-695E-61FA-EE1E-D2C4D70D6E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2391" imgH="583947" progId="Equation.3">
                  <p:embed/>
                </p:oleObj>
              </mc:Choice>
              <mc:Fallback>
                <p:oleObj name="Equation" r:id="rId7" imgW="482391" imgH="583947" progId="Equation.3">
                  <p:embed/>
                  <p:pic>
                    <p:nvPicPr>
                      <p:cNvPr id="62478" name="Object 31">
                        <a:extLst>
                          <a:ext uri="{FF2B5EF4-FFF2-40B4-BE49-F238E27FC236}">
                            <a16:creationId xmlns:a16="http://schemas.microsoft.com/office/drawing/2014/main" id="{AAC3C2F1-695E-61FA-EE1E-D2C4D70D6E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9" name="Oval 32">
            <a:extLst>
              <a:ext uri="{FF2B5EF4-FFF2-40B4-BE49-F238E27FC236}">
                <a16:creationId xmlns:a16="http://schemas.microsoft.com/office/drawing/2014/main" id="{964F6B58-4F8E-814D-9589-C444A00B1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138" y="4219575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2480" name="Oval 33">
            <a:extLst>
              <a:ext uri="{FF2B5EF4-FFF2-40B4-BE49-F238E27FC236}">
                <a16:creationId xmlns:a16="http://schemas.microsoft.com/office/drawing/2014/main" id="{C5C87E93-BEE5-4AD8-6BEE-58B1BDB46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2481" name="Line 34">
            <a:extLst>
              <a:ext uri="{FF2B5EF4-FFF2-40B4-BE49-F238E27FC236}">
                <a16:creationId xmlns:a16="http://schemas.microsoft.com/office/drawing/2014/main" id="{ED5E7C80-C785-AF2D-1FAE-7E43B28D3A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82" name="Line 35">
            <a:extLst>
              <a:ext uri="{FF2B5EF4-FFF2-40B4-BE49-F238E27FC236}">
                <a16:creationId xmlns:a16="http://schemas.microsoft.com/office/drawing/2014/main" id="{52A6AE24-AACB-2A79-D4C5-E172556EFA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83" name="Line 36">
            <a:extLst>
              <a:ext uri="{FF2B5EF4-FFF2-40B4-BE49-F238E27FC236}">
                <a16:creationId xmlns:a16="http://schemas.microsoft.com/office/drawing/2014/main" id="{AF1741D8-381B-C51F-E0CF-73BC5BF379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84" name="Oval 37">
            <a:extLst>
              <a:ext uri="{FF2B5EF4-FFF2-40B4-BE49-F238E27FC236}">
                <a16:creationId xmlns:a16="http://schemas.microsoft.com/office/drawing/2014/main" id="{024CF44E-64F4-584E-5345-1FF0DEB61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2485" name="Line 38">
            <a:extLst>
              <a:ext uri="{FF2B5EF4-FFF2-40B4-BE49-F238E27FC236}">
                <a16:creationId xmlns:a16="http://schemas.microsoft.com/office/drawing/2014/main" id="{3CAD5E25-5318-ED29-3666-2787853225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2486" name="Object 39">
            <a:extLst>
              <a:ext uri="{FF2B5EF4-FFF2-40B4-BE49-F238E27FC236}">
                <a16:creationId xmlns:a16="http://schemas.microsoft.com/office/drawing/2014/main" id="{EAD5835F-2333-C42F-D511-E958DD73EF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1973" imgH="304668" progId="Equation.3">
                  <p:embed/>
                </p:oleObj>
              </mc:Choice>
              <mc:Fallback>
                <p:oleObj name="Equation" r:id="rId9" imgW="291973" imgH="304668" progId="Equation.3">
                  <p:embed/>
                  <p:pic>
                    <p:nvPicPr>
                      <p:cNvPr id="62486" name="Object 39">
                        <a:extLst>
                          <a:ext uri="{FF2B5EF4-FFF2-40B4-BE49-F238E27FC236}">
                            <a16:creationId xmlns:a16="http://schemas.microsoft.com/office/drawing/2014/main" id="{EAD5835F-2333-C42F-D511-E958DD73EF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7" name="Object 40">
            <a:extLst>
              <a:ext uri="{FF2B5EF4-FFF2-40B4-BE49-F238E27FC236}">
                <a16:creationId xmlns:a16="http://schemas.microsoft.com/office/drawing/2014/main" id="{AF7F4FFF-7953-E766-B8D5-864857221E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469" imgH="431425" progId="Equation.3">
                  <p:embed/>
                </p:oleObj>
              </mc:Choice>
              <mc:Fallback>
                <p:oleObj name="Equation" r:id="rId11" imgW="266469" imgH="431425" progId="Equation.3">
                  <p:embed/>
                  <p:pic>
                    <p:nvPicPr>
                      <p:cNvPr id="62487" name="Object 40">
                        <a:extLst>
                          <a:ext uri="{FF2B5EF4-FFF2-40B4-BE49-F238E27FC236}">
                            <a16:creationId xmlns:a16="http://schemas.microsoft.com/office/drawing/2014/main" id="{AF7F4FFF-7953-E766-B8D5-864857221E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8" name="Object 41">
            <a:extLst>
              <a:ext uri="{FF2B5EF4-FFF2-40B4-BE49-F238E27FC236}">
                <a16:creationId xmlns:a16="http://schemas.microsoft.com/office/drawing/2014/main" id="{9DC59539-2428-0CE7-187E-7BF7DA60ED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30200" imgH="419100" progId="Equation.3">
                  <p:embed/>
                </p:oleObj>
              </mc:Choice>
              <mc:Fallback>
                <p:oleObj name="Equation" r:id="rId13" imgW="330200" imgH="419100" progId="Equation.3">
                  <p:embed/>
                  <p:pic>
                    <p:nvPicPr>
                      <p:cNvPr id="62488" name="Object 41">
                        <a:extLst>
                          <a:ext uri="{FF2B5EF4-FFF2-40B4-BE49-F238E27FC236}">
                            <a16:creationId xmlns:a16="http://schemas.microsoft.com/office/drawing/2014/main" id="{9DC59539-2428-0CE7-187E-7BF7DA60ED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9" name="Object 42">
            <a:extLst>
              <a:ext uri="{FF2B5EF4-FFF2-40B4-BE49-F238E27FC236}">
                <a16:creationId xmlns:a16="http://schemas.microsoft.com/office/drawing/2014/main" id="{0AC26717-EFC7-E86F-8738-B37AB6D6BA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30200" imgH="419100" progId="Equation.3">
                  <p:embed/>
                </p:oleObj>
              </mc:Choice>
              <mc:Fallback>
                <p:oleObj name="Equation" r:id="rId15" imgW="330200" imgH="419100" progId="Equation.3">
                  <p:embed/>
                  <p:pic>
                    <p:nvPicPr>
                      <p:cNvPr id="62489" name="Object 42">
                        <a:extLst>
                          <a:ext uri="{FF2B5EF4-FFF2-40B4-BE49-F238E27FC236}">
                            <a16:creationId xmlns:a16="http://schemas.microsoft.com/office/drawing/2014/main" id="{0AC26717-EFC7-E86F-8738-B37AB6D6BA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90" name="Oval 43">
            <a:extLst>
              <a:ext uri="{FF2B5EF4-FFF2-40B4-BE49-F238E27FC236}">
                <a16:creationId xmlns:a16="http://schemas.microsoft.com/office/drawing/2014/main" id="{37C652F2-A11C-F677-4AC8-B12988BD6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2491" name="Freeform 44">
            <a:extLst>
              <a:ext uri="{FF2B5EF4-FFF2-40B4-BE49-F238E27FC236}">
                <a16:creationId xmlns:a16="http://schemas.microsoft.com/office/drawing/2014/main" id="{BC4CACE2-7618-2910-FF2D-CA5B7E78D1D2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2492" name="Object 45">
            <a:extLst>
              <a:ext uri="{FF2B5EF4-FFF2-40B4-BE49-F238E27FC236}">
                <a16:creationId xmlns:a16="http://schemas.microsoft.com/office/drawing/2014/main" id="{4C85D641-B0D1-220E-0F8C-A5EBF4068E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1101" y="4273551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224" imgH="571252" progId="Equation.3">
                  <p:embed/>
                </p:oleObj>
              </mc:Choice>
              <mc:Fallback>
                <p:oleObj name="Equation" r:id="rId16" imgW="406224" imgH="571252" progId="Equation.3">
                  <p:embed/>
                  <p:pic>
                    <p:nvPicPr>
                      <p:cNvPr id="62492" name="Object 45">
                        <a:extLst>
                          <a:ext uri="{FF2B5EF4-FFF2-40B4-BE49-F238E27FC236}">
                            <a16:creationId xmlns:a16="http://schemas.microsoft.com/office/drawing/2014/main" id="{4C85D641-B0D1-220E-0F8C-A5EBF4068E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1" y="4273551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3" name="Object 46">
            <a:extLst>
              <a:ext uri="{FF2B5EF4-FFF2-40B4-BE49-F238E27FC236}">
                <a16:creationId xmlns:a16="http://schemas.microsoft.com/office/drawing/2014/main" id="{0B4E0D4D-B8CE-61AF-5F3C-2E1C735609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1" y="42735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82391" imgH="571252" progId="Equation.3">
                  <p:embed/>
                </p:oleObj>
              </mc:Choice>
              <mc:Fallback>
                <p:oleObj name="Equation" r:id="rId18" imgW="482391" imgH="571252" progId="Equation.3">
                  <p:embed/>
                  <p:pic>
                    <p:nvPicPr>
                      <p:cNvPr id="62493" name="Object 46">
                        <a:extLst>
                          <a:ext uri="{FF2B5EF4-FFF2-40B4-BE49-F238E27FC236}">
                            <a16:creationId xmlns:a16="http://schemas.microsoft.com/office/drawing/2014/main" id="{0B4E0D4D-B8CE-61AF-5F3C-2E1C735609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1" y="42735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4" name="Object 47">
            <a:extLst>
              <a:ext uri="{FF2B5EF4-FFF2-40B4-BE49-F238E27FC236}">
                <a16:creationId xmlns:a16="http://schemas.microsoft.com/office/drawing/2014/main" id="{2C37374D-8C3A-F7AC-B023-F81971D7CB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56701" y="4267201"/>
          <a:ext cx="4556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57002" imgH="583947" progId="Equation.3">
                  <p:embed/>
                </p:oleObj>
              </mc:Choice>
              <mc:Fallback>
                <p:oleObj name="Equation" r:id="rId20" imgW="457002" imgH="583947" progId="Equation.3">
                  <p:embed/>
                  <p:pic>
                    <p:nvPicPr>
                      <p:cNvPr id="62494" name="Object 47">
                        <a:extLst>
                          <a:ext uri="{FF2B5EF4-FFF2-40B4-BE49-F238E27FC236}">
                            <a16:creationId xmlns:a16="http://schemas.microsoft.com/office/drawing/2014/main" id="{2C37374D-8C3A-F7AC-B023-F81971D7CB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701" y="4267201"/>
                        <a:ext cx="4556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95" name="Line 48">
            <a:extLst>
              <a:ext uri="{FF2B5EF4-FFF2-40B4-BE49-F238E27FC236}">
                <a16:creationId xmlns:a16="http://schemas.microsoft.com/office/drawing/2014/main" id="{CBCB2BEF-83BC-5737-5FBC-28414E9B8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96" name="Text Box 49">
            <a:extLst>
              <a:ext uri="{FF2B5EF4-FFF2-40B4-BE49-F238E27FC236}">
                <a16:creationId xmlns:a16="http://schemas.microsoft.com/office/drawing/2014/main" id="{FE270846-CCB0-D36E-0807-A25BDA180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1" y="3429000"/>
            <a:ext cx="17637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“accept”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3">
            <a:extLst>
              <a:ext uri="{FF2B5EF4-FFF2-40B4-BE49-F238E27FC236}">
                <a16:creationId xmlns:a16="http://schemas.microsoft.com/office/drawing/2014/main" id="{22A8868D-7353-E6E2-2582-37883874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E799E7A0-684D-4484-A5BA-0B5F33A3A31B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66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3491" name="Object 19">
            <a:extLst>
              <a:ext uri="{FF2B5EF4-FFF2-40B4-BE49-F238E27FC236}">
                <a16:creationId xmlns:a16="http://schemas.microsoft.com/office/drawing/2014/main" id="{A42730FA-32F2-044F-874E-08D0D76EA6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1400175"/>
          <a:ext cx="5105400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5729" imgH="863225" progId="Equation.3">
                  <p:embed/>
                </p:oleObj>
              </mc:Choice>
              <mc:Fallback>
                <p:oleObj name="Equation" r:id="rId2" imgW="2005729" imgH="863225" progId="Equation.3">
                  <p:embed/>
                  <p:pic>
                    <p:nvPicPr>
                      <p:cNvPr id="63491" name="Object 19">
                        <a:extLst>
                          <a:ext uri="{FF2B5EF4-FFF2-40B4-BE49-F238E27FC236}">
                            <a16:creationId xmlns:a16="http://schemas.microsoft.com/office/drawing/2014/main" id="{A42730FA-32F2-044F-874E-08D0D76EA6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400175"/>
                        <a:ext cx="5105400" cy="219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Text Box 21">
            <a:extLst>
              <a:ext uri="{FF2B5EF4-FFF2-40B4-BE49-F238E27FC236}">
                <a16:creationId xmlns:a16="http://schemas.microsoft.com/office/drawing/2014/main" id="{C15A91B9-7E7D-4B8D-61EB-8E360589B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1" y="457200"/>
            <a:ext cx="3743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Language accepted</a:t>
            </a:r>
          </a:p>
        </p:txBody>
      </p:sp>
      <p:sp>
        <p:nvSpPr>
          <p:cNvPr id="63493" name="Oval 22">
            <a:extLst>
              <a:ext uri="{FF2B5EF4-FFF2-40B4-BE49-F238E27FC236}">
                <a16:creationId xmlns:a16="http://schemas.microsoft.com/office/drawing/2014/main" id="{CFD4F83F-7AD9-7325-452C-5E9AD112C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3494" name="Object 23">
            <a:extLst>
              <a:ext uri="{FF2B5EF4-FFF2-40B4-BE49-F238E27FC236}">
                <a16:creationId xmlns:a16="http://schemas.microsoft.com/office/drawing/2014/main" id="{E28CA762-E699-C082-48E9-86718F8374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1938" y="4270376"/>
          <a:ext cx="4810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63494" name="Object 23">
                        <a:extLst>
                          <a:ext uri="{FF2B5EF4-FFF2-40B4-BE49-F238E27FC236}">
                            <a16:creationId xmlns:a16="http://schemas.microsoft.com/office/drawing/2014/main" id="{E28CA762-E699-C082-48E9-86718F8374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1938" y="4270376"/>
                        <a:ext cx="4810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5" name="Object 24">
            <a:extLst>
              <a:ext uri="{FF2B5EF4-FFF2-40B4-BE49-F238E27FC236}">
                <a16:creationId xmlns:a16="http://schemas.microsoft.com/office/drawing/2014/main" id="{16D4EA08-D57B-FE08-1F12-11AD0B7853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1888" y="4194175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63495" name="Object 24">
                        <a:extLst>
                          <a:ext uri="{FF2B5EF4-FFF2-40B4-BE49-F238E27FC236}">
                            <a16:creationId xmlns:a16="http://schemas.microsoft.com/office/drawing/2014/main" id="{16D4EA08-D57B-FE08-1F12-11AD0B7853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888" y="4194175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Object 25">
            <a:extLst>
              <a:ext uri="{FF2B5EF4-FFF2-40B4-BE49-F238E27FC236}">
                <a16:creationId xmlns:a16="http://schemas.microsoft.com/office/drawing/2014/main" id="{89EF8FA1-D319-C88B-9820-4D71BD8703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5488" y="4194175"/>
          <a:ext cx="4810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63496" name="Object 25">
                        <a:extLst>
                          <a:ext uri="{FF2B5EF4-FFF2-40B4-BE49-F238E27FC236}">
                            <a16:creationId xmlns:a16="http://schemas.microsoft.com/office/drawing/2014/main" id="{89EF8FA1-D319-C88B-9820-4D71BD8703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5488" y="4194175"/>
                        <a:ext cx="4810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7" name="Oval 26">
            <a:extLst>
              <a:ext uri="{FF2B5EF4-FFF2-40B4-BE49-F238E27FC236}">
                <a16:creationId xmlns:a16="http://schemas.microsoft.com/office/drawing/2014/main" id="{92A052CD-36FF-6EBD-C17C-2DD1A1EB6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3498" name="Oval 27">
            <a:extLst>
              <a:ext uri="{FF2B5EF4-FFF2-40B4-BE49-F238E27FC236}">
                <a16:creationId xmlns:a16="http://schemas.microsoft.com/office/drawing/2014/main" id="{824D7E6F-DC07-9973-267B-243C7378B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3499" name="Line 28">
            <a:extLst>
              <a:ext uri="{FF2B5EF4-FFF2-40B4-BE49-F238E27FC236}">
                <a16:creationId xmlns:a16="http://schemas.microsoft.com/office/drawing/2014/main" id="{24745097-D0A8-C1D9-DFE7-8094E1047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0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0" name="Line 29">
            <a:extLst>
              <a:ext uri="{FF2B5EF4-FFF2-40B4-BE49-F238E27FC236}">
                <a16:creationId xmlns:a16="http://schemas.microsoft.com/office/drawing/2014/main" id="{3721033F-2EAD-3288-E3A8-94EC7E65F4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4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1" name="Line 30">
            <a:extLst>
              <a:ext uri="{FF2B5EF4-FFF2-40B4-BE49-F238E27FC236}">
                <a16:creationId xmlns:a16="http://schemas.microsoft.com/office/drawing/2014/main" id="{1EFD39DC-E28B-2418-9513-070790B877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2" name="Oval 31">
            <a:extLst>
              <a:ext uri="{FF2B5EF4-FFF2-40B4-BE49-F238E27FC236}">
                <a16:creationId xmlns:a16="http://schemas.microsoft.com/office/drawing/2014/main" id="{81498629-6EDF-635F-34C3-0A79171B5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5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3503" name="Line 32">
            <a:extLst>
              <a:ext uri="{FF2B5EF4-FFF2-40B4-BE49-F238E27FC236}">
                <a16:creationId xmlns:a16="http://schemas.microsoft.com/office/drawing/2014/main" id="{85A2CB4E-F7B7-A7DE-4BD3-23918A68E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3504" name="Object 33">
            <a:extLst>
              <a:ext uri="{FF2B5EF4-FFF2-40B4-BE49-F238E27FC236}">
                <a16:creationId xmlns:a16="http://schemas.microsoft.com/office/drawing/2014/main" id="{840C6055-3AB4-A5A7-391D-CE4E4256CD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0338" y="4219575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73" imgH="304668" progId="Equation.3">
                  <p:embed/>
                </p:oleObj>
              </mc:Choice>
              <mc:Fallback>
                <p:oleObj name="Equation" r:id="rId10" imgW="291973" imgH="304668" progId="Equation.3">
                  <p:embed/>
                  <p:pic>
                    <p:nvPicPr>
                      <p:cNvPr id="63504" name="Object 33">
                        <a:extLst>
                          <a:ext uri="{FF2B5EF4-FFF2-40B4-BE49-F238E27FC236}">
                            <a16:creationId xmlns:a16="http://schemas.microsoft.com/office/drawing/2014/main" id="{840C6055-3AB4-A5A7-391D-CE4E4256CD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4219575"/>
                        <a:ext cx="2905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5" name="Object 34">
            <a:extLst>
              <a:ext uri="{FF2B5EF4-FFF2-40B4-BE49-F238E27FC236}">
                <a16:creationId xmlns:a16="http://schemas.microsoft.com/office/drawing/2014/main" id="{6D4AEDAA-2958-6C04-C4CD-A6DBA1C77A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7738" y="4143376"/>
          <a:ext cx="2651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69" imgH="431425" progId="Equation.3">
                  <p:embed/>
                </p:oleObj>
              </mc:Choice>
              <mc:Fallback>
                <p:oleObj name="Equation" r:id="rId12" imgW="266469" imgH="431425" progId="Equation.3">
                  <p:embed/>
                  <p:pic>
                    <p:nvPicPr>
                      <p:cNvPr id="63505" name="Object 34">
                        <a:extLst>
                          <a:ext uri="{FF2B5EF4-FFF2-40B4-BE49-F238E27FC236}">
                            <a16:creationId xmlns:a16="http://schemas.microsoft.com/office/drawing/2014/main" id="{6D4AEDAA-2958-6C04-C4CD-A6DBA1C77A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4143376"/>
                        <a:ext cx="2651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6" name="Object 35">
            <a:extLst>
              <a:ext uri="{FF2B5EF4-FFF2-40B4-BE49-F238E27FC236}">
                <a16:creationId xmlns:a16="http://schemas.microsoft.com/office/drawing/2014/main" id="{3665B911-C378-534C-297E-FD5CE8B23F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7538" y="4143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0200" imgH="419100" progId="Equation.3">
                  <p:embed/>
                </p:oleObj>
              </mc:Choice>
              <mc:Fallback>
                <p:oleObj name="Equation" r:id="rId14" imgW="330200" imgH="419100" progId="Equation.3">
                  <p:embed/>
                  <p:pic>
                    <p:nvPicPr>
                      <p:cNvPr id="63506" name="Object 35">
                        <a:extLst>
                          <a:ext uri="{FF2B5EF4-FFF2-40B4-BE49-F238E27FC236}">
                            <a16:creationId xmlns:a16="http://schemas.microsoft.com/office/drawing/2014/main" id="{3665B911-C378-534C-297E-FD5CE8B23F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7538" y="4143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7" name="Object 36">
            <a:extLst>
              <a:ext uri="{FF2B5EF4-FFF2-40B4-BE49-F238E27FC236}">
                <a16:creationId xmlns:a16="http://schemas.microsoft.com/office/drawing/2014/main" id="{A7D55E0F-6383-2AC7-8203-0184422D02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4338" y="5667375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0200" imgH="419100" progId="Equation.3">
                  <p:embed/>
                </p:oleObj>
              </mc:Choice>
              <mc:Fallback>
                <p:oleObj name="Equation" r:id="rId16" imgW="330200" imgH="419100" progId="Equation.3">
                  <p:embed/>
                  <p:pic>
                    <p:nvPicPr>
                      <p:cNvPr id="63507" name="Object 36">
                        <a:extLst>
                          <a:ext uri="{FF2B5EF4-FFF2-40B4-BE49-F238E27FC236}">
                            <a16:creationId xmlns:a16="http://schemas.microsoft.com/office/drawing/2014/main" id="{A7D55E0F-6383-2AC7-8203-0184422D02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667375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8" name="Oval 37">
            <a:extLst>
              <a:ext uri="{FF2B5EF4-FFF2-40B4-BE49-F238E27FC236}">
                <a16:creationId xmlns:a16="http://schemas.microsoft.com/office/drawing/2014/main" id="{B1D454B6-509B-8F4C-4FF7-74F594D7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3509" name="Object 38">
            <a:extLst>
              <a:ext uri="{FF2B5EF4-FFF2-40B4-BE49-F238E27FC236}">
                <a16:creationId xmlns:a16="http://schemas.microsoft.com/office/drawing/2014/main" id="{4F4E88D5-5709-1A65-9136-1D142B3BB3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0" y="4191001"/>
          <a:ext cx="457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57002" imgH="583947" progId="Equation.3">
                  <p:embed/>
                </p:oleObj>
              </mc:Choice>
              <mc:Fallback>
                <p:oleObj name="Equation" r:id="rId17" imgW="457002" imgH="583947" progId="Equation.3">
                  <p:embed/>
                  <p:pic>
                    <p:nvPicPr>
                      <p:cNvPr id="63509" name="Object 38">
                        <a:extLst>
                          <a:ext uri="{FF2B5EF4-FFF2-40B4-BE49-F238E27FC236}">
                            <a16:creationId xmlns:a16="http://schemas.microsoft.com/office/drawing/2014/main" id="{4F4E88D5-5709-1A65-9136-1D142B3BB3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4191001"/>
                        <a:ext cx="457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10" name="Freeform 39">
            <a:extLst>
              <a:ext uri="{FF2B5EF4-FFF2-40B4-BE49-F238E27FC236}">
                <a16:creationId xmlns:a16="http://schemas.microsoft.com/office/drawing/2014/main" id="{0EDD8310-F18A-CC15-8B14-975E1F0A3889}"/>
              </a:ext>
            </a:extLst>
          </p:cNvPr>
          <p:cNvSpPr>
            <a:spLocks/>
          </p:cNvSpPr>
          <p:nvPr/>
        </p:nvSpPr>
        <p:spPr bwMode="auto">
          <a:xfrm>
            <a:off x="2979738" y="4905375"/>
            <a:ext cx="6324600" cy="1231900"/>
          </a:xfrm>
          <a:custGeom>
            <a:avLst/>
            <a:gdLst>
              <a:gd name="T0" fmla="*/ 2147483646 w 3984"/>
              <a:gd name="T1" fmla="*/ 0 h 776"/>
              <a:gd name="T2" fmla="*/ 2147483646 w 3984"/>
              <a:gd name="T3" fmla="*/ 2147483646 h 776"/>
              <a:gd name="T4" fmla="*/ 2147483646 w 3984"/>
              <a:gd name="T5" fmla="*/ 2147483646 h 776"/>
              <a:gd name="T6" fmla="*/ 0 w 3984"/>
              <a:gd name="T7" fmla="*/ 0 h 776"/>
              <a:gd name="T8" fmla="*/ 0 60000 65536"/>
              <a:gd name="T9" fmla="*/ 0 60000 65536"/>
              <a:gd name="T10" fmla="*/ 0 60000 65536"/>
              <a:gd name="T11" fmla="*/ 0 60000 65536"/>
              <a:gd name="T12" fmla="*/ 0 w 3984"/>
              <a:gd name="T13" fmla="*/ 0 h 776"/>
              <a:gd name="T14" fmla="*/ 3984 w 3984"/>
              <a:gd name="T15" fmla="*/ 776 h 7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43C4330-5765-CC96-CBC2-AE00F8E24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ar-SA" b="1" dirty="0">
                <a:solidFill>
                  <a:srgbClr val="0070C0"/>
                </a:solidFill>
              </a:rPr>
              <a:t>Another NFA Example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6B2CC68B-6FE8-2EFA-ACA0-70EA229CAD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ar-SA"/>
          </a:p>
          <a:p>
            <a:pPr eaLnBrk="1" hangingPunct="1">
              <a:buFontTx/>
              <a:buNone/>
            </a:pPr>
            <a:endParaRPr lang="en-US" altLang="ar-SA"/>
          </a:p>
        </p:txBody>
      </p:sp>
      <p:sp>
        <p:nvSpPr>
          <p:cNvPr id="64516" name="Slide Number Placeholder 5">
            <a:extLst>
              <a:ext uri="{FF2B5EF4-FFF2-40B4-BE49-F238E27FC236}">
                <a16:creationId xmlns:a16="http://schemas.microsoft.com/office/drawing/2014/main" id="{2E0FE9F3-6E25-2994-55A4-CCAD5FBD3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D211D819-899D-4BA0-9AB0-BD1CC0226BCE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67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7" name="Oval 5">
            <a:extLst>
              <a:ext uri="{FF2B5EF4-FFF2-40B4-BE49-F238E27FC236}">
                <a16:creationId xmlns:a16="http://schemas.microsoft.com/office/drawing/2014/main" id="{C9EA3B15-DA67-B679-ADDD-ED58C0038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4518" name="Oval 6">
            <a:extLst>
              <a:ext uri="{FF2B5EF4-FFF2-40B4-BE49-F238E27FC236}">
                <a16:creationId xmlns:a16="http://schemas.microsoft.com/office/drawing/2014/main" id="{A4DE79F4-5308-6DF5-7D84-DF16CD1F2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8862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4519" name="Object 9">
            <a:extLst>
              <a:ext uri="{FF2B5EF4-FFF2-40B4-BE49-F238E27FC236}">
                <a16:creationId xmlns:a16="http://schemas.microsoft.com/office/drawing/2014/main" id="{5C30ECA6-1D0B-A69E-0615-C5E6FDDDA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9801" y="4089401"/>
          <a:ext cx="4810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64519" name="Object 9">
                        <a:extLst>
                          <a:ext uri="{FF2B5EF4-FFF2-40B4-BE49-F238E27FC236}">
                            <a16:creationId xmlns:a16="http://schemas.microsoft.com/office/drawing/2014/main" id="{5C30ECA6-1D0B-A69E-0615-C5E6FDDDA1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1" y="4089401"/>
                        <a:ext cx="4810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0" name="Object 10">
            <a:extLst>
              <a:ext uri="{FF2B5EF4-FFF2-40B4-BE49-F238E27FC236}">
                <a16:creationId xmlns:a16="http://schemas.microsoft.com/office/drawing/2014/main" id="{15CFD4BB-891C-D3D1-6A9A-B296FBE316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9750" y="40132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224" imgH="571252" progId="Equation.3">
                  <p:embed/>
                </p:oleObj>
              </mc:Choice>
              <mc:Fallback>
                <p:oleObj name="Equation" r:id="rId4" imgW="406224" imgH="571252" progId="Equation.3">
                  <p:embed/>
                  <p:pic>
                    <p:nvPicPr>
                      <p:cNvPr id="64520" name="Object 10">
                        <a:extLst>
                          <a:ext uri="{FF2B5EF4-FFF2-40B4-BE49-F238E27FC236}">
                            <a16:creationId xmlns:a16="http://schemas.microsoft.com/office/drawing/2014/main" id="{15CFD4BB-891C-D3D1-6A9A-B296FBE316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0" y="40132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1" name="Object 11">
            <a:extLst>
              <a:ext uri="{FF2B5EF4-FFF2-40B4-BE49-F238E27FC236}">
                <a16:creationId xmlns:a16="http://schemas.microsoft.com/office/drawing/2014/main" id="{B366BCFB-7762-0E56-2005-A2A1C6A152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3351" y="4013200"/>
          <a:ext cx="4810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391" imgH="571252" progId="Equation.3">
                  <p:embed/>
                </p:oleObj>
              </mc:Choice>
              <mc:Fallback>
                <p:oleObj name="Equation" r:id="rId6" imgW="482391" imgH="571252" progId="Equation.3">
                  <p:embed/>
                  <p:pic>
                    <p:nvPicPr>
                      <p:cNvPr id="64521" name="Object 11">
                        <a:extLst>
                          <a:ext uri="{FF2B5EF4-FFF2-40B4-BE49-F238E27FC236}">
                            <a16:creationId xmlns:a16="http://schemas.microsoft.com/office/drawing/2014/main" id="{B366BCFB-7762-0E56-2005-A2A1C6A152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3351" y="4013200"/>
                        <a:ext cx="4810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2" name="Oval 12">
            <a:extLst>
              <a:ext uri="{FF2B5EF4-FFF2-40B4-BE49-F238E27FC236}">
                <a16:creationId xmlns:a16="http://schemas.microsoft.com/office/drawing/2014/main" id="{FE47326D-8177-0FE8-FC23-8750F0C62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4523" name="Oval 13">
            <a:extLst>
              <a:ext uri="{FF2B5EF4-FFF2-40B4-BE49-F238E27FC236}">
                <a16:creationId xmlns:a16="http://schemas.microsoft.com/office/drawing/2014/main" id="{7077269E-2CAC-A4E4-5B5B-0D188B663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4524" name="Line 18">
            <a:extLst>
              <a:ext uri="{FF2B5EF4-FFF2-40B4-BE49-F238E27FC236}">
                <a16:creationId xmlns:a16="http://schemas.microsoft.com/office/drawing/2014/main" id="{3C5BE272-348E-A37E-33DD-040D3DB5B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419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5" name="Line 19">
            <a:extLst>
              <a:ext uri="{FF2B5EF4-FFF2-40B4-BE49-F238E27FC236}">
                <a16:creationId xmlns:a16="http://schemas.microsoft.com/office/drawing/2014/main" id="{19F4D688-5E44-8346-BE5F-28669D79BC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4419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6" name="Freeform 20">
            <a:extLst>
              <a:ext uri="{FF2B5EF4-FFF2-40B4-BE49-F238E27FC236}">
                <a16:creationId xmlns:a16="http://schemas.microsoft.com/office/drawing/2014/main" id="{63905760-1694-8B77-3DFF-612CC96AB8CE}"/>
              </a:ext>
            </a:extLst>
          </p:cNvPr>
          <p:cNvSpPr>
            <a:spLocks/>
          </p:cNvSpPr>
          <p:nvPr/>
        </p:nvSpPr>
        <p:spPr bwMode="auto">
          <a:xfrm>
            <a:off x="4114800" y="3886200"/>
            <a:ext cx="1524000" cy="228600"/>
          </a:xfrm>
          <a:custGeom>
            <a:avLst/>
            <a:gdLst>
              <a:gd name="T0" fmla="*/ 2147483646 w 960"/>
              <a:gd name="T1" fmla="*/ 2147483646 h 144"/>
              <a:gd name="T2" fmla="*/ 2147483646 w 960"/>
              <a:gd name="T3" fmla="*/ 0 h 144"/>
              <a:gd name="T4" fmla="*/ 0 w 960"/>
              <a:gd name="T5" fmla="*/ 2147483646 h 144"/>
              <a:gd name="T6" fmla="*/ 0 60000 65536"/>
              <a:gd name="T7" fmla="*/ 0 60000 65536"/>
              <a:gd name="T8" fmla="*/ 0 60000 65536"/>
              <a:gd name="T9" fmla="*/ 0 w 960"/>
              <a:gd name="T10" fmla="*/ 0 h 144"/>
              <a:gd name="T11" fmla="*/ 960 w 96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7" name="Freeform 21">
            <a:extLst>
              <a:ext uri="{FF2B5EF4-FFF2-40B4-BE49-F238E27FC236}">
                <a16:creationId xmlns:a16="http://schemas.microsoft.com/office/drawing/2014/main" id="{4FE277AD-0304-6F52-FBF8-949CC8343D75}"/>
              </a:ext>
            </a:extLst>
          </p:cNvPr>
          <p:cNvSpPr>
            <a:spLocks/>
          </p:cNvSpPr>
          <p:nvPr/>
        </p:nvSpPr>
        <p:spPr bwMode="auto">
          <a:xfrm>
            <a:off x="3886200" y="4724400"/>
            <a:ext cx="3962400" cy="1168400"/>
          </a:xfrm>
          <a:custGeom>
            <a:avLst/>
            <a:gdLst>
              <a:gd name="T0" fmla="*/ 0 w 2496"/>
              <a:gd name="T1" fmla="*/ 2147483646 h 736"/>
              <a:gd name="T2" fmla="*/ 2147483646 w 2496"/>
              <a:gd name="T3" fmla="*/ 2147483646 h 736"/>
              <a:gd name="T4" fmla="*/ 2147483646 w 2496"/>
              <a:gd name="T5" fmla="*/ 0 h 736"/>
              <a:gd name="T6" fmla="*/ 0 60000 65536"/>
              <a:gd name="T7" fmla="*/ 0 60000 65536"/>
              <a:gd name="T8" fmla="*/ 0 60000 65536"/>
              <a:gd name="T9" fmla="*/ 0 w 2496"/>
              <a:gd name="T10" fmla="*/ 0 h 736"/>
              <a:gd name="T11" fmla="*/ 2496 w 249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8" name="Line 22">
            <a:extLst>
              <a:ext uri="{FF2B5EF4-FFF2-40B4-BE49-F238E27FC236}">
                <a16:creationId xmlns:a16="http://schemas.microsoft.com/office/drawing/2014/main" id="{601B859A-0D00-43AD-C0E5-BDB7E4FA12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4529" name="Object 23">
            <a:extLst>
              <a:ext uri="{FF2B5EF4-FFF2-40B4-BE49-F238E27FC236}">
                <a16:creationId xmlns:a16="http://schemas.microsoft.com/office/drawing/2014/main" id="{CF04978E-5018-2F0B-0602-B60342AB9C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4251" y="3409950"/>
          <a:ext cx="26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418918" progId="Equation.3">
                  <p:embed/>
                </p:oleObj>
              </mc:Choice>
              <mc:Fallback>
                <p:oleObj name="Equation" r:id="rId8" imgW="266584" imgH="418918" progId="Equation.3">
                  <p:embed/>
                  <p:pic>
                    <p:nvPicPr>
                      <p:cNvPr id="64529" name="Object 23">
                        <a:extLst>
                          <a:ext uri="{FF2B5EF4-FFF2-40B4-BE49-F238E27FC236}">
                            <a16:creationId xmlns:a16="http://schemas.microsoft.com/office/drawing/2014/main" id="{CF04978E-5018-2F0B-0602-B60342AB9C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1" y="3409950"/>
                        <a:ext cx="265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0" name="Object 24">
            <a:extLst>
              <a:ext uri="{FF2B5EF4-FFF2-40B4-BE49-F238E27FC236}">
                <a16:creationId xmlns:a16="http://schemas.microsoft.com/office/drawing/2014/main" id="{5B315297-BE09-4A6E-B016-AA383F01C8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0451" y="4476750"/>
          <a:ext cx="176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569" imgH="405872" progId="Equation.3">
                  <p:embed/>
                </p:oleObj>
              </mc:Choice>
              <mc:Fallback>
                <p:oleObj name="Equation" r:id="rId10" imgW="177569" imgH="405872" progId="Equation.3">
                  <p:embed/>
                  <p:pic>
                    <p:nvPicPr>
                      <p:cNvPr id="64530" name="Object 24">
                        <a:extLst>
                          <a:ext uri="{FF2B5EF4-FFF2-40B4-BE49-F238E27FC236}">
                            <a16:creationId xmlns:a16="http://schemas.microsoft.com/office/drawing/2014/main" id="{5B315297-BE09-4A6E-B016-AA383F01C8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1" y="4476750"/>
                        <a:ext cx="1762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1" name="Object 25">
            <a:extLst>
              <a:ext uri="{FF2B5EF4-FFF2-40B4-BE49-F238E27FC236}">
                <a16:creationId xmlns:a16="http://schemas.microsoft.com/office/drawing/2014/main" id="{D144B7BD-BCB9-A82B-A136-60D20F0C87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7650" y="3937001"/>
          <a:ext cx="6604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0113" imgH="533169" progId="Equation.3">
                  <p:embed/>
                </p:oleObj>
              </mc:Choice>
              <mc:Fallback>
                <p:oleObj name="Equation" r:id="rId12" imgW="660113" imgH="533169" progId="Equation.3">
                  <p:embed/>
                  <p:pic>
                    <p:nvPicPr>
                      <p:cNvPr id="64531" name="Object 25">
                        <a:extLst>
                          <a:ext uri="{FF2B5EF4-FFF2-40B4-BE49-F238E27FC236}">
                            <a16:creationId xmlns:a16="http://schemas.microsoft.com/office/drawing/2014/main" id="{D144B7BD-BCB9-A82B-A136-60D20F0C87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7650" y="3937001"/>
                        <a:ext cx="6604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2" name="Object 26">
            <a:extLst>
              <a:ext uri="{FF2B5EF4-FFF2-40B4-BE49-F238E27FC236}">
                <a16:creationId xmlns:a16="http://schemas.microsoft.com/office/drawing/2014/main" id="{C6599F68-3180-126F-F1BD-655896C2C1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1" y="541020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0200" imgH="419100" progId="Equation.3">
                  <p:embed/>
                </p:oleObj>
              </mc:Choice>
              <mc:Fallback>
                <p:oleObj name="Equation" r:id="rId14" imgW="330200" imgH="419100" progId="Equation.3">
                  <p:embed/>
                  <p:pic>
                    <p:nvPicPr>
                      <p:cNvPr id="64532" name="Object 26">
                        <a:extLst>
                          <a:ext uri="{FF2B5EF4-FFF2-40B4-BE49-F238E27FC236}">
                            <a16:creationId xmlns:a16="http://schemas.microsoft.com/office/drawing/2014/main" id="{C6599F68-3180-126F-F1BD-655896C2C1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1" y="5410200"/>
                        <a:ext cx="3286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3">
            <a:extLst>
              <a:ext uri="{FF2B5EF4-FFF2-40B4-BE49-F238E27FC236}">
                <a16:creationId xmlns:a16="http://schemas.microsoft.com/office/drawing/2014/main" id="{BA7221B0-C28A-A680-6164-2F4C059D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D4624028-248C-4B3C-AD82-640835FF323E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68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5539" name="Object 1042">
            <a:extLst>
              <a:ext uri="{FF2B5EF4-FFF2-40B4-BE49-F238E27FC236}">
                <a16:creationId xmlns:a16="http://schemas.microsoft.com/office/drawing/2014/main" id="{AA2AE37B-6CBC-A26D-E0C9-AF9AB115C0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1252539"/>
          <a:ext cx="6324600" cy="205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500" imgH="812800" progId="Equation.3">
                  <p:embed/>
                </p:oleObj>
              </mc:Choice>
              <mc:Fallback>
                <p:oleObj name="Equation" r:id="rId2" imgW="2476500" imgH="812800" progId="Equation.3">
                  <p:embed/>
                  <p:pic>
                    <p:nvPicPr>
                      <p:cNvPr id="65539" name="Object 1042">
                        <a:extLst>
                          <a:ext uri="{FF2B5EF4-FFF2-40B4-BE49-F238E27FC236}">
                            <a16:creationId xmlns:a16="http://schemas.microsoft.com/office/drawing/2014/main" id="{AA2AE37B-6CBC-A26D-E0C9-AF9AB115C0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252539"/>
                        <a:ext cx="6324600" cy="205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0" name="Oval 1043">
            <a:extLst>
              <a:ext uri="{FF2B5EF4-FFF2-40B4-BE49-F238E27FC236}">
                <a16:creationId xmlns:a16="http://schemas.microsoft.com/office/drawing/2014/main" id="{8DE240D5-ABD4-4E1F-E798-464B3720A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5541" name="Oval 1044">
            <a:extLst>
              <a:ext uri="{FF2B5EF4-FFF2-40B4-BE49-F238E27FC236}">
                <a16:creationId xmlns:a16="http://schemas.microsoft.com/office/drawing/2014/main" id="{A9D5E6F0-2D7F-3B13-F405-6E3FF3FB7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8862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5542" name="Object 1045">
            <a:extLst>
              <a:ext uri="{FF2B5EF4-FFF2-40B4-BE49-F238E27FC236}">
                <a16:creationId xmlns:a16="http://schemas.microsoft.com/office/drawing/2014/main" id="{D83D2083-094E-FDAC-BA72-AC6E5F796B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9801" y="4089401"/>
          <a:ext cx="4810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583947" progId="Equation.3">
                  <p:embed/>
                </p:oleObj>
              </mc:Choice>
              <mc:Fallback>
                <p:oleObj name="Equation" r:id="rId4" imgW="482391" imgH="583947" progId="Equation.3">
                  <p:embed/>
                  <p:pic>
                    <p:nvPicPr>
                      <p:cNvPr id="65542" name="Object 1045">
                        <a:extLst>
                          <a:ext uri="{FF2B5EF4-FFF2-40B4-BE49-F238E27FC236}">
                            <a16:creationId xmlns:a16="http://schemas.microsoft.com/office/drawing/2014/main" id="{D83D2083-094E-FDAC-BA72-AC6E5F796B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1" y="4089401"/>
                        <a:ext cx="4810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1046">
            <a:extLst>
              <a:ext uri="{FF2B5EF4-FFF2-40B4-BE49-F238E27FC236}">
                <a16:creationId xmlns:a16="http://schemas.microsoft.com/office/drawing/2014/main" id="{18F7F769-439C-790E-0EAD-030C081A2F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9750" y="4013200"/>
          <a:ext cx="40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224" imgH="571252" progId="Equation.3">
                  <p:embed/>
                </p:oleObj>
              </mc:Choice>
              <mc:Fallback>
                <p:oleObj name="Equation" r:id="rId6" imgW="406224" imgH="571252" progId="Equation.3">
                  <p:embed/>
                  <p:pic>
                    <p:nvPicPr>
                      <p:cNvPr id="65543" name="Object 1046">
                        <a:extLst>
                          <a:ext uri="{FF2B5EF4-FFF2-40B4-BE49-F238E27FC236}">
                            <a16:creationId xmlns:a16="http://schemas.microsoft.com/office/drawing/2014/main" id="{18F7F769-439C-790E-0EAD-030C081A2F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0" y="4013200"/>
                        <a:ext cx="406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4" name="Object 1047">
            <a:extLst>
              <a:ext uri="{FF2B5EF4-FFF2-40B4-BE49-F238E27FC236}">
                <a16:creationId xmlns:a16="http://schemas.microsoft.com/office/drawing/2014/main" id="{7977AF69-0FDB-75C6-3873-80F694AF3E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3351" y="4013200"/>
          <a:ext cx="4810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82391" imgH="571252" progId="Equation.3">
                  <p:embed/>
                </p:oleObj>
              </mc:Choice>
              <mc:Fallback>
                <p:oleObj name="Equation" r:id="rId8" imgW="482391" imgH="571252" progId="Equation.3">
                  <p:embed/>
                  <p:pic>
                    <p:nvPicPr>
                      <p:cNvPr id="65544" name="Object 1047">
                        <a:extLst>
                          <a:ext uri="{FF2B5EF4-FFF2-40B4-BE49-F238E27FC236}">
                            <a16:creationId xmlns:a16="http://schemas.microsoft.com/office/drawing/2014/main" id="{7977AF69-0FDB-75C6-3873-80F694AF3E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3351" y="4013200"/>
                        <a:ext cx="4810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5" name="Oval 1048">
            <a:extLst>
              <a:ext uri="{FF2B5EF4-FFF2-40B4-BE49-F238E27FC236}">
                <a16:creationId xmlns:a16="http://schemas.microsoft.com/office/drawing/2014/main" id="{FCC76DEB-281C-2FD6-D6A3-1C4D9A95E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5546" name="Oval 1049">
            <a:extLst>
              <a:ext uri="{FF2B5EF4-FFF2-40B4-BE49-F238E27FC236}">
                <a16:creationId xmlns:a16="http://schemas.microsoft.com/office/drawing/2014/main" id="{45BE7BA6-6FE4-5B7C-27FF-9218568C0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5547" name="Line 1050">
            <a:extLst>
              <a:ext uri="{FF2B5EF4-FFF2-40B4-BE49-F238E27FC236}">
                <a16:creationId xmlns:a16="http://schemas.microsoft.com/office/drawing/2014/main" id="{006731A4-7CCF-FB72-DDB6-43B70E404D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419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8" name="Line 1051">
            <a:extLst>
              <a:ext uri="{FF2B5EF4-FFF2-40B4-BE49-F238E27FC236}">
                <a16:creationId xmlns:a16="http://schemas.microsoft.com/office/drawing/2014/main" id="{8927617D-918F-9594-C0DA-7EEA0D13A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4419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9" name="Freeform 1052">
            <a:extLst>
              <a:ext uri="{FF2B5EF4-FFF2-40B4-BE49-F238E27FC236}">
                <a16:creationId xmlns:a16="http://schemas.microsoft.com/office/drawing/2014/main" id="{7D07C2E7-AE31-926D-88B0-0D38C83E6597}"/>
              </a:ext>
            </a:extLst>
          </p:cNvPr>
          <p:cNvSpPr>
            <a:spLocks/>
          </p:cNvSpPr>
          <p:nvPr/>
        </p:nvSpPr>
        <p:spPr bwMode="auto">
          <a:xfrm>
            <a:off x="4114800" y="3886200"/>
            <a:ext cx="1524000" cy="228600"/>
          </a:xfrm>
          <a:custGeom>
            <a:avLst/>
            <a:gdLst>
              <a:gd name="T0" fmla="*/ 2147483646 w 960"/>
              <a:gd name="T1" fmla="*/ 2147483646 h 144"/>
              <a:gd name="T2" fmla="*/ 2147483646 w 960"/>
              <a:gd name="T3" fmla="*/ 0 h 144"/>
              <a:gd name="T4" fmla="*/ 0 w 960"/>
              <a:gd name="T5" fmla="*/ 2147483646 h 144"/>
              <a:gd name="T6" fmla="*/ 0 60000 65536"/>
              <a:gd name="T7" fmla="*/ 0 60000 65536"/>
              <a:gd name="T8" fmla="*/ 0 60000 65536"/>
              <a:gd name="T9" fmla="*/ 0 w 960"/>
              <a:gd name="T10" fmla="*/ 0 h 144"/>
              <a:gd name="T11" fmla="*/ 960 w 96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50" name="Freeform 1053">
            <a:extLst>
              <a:ext uri="{FF2B5EF4-FFF2-40B4-BE49-F238E27FC236}">
                <a16:creationId xmlns:a16="http://schemas.microsoft.com/office/drawing/2014/main" id="{80A56F15-FB2B-2913-C639-AAC3D53B2D03}"/>
              </a:ext>
            </a:extLst>
          </p:cNvPr>
          <p:cNvSpPr>
            <a:spLocks/>
          </p:cNvSpPr>
          <p:nvPr/>
        </p:nvSpPr>
        <p:spPr bwMode="auto">
          <a:xfrm>
            <a:off x="3886200" y="4724400"/>
            <a:ext cx="3962400" cy="1168400"/>
          </a:xfrm>
          <a:custGeom>
            <a:avLst/>
            <a:gdLst>
              <a:gd name="T0" fmla="*/ 0 w 2496"/>
              <a:gd name="T1" fmla="*/ 2147483646 h 736"/>
              <a:gd name="T2" fmla="*/ 2147483646 w 2496"/>
              <a:gd name="T3" fmla="*/ 2147483646 h 736"/>
              <a:gd name="T4" fmla="*/ 2147483646 w 2496"/>
              <a:gd name="T5" fmla="*/ 0 h 736"/>
              <a:gd name="T6" fmla="*/ 0 60000 65536"/>
              <a:gd name="T7" fmla="*/ 0 60000 65536"/>
              <a:gd name="T8" fmla="*/ 0 60000 65536"/>
              <a:gd name="T9" fmla="*/ 0 w 2496"/>
              <a:gd name="T10" fmla="*/ 0 h 736"/>
              <a:gd name="T11" fmla="*/ 2496 w 249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51" name="Line 1054">
            <a:extLst>
              <a:ext uri="{FF2B5EF4-FFF2-40B4-BE49-F238E27FC236}">
                <a16:creationId xmlns:a16="http://schemas.microsoft.com/office/drawing/2014/main" id="{9158DC39-D70E-4114-ACFA-8EEB1183B5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5552" name="Object 1055">
            <a:extLst>
              <a:ext uri="{FF2B5EF4-FFF2-40B4-BE49-F238E27FC236}">
                <a16:creationId xmlns:a16="http://schemas.microsoft.com/office/drawing/2014/main" id="{6DB5659B-C4F2-AB0F-2F0C-B0058A3F70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4251" y="3409950"/>
          <a:ext cx="26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418918" progId="Equation.3">
                  <p:embed/>
                </p:oleObj>
              </mc:Choice>
              <mc:Fallback>
                <p:oleObj name="Equation" r:id="rId10" imgW="266584" imgH="418918" progId="Equation.3">
                  <p:embed/>
                  <p:pic>
                    <p:nvPicPr>
                      <p:cNvPr id="65552" name="Object 1055">
                        <a:extLst>
                          <a:ext uri="{FF2B5EF4-FFF2-40B4-BE49-F238E27FC236}">
                            <a16:creationId xmlns:a16="http://schemas.microsoft.com/office/drawing/2014/main" id="{6DB5659B-C4F2-AB0F-2F0C-B0058A3F70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1" y="3409950"/>
                        <a:ext cx="265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3" name="Object 1056">
            <a:extLst>
              <a:ext uri="{FF2B5EF4-FFF2-40B4-BE49-F238E27FC236}">
                <a16:creationId xmlns:a16="http://schemas.microsoft.com/office/drawing/2014/main" id="{AE5EFDD4-DAA2-885D-D328-20E91A76CE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0451" y="4476750"/>
          <a:ext cx="176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569" imgH="405872" progId="Equation.3">
                  <p:embed/>
                </p:oleObj>
              </mc:Choice>
              <mc:Fallback>
                <p:oleObj name="Equation" r:id="rId12" imgW="177569" imgH="405872" progId="Equation.3">
                  <p:embed/>
                  <p:pic>
                    <p:nvPicPr>
                      <p:cNvPr id="65553" name="Object 1056">
                        <a:extLst>
                          <a:ext uri="{FF2B5EF4-FFF2-40B4-BE49-F238E27FC236}">
                            <a16:creationId xmlns:a16="http://schemas.microsoft.com/office/drawing/2014/main" id="{AE5EFDD4-DAA2-885D-D328-20E91A76CE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1" y="4476750"/>
                        <a:ext cx="1762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4" name="Object 1057">
            <a:extLst>
              <a:ext uri="{FF2B5EF4-FFF2-40B4-BE49-F238E27FC236}">
                <a16:creationId xmlns:a16="http://schemas.microsoft.com/office/drawing/2014/main" id="{E377976D-C51F-EF92-E29E-FD70A88135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7650" y="3937001"/>
          <a:ext cx="6604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0113" imgH="533169" progId="Equation.3">
                  <p:embed/>
                </p:oleObj>
              </mc:Choice>
              <mc:Fallback>
                <p:oleObj name="Equation" r:id="rId14" imgW="660113" imgH="533169" progId="Equation.3">
                  <p:embed/>
                  <p:pic>
                    <p:nvPicPr>
                      <p:cNvPr id="65554" name="Object 1057">
                        <a:extLst>
                          <a:ext uri="{FF2B5EF4-FFF2-40B4-BE49-F238E27FC236}">
                            <a16:creationId xmlns:a16="http://schemas.microsoft.com/office/drawing/2014/main" id="{E377976D-C51F-EF92-E29E-FD70A88135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7650" y="3937001"/>
                        <a:ext cx="6604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5" name="Object 1058">
            <a:extLst>
              <a:ext uri="{FF2B5EF4-FFF2-40B4-BE49-F238E27FC236}">
                <a16:creationId xmlns:a16="http://schemas.microsoft.com/office/drawing/2014/main" id="{E0C1FFA5-70AD-DEA9-6263-066F56C3DA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1" y="541020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0200" imgH="419100" progId="Equation.3">
                  <p:embed/>
                </p:oleObj>
              </mc:Choice>
              <mc:Fallback>
                <p:oleObj name="Equation" r:id="rId16" imgW="330200" imgH="419100" progId="Equation.3">
                  <p:embed/>
                  <p:pic>
                    <p:nvPicPr>
                      <p:cNvPr id="65555" name="Object 1058">
                        <a:extLst>
                          <a:ext uri="{FF2B5EF4-FFF2-40B4-BE49-F238E27FC236}">
                            <a16:creationId xmlns:a16="http://schemas.microsoft.com/office/drawing/2014/main" id="{E0C1FFA5-70AD-DEA9-6263-066F56C3DA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1" y="5410200"/>
                        <a:ext cx="3286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6" name="Text Box 1059">
            <a:extLst>
              <a:ext uri="{FF2B5EF4-FFF2-40B4-BE49-F238E27FC236}">
                <a16:creationId xmlns:a16="http://schemas.microsoft.com/office/drawing/2014/main" id="{CABBD745-9FE7-9EA7-0F67-A35C8E014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1" y="609600"/>
            <a:ext cx="3743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Language accepted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3">
            <a:extLst>
              <a:ext uri="{FF2B5EF4-FFF2-40B4-BE49-F238E27FC236}">
                <a16:creationId xmlns:a16="http://schemas.microsoft.com/office/drawing/2014/main" id="{773F8986-8626-2E00-39A4-8AAB06DD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2560C832-ED33-4822-8FD0-E971C4AC9CE2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69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3" name="Text Box 2">
            <a:extLst>
              <a:ext uri="{FF2B5EF4-FFF2-40B4-BE49-F238E27FC236}">
                <a16:creationId xmlns:a16="http://schemas.microsoft.com/office/drawing/2014/main" id="{FBF669FB-C0C9-A122-BFA4-0940F6708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58763"/>
            <a:ext cx="8318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r" rtl="1">
              <a:spcBef>
                <a:spcPct val="20000"/>
              </a:spcBef>
            </a:pPr>
            <a:r>
              <a:rPr lang="ar-SA" altLang="ar-SA">
                <a:solidFill>
                  <a:schemeClr val="tx1"/>
                </a:solidFill>
              </a:rPr>
              <a:t>لاحظ أن الرمز     لا يظهر مطلقاً على شريط المدخلات  </a:t>
            </a:r>
            <a:endParaRPr lang="en-US" altLang="ar-SA">
              <a:solidFill>
                <a:schemeClr val="tx1"/>
              </a:solidFill>
            </a:endParaRPr>
          </a:p>
        </p:txBody>
      </p:sp>
      <p:sp>
        <p:nvSpPr>
          <p:cNvPr id="66564" name="Oval 5">
            <a:extLst>
              <a:ext uri="{FF2B5EF4-FFF2-40B4-BE49-F238E27FC236}">
                <a16:creationId xmlns:a16="http://schemas.microsoft.com/office/drawing/2014/main" id="{9E72624E-9F89-C30E-AEE9-9AAA0B024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6565" name="Oval 6">
            <a:extLst>
              <a:ext uri="{FF2B5EF4-FFF2-40B4-BE49-F238E27FC236}">
                <a16:creationId xmlns:a16="http://schemas.microsoft.com/office/drawing/2014/main" id="{7EA35544-BD92-7E9D-0922-5D3033613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6566" name="Object 7">
            <a:extLst>
              <a:ext uri="{FF2B5EF4-FFF2-40B4-BE49-F238E27FC236}">
                <a16:creationId xmlns:a16="http://schemas.microsoft.com/office/drawing/2014/main" id="{3F04D960-207D-AF0B-6EB6-4EEE397BFE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85201" y="4241801"/>
          <a:ext cx="4810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66566" name="Object 7">
                        <a:extLst>
                          <a:ext uri="{FF2B5EF4-FFF2-40B4-BE49-F238E27FC236}">
                            <a16:creationId xmlns:a16="http://schemas.microsoft.com/office/drawing/2014/main" id="{3F04D960-207D-AF0B-6EB6-4EEE397BFE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5201" y="4241801"/>
                        <a:ext cx="4810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7" name="Line 8">
            <a:extLst>
              <a:ext uri="{FF2B5EF4-FFF2-40B4-BE49-F238E27FC236}">
                <a16:creationId xmlns:a16="http://schemas.microsoft.com/office/drawing/2014/main" id="{FFB417CA-327B-0D1F-02C1-57187F144F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6568" name="Object 9">
            <a:extLst>
              <a:ext uri="{FF2B5EF4-FFF2-40B4-BE49-F238E27FC236}">
                <a16:creationId xmlns:a16="http://schemas.microsoft.com/office/drawing/2014/main" id="{5EA31EB2-FEFA-CA3E-07C6-BA8A18A8A6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20100" y="3416300"/>
          <a:ext cx="723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586" imgH="571252" progId="Equation.3">
                  <p:embed/>
                </p:oleObj>
              </mc:Choice>
              <mc:Fallback>
                <p:oleObj name="Equation" r:id="rId4" imgW="723586" imgH="571252" progId="Equation.3">
                  <p:embed/>
                  <p:pic>
                    <p:nvPicPr>
                      <p:cNvPr id="66568" name="Object 9">
                        <a:extLst>
                          <a:ext uri="{FF2B5EF4-FFF2-40B4-BE49-F238E27FC236}">
                            <a16:creationId xmlns:a16="http://schemas.microsoft.com/office/drawing/2014/main" id="{5EA31EB2-FEFA-CA3E-07C6-BA8A18A8A6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0100" y="3416300"/>
                        <a:ext cx="7239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9" name="Oval 10">
            <a:extLst>
              <a:ext uri="{FF2B5EF4-FFF2-40B4-BE49-F238E27FC236}">
                <a16:creationId xmlns:a16="http://schemas.microsoft.com/office/drawing/2014/main" id="{7A8A955D-8F0B-BAD4-29D1-43FC0DB3D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6570" name="Object 12">
            <a:extLst>
              <a:ext uri="{FF2B5EF4-FFF2-40B4-BE49-F238E27FC236}">
                <a16:creationId xmlns:a16="http://schemas.microsoft.com/office/drawing/2014/main" id="{3FF53343-FCFC-F0BC-0492-54E9151836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2201" y="4241801"/>
          <a:ext cx="4810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66570" name="Object 12">
                        <a:extLst>
                          <a:ext uri="{FF2B5EF4-FFF2-40B4-BE49-F238E27FC236}">
                            <a16:creationId xmlns:a16="http://schemas.microsoft.com/office/drawing/2014/main" id="{3FF53343-FCFC-F0BC-0492-54E9151836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1" y="4241801"/>
                        <a:ext cx="4810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1" name="Line 13">
            <a:extLst>
              <a:ext uri="{FF2B5EF4-FFF2-40B4-BE49-F238E27FC236}">
                <a16:creationId xmlns:a16="http://schemas.microsoft.com/office/drawing/2014/main" id="{BF5D32DC-537A-28CE-65E2-5EA73A95AC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495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6572" name="Object 14">
            <a:extLst>
              <a:ext uri="{FF2B5EF4-FFF2-40B4-BE49-F238E27FC236}">
                <a16:creationId xmlns:a16="http://schemas.microsoft.com/office/drawing/2014/main" id="{FDF1988E-E0AF-B5DB-089D-E136301BC1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3505200"/>
          <a:ext cx="647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7700" imgH="571500" progId="Equation.3">
                  <p:embed/>
                </p:oleObj>
              </mc:Choice>
              <mc:Fallback>
                <p:oleObj name="Equation" r:id="rId6" imgW="647700" imgH="571500" progId="Equation.3">
                  <p:embed/>
                  <p:pic>
                    <p:nvPicPr>
                      <p:cNvPr id="66572" name="Object 14">
                        <a:extLst>
                          <a:ext uri="{FF2B5EF4-FFF2-40B4-BE49-F238E27FC236}">
                            <a16:creationId xmlns:a16="http://schemas.microsoft.com/office/drawing/2014/main" id="{FDF1988E-E0AF-B5DB-089D-E136301BC1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505200"/>
                        <a:ext cx="6477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3" name="Object 15">
            <a:extLst>
              <a:ext uri="{FF2B5EF4-FFF2-40B4-BE49-F238E27FC236}">
                <a16:creationId xmlns:a16="http://schemas.microsoft.com/office/drawing/2014/main" id="{24E6AB46-E36D-0F99-F34D-A7818C2EA4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5334000"/>
          <a:ext cx="2298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98700" imgH="571500" progId="Equation.3">
                  <p:embed/>
                </p:oleObj>
              </mc:Choice>
              <mc:Fallback>
                <p:oleObj name="Equation" r:id="rId8" imgW="2298700" imgH="571500" progId="Equation.3">
                  <p:embed/>
                  <p:pic>
                    <p:nvPicPr>
                      <p:cNvPr id="66573" name="Object 15">
                        <a:extLst>
                          <a:ext uri="{FF2B5EF4-FFF2-40B4-BE49-F238E27FC236}">
                            <a16:creationId xmlns:a16="http://schemas.microsoft.com/office/drawing/2014/main" id="{24E6AB46-E36D-0F99-F34D-A7818C2EA4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334000"/>
                        <a:ext cx="22987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4" name="Object 16">
            <a:extLst>
              <a:ext uri="{FF2B5EF4-FFF2-40B4-BE49-F238E27FC236}">
                <a16:creationId xmlns:a16="http://schemas.microsoft.com/office/drawing/2014/main" id="{7684699B-F4B6-552A-EA08-75FFEB48FB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73950" y="5410200"/>
          <a:ext cx="2590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90800" imgH="571500" progId="Equation.3">
                  <p:embed/>
                </p:oleObj>
              </mc:Choice>
              <mc:Fallback>
                <p:oleObj name="Equation" r:id="rId10" imgW="2590800" imgH="571500" progId="Equation.3">
                  <p:embed/>
                  <p:pic>
                    <p:nvPicPr>
                      <p:cNvPr id="66574" name="Object 16">
                        <a:extLst>
                          <a:ext uri="{FF2B5EF4-FFF2-40B4-BE49-F238E27FC236}">
                            <a16:creationId xmlns:a16="http://schemas.microsoft.com/office/drawing/2014/main" id="{7684699B-F4B6-552A-EA08-75FFEB48FB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5410200"/>
                        <a:ext cx="25908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5" name="Text Box 18">
            <a:extLst>
              <a:ext uri="{FF2B5EF4-FFF2-40B4-BE49-F238E27FC236}">
                <a16:creationId xmlns:a16="http://schemas.microsoft.com/office/drawing/2014/main" id="{26958907-F0AD-E909-3B43-70F1B8511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514600"/>
            <a:ext cx="3976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ar-SA"/>
              <a:t>Extreme automata:</a:t>
            </a:r>
          </a:p>
        </p:txBody>
      </p:sp>
      <p:graphicFrame>
        <p:nvGraphicFramePr>
          <p:cNvPr id="66576" name="Object 4">
            <a:extLst>
              <a:ext uri="{FF2B5EF4-FFF2-40B4-BE49-F238E27FC236}">
                <a16:creationId xmlns:a16="http://schemas.microsoft.com/office/drawing/2014/main" id="{F70EF0A0-29D7-51C6-A9DE-06245BED62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77188" y="341313"/>
          <a:ext cx="3286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200" imgH="419100" progId="Equation.3">
                  <p:embed/>
                </p:oleObj>
              </mc:Choice>
              <mc:Fallback>
                <p:oleObj name="Equation" r:id="rId12" imgW="330200" imgH="419100" progId="Equation.3">
                  <p:embed/>
                  <p:pic>
                    <p:nvPicPr>
                      <p:cNvPr id="66576" name="Object 4">
                        <a:extLst>
                          <a:ext uri="{FF2B5EF4-FFF2-40B4-BE49-F238E27FC236}">
                            <a16:creationId xmlns:a16="http://schemas.microsoft.com/office/drawing/2014/main" id="{F70EF0A0-29D7-51C6-A9DE-06245BED62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7188" y="341313"/>
                        <a:ext cx="3286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3">
            <a:extLst>
              <a:ext uri="{FF2B5EF4-FFF2-40B4-BE49-F238E27FC236}">
                <a16:creationId xmlns:a16="http://schemas.microsoft.com/office/drawing/2014/main" id="{43486567-F728-F7A6-2450-B4E4B7828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CBD859B1-494B-4C45-AA31-EE884758E781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70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87" name="Oval 3">
            <a:extLst>
              <a:ext uri="{FF2B5EF4-FFF2-40B4-BE49-F238E27FC236}">
                <a16:creationId xmlns:a16="http://schemas.microsoft.com/office/drawing/2014/main" id="{634337B0-80B5-24AA-48B5-A18226257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876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7588" name="Object 4">
            <a:extLst>
              <a:ext uri="{FF2B5EF4-FFF2-40B4-BE49-F238E27FC236}">
                <a16:creationId xmlns:a16="http://schemas.microsoft.com/office/drawing/2014/main" id="{0F8BDDDD-EDE7-782B-8A48-F40485F0E0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1" y="48768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533169" progId="Equation.3">
                  <p:embed/>
                </p:oleObj>
              </mc:Choice>
              <mc:Fallback>
                <p:oleObj name="Equation" r:id="rId2" imgW="431613" imgH="533169" progId="Equation.3">
                  <p:embed/>
                  <p:pic>
                    <p:nvPicPr>
                      <p:cNvPr id="67588" name="Object 4">
                        <a:extLst>
                          <a:ext uri="{FF2B5EF4-FFF2-40B4-BE49-F238E27FC236}">
                            <a16:creationId xmlns:a16="http://schemas.microsoft.com/office/drawing/2014/main" id="{0F8BDDDD-EDE7-782B-8A48-F40485F0E0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1" y="48768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9" name="Oval 5">
            <a:extLst>
              <a:ext uri="{FF2B5EF4-FFF2-40B4-BE49-F238E27FC236}">
                <a16:creationId xmlns:a16="http://schemas.microsoft.com/office/drawing/2014/main" id="{637C1596-CC99-5372-9D16-2B529D571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4876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7590" name="Oval 7">
            <a:extLst>
              <a:ext uri="{FF2B5EF4-FFF2-40B4-BE49-F238E27FC236}">
                <a16:creationId xmlns:a16="http://schemas.microsoft.com/office/drawing/2014/main" id="{F3911445-4336-499E-D3B7-64BFB029C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3352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7591" name="Line 9">
            <a:extLst>
              <a:ext uri="{FF2B5EF4-FFF2-40B4-BE49-F238E27FC236}">
                <a16:creationId xmlns:a16="http://schemas.microsoft.com/office/drawing/2014/main" id="{7649DDD9-5349-BB8D-C773-8A0F05EC9B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5181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2" name="Line 13">
            <a:extLst>
              <a:ext uri="{FF2B5EF4-FFF2-40B4-BE49-F238E27FC236}">
                <a16:creationId xmlns:a16="http://schemas.microsoft.com/office/drawing/2014/main" id="{A45CC169-9F98-327C-A768-DA8EB7DFA8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25000" y="3962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7593" name="Object 20">
            <a:extLst>
              <a:ext uri="{FF2B5EF4-FFF2-40B4-BE49-F238E27FC236}">
                <a16:creationId xmlns:a16="http://schemas.microsoft.com/office/drawing/2014/main" id="{8F162190-C3CE-D94E-47F6-3F16DEECA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96401" y="33528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307" imgH="520474" progId="Equation.3">
                  <p:embed/>
                </p:oleObj>
              </mc:Choice>
              <mc:Fallback>
                <p:oleObj name="Equation" r:id="rId4" imgW="444307" imgH="520474" progId="Equation.3">
                  <p:embed/>
                  <p:pic>
                    <p:nvPicPr>
                      <p:cNvPr id="67593" name="Object 20">
                        <a:extLst>
                          <a:ext uri="{FF2B5EF4-FFF2-40B4-BE49-F238E27FC236}">
                            <a16:creationId xmlns:a16="http://schemas.microsoft.com/office/drawing/2014/main" id="{8F162190-C3CE-D94E-47F6-3F16DEECAC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1" y="33528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4" name="Object 21">
            <a:extLst>
              <a:ext uri="{FF2B5EF4-FFF2-40B4-BE49-F238E27FC236}">
                <a16:creationId xmlns:a16="http://schemas.microsoft.com/office/drawing/2014/main" id="{8AFC7A08-A593-30BB-7243-B77EAB88A0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26563" y="4881563"/>
          <a:ext cx="36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300" imgH="520700" progId="Equation.3">
                  <p:embed/>
                </p:oleObj>
              </mc:Choice>
              <mc:Fallback>
                <p:oleObj name="Equation" r:id="rId6" imgW="368300" imgH="520700" progId="Equation.3">
                  <p:embed/>
                  <p:pic>
                    <p:nvPicPr>
                      <p:cNvPr id="67594" name="Object 21">
                        <a:extLst>
                          <a:ext uri="{FF2B5EF4-FFF2-40B4-BE49-F238E27FC236}">
                            <a16:creationId xmlns:a16="http://schemas.microsoft.com/office/drawing/2014/main" id="{8AFC7A08-A593-30BB-7243-B77EAB88A0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6563" y="4881563"/>
                        <a:ext cx="368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5" name="Object 22">
            <a:extLst>
              <a:ext uri="{FF2B5EF4-FFF2-40B4-BE49-F238E27FC236}">
                <a16:creationId xmlns:a16="http://schemas.microsoft.com/office/drawing/2014/main" id="{FD5FDB2C-5521-0720-76DB-72280B7912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582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67595" name="Object 22">
                        <a:extLst>
                          <a:ext uri="{FF2B5EF4-FFF2-40B4-BE49-F238E27FC236}">
                            <a16:creationId xmlns:a16="http://schemas.microsoft.com/office/drawing/2014/main" id="{FD5FDB2C-5521-0720-76DB-72280B7912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6" name="Line 28">
            <a:extLst>
              <a:ext uri="{FF2B5EF4-FFF2-40B4-BE49-F238E27FC236}">
                <a16:creationId xmlns:a16="http://schemas.microsoft.com/office/drawing/2014/main" id="{F7C4D63F-7A7A-19B9-5724-DD6F4A3BAC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7" name="Oval 33">
            <a:extLst>
              <a:ext uri="{FF2B5EF4-FFF2-40B4-BE49-F238E27FC236}">
                <a16:creationId xmlns:a16="http://schemas.microsoft.com/office/drawing/2014/main" id="{D678D4AE-F530-BC9F-DDC2-20217DF45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4724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7598" name="Object 34">
            <a:extLst>
              <a:ext uri="{FF2B5EF4-FFF2-40B4-BE49-F238E27FC236}">
                <a16:creationId xmlns:a16="http://schemas.microsoft.com/office/drawing/2014/main" id="{D0187CD2-41F3-2BFA-8D68-246F6E1F50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01201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7598" name="Object 34">
                        <a:extLst>
                          <a:ext uri="{FF2B5EF4-FFF2-40B4-BE49-F238E27FC236}">
                            <a16:creationId xmlns:a16="http://schemas.microsoft.com/office/drawing/2014/main" id="{D0187CD2-41F3-2BFA-8D68-246F6E1F50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1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9" name="Freeform 35">
            <a:extLst>
              <a:ext uri="{FF2B5EF4-FFF2-40B4-BE49-F238E27FC236}">
                <a16:creationId xmlns:a16="http://schemas.microsoft.com/office/drawing/2014/main" id="{AB8F2D81-DE53-C61F-A2D9-08F72078FF31}"/>
              </a:ext>
            </a:extLst>
          </p:cNvPr>
          <p:cNvSpPr>
            <a:spLocks/>
          </p:cNvSpPr>
          <p:nvPr/>
        </p:nvSpPr>
        <p:spPr bwMode="auto">
          <a:xfrm>
            <a:off x="9144000" y="2514600"/>
            <a:ext cx="723900" cy="914400"/>
          </a:xfrm>
          <a:custGeom>
            <a:avLst/>
            <a:gdLst>
              <a:gd name="T0" fmla="*/ 2147483646 w 480"/>
              <a:gd name="T1" fmla="*/ 2147483646 h 400"/>
              <a:gd name="T2" fmla="*/ 2147483646 w 480"/>
              <a:gd name="T3" fmla="*/ 2147483646 h 400"/>
              <a:gd name="T4" fmla="*/ 2147483646 w 480"/>
              <a:gd name="T5" fmla="*/ 2147483646 h 400"/>
              <a:gd name="T6" fmla="*/ 2147483646 w 480"/>
              <a:gd name="T7" fmla="*/ 2147483646 h 400"/>
              <a:gd name="T8" fmla="*/ 2147483646 w 480"/>
              <a:gd name="T9" fmla="*/ 2147483646 h 4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0"/>
              <a:gd name="T16" fmla="*/ 0 h 400"/>
              <a:gd name="T17" fmla="*/ 480 w 480"/>
              <a:gd name="T18" fmla="*/ 400 h 4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0" h="400">
                <a:moveTo>
                  <a:pt x="120" y="400"/>
                </a:moveTo>
                <a:cubicBezTo>
                  <a:pt x="60" y="288"/>
                  <a:pt x="0" y="176"/>
                  <a:pt x="24" y="112"/>
                </a:cubicBezTo>
                <a:cubicBezTo>
                  <a:pt x="48" y="48"/>
                  <a:pt x="192" y="24"/>
                  <a:pt x="264" y="16"/>
                </a:cubicBezTo>
                <a:cubicBezTo>
                  <a:pt x="336" y="8"/>
                  <a:pt x="432" y="0"/>
                  <a:pt x="456" y="64"/>
                </a:cubicBezTo>
                <a:cubicBezTo>
                  <a:pt x="480" y="128"/>
                  <a:pt x="444" y="264"/>
                  <a:pt x="408" y="40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7600" name="Object 36">
            <a:extLst>
              <a:ext uri="{FF2B5EF4-FFF2-40B4-BE49-F238E27FC236}">
                <a16:creationId xmlns:a16="http://schemas.microsoft.com/office/drawing/2014/main" id="{D0C7521C-2E5B-E177-F990-1015E93CCF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1" y="2667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7600" name="Object 36">
                        <a:extLst>
                          <a:ext uri="{FF2B5EF4-FFF2-40B4-BE49-F238E27FC236}">
                            <a16:creationId xmlns:a16="http://schemas.microsoft.com/office/drawing/2014/main" id="{D0C7521C-2E5B-E177-F990-1015E93CCF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1" y="2667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01" name="Oval 37">
            <a:extLst>
              <a:ext uri="{FF2B5EF4-FFF2-40B4-BE49-F238E27FC236}">
                <a16:creationId xmlns:a16="http://schemas.microsoft.com/office/drawing/2014/main" id="{7BE6C52C-BA98-4D0B-6EDB-04DE9BA5F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733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7602" name="Object 38">
            <a:extLst>
              <a:ext uri="{FF2B5EF4-FFF2-40B4-BE49-F238E27FC236}">
                <a16:creationId xmlns:a16="http://schemas.microsoft.com/office/drawing/2014/main" id="{9C94B3ED-8439-78C0-FA88-1C041021E6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1" y="37338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31613" imgH="533169" progId="Equation.3">
                  <p:embed/>
                </p:oleObj>
              </mc:Choice>
              <mc:Fallback>
                <p:oleObj name="Equation" r:id="rId11" imgW="431613" imgH="533169" progId="Equation.3">
                  <p:embed/>
                  <p:pic>
                    <p:nvPicPr>
                      <p:cNvPr id="67602" name="Object 38">
                        <a:extLst>
                          <a:ext uri="{FF2B5EF4-FFF2-40B4-BE49-F238E27FC236}">
                            <a16:creationId xmlns:a16="http://schemas.microsoft.com/office/drawing/2014/main" id="{9C94B3ED-8439-78C0-FA88-1C041021E6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1" y="37338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03" name="Oval 39">
            <a:extLst>
              <a:ext uri="{FF2B5EF4-FFF2-40B4-BE49-F238E27FC236}">
                <a16:creationId xmlns:a16="http://schemas.microsoft.com/office/drawing/2014/main" id="{D2772080-FD51-D744-D265-4251447D8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733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7604" name="Line 40">
            <a:extLst>
              <a:ext uri="{FF2B5EF4-FFF2-40B4-BE49-F238E27FC236}">
                <a16:creationId xmlns:a16="http://schemas.microsoft.com/office/drawing/2014/main" id="{5FE48671-2D46-6EAF-B8C3-0F18BC6DE2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038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7605" name="Object 41">
            <a:extLst>
              <a:ext uri="{FF2B5EF4-FFF2-40B4-BE49-F238E27FC236}">
                <a16:creationId xmlns:a16="http://schemas.microsoft.com/office/drawing/2014/main" id="{5771A529-82A9-057D-CE40-B1B9FA519E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2163" y="3738563"/>
          <a:ext cx="36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8300" imgH="520700" progId="Equation.3">
                  <p:embed/>
                </p:oleObj>
              </mc:Choice>
              <mc:Fallback>
                <p:oleObj name="Equation" r:id="rId12" imgW="368300" imgH="520700" progId="Equation.3">
                  <p:embed/>
                  <p:pic>
                    <p:nvPicPr>
                      <p:cNvPr id="67605" name="Object 41">
                        <a:extLst>
                          <a:ext uri="{FF2B5EF4-FFF2-40B4-BE49-F238E27FC236}">
                            <a16:creationId xmlns:a16="http://schemas.microsoft.com/office/drawing/2014/main" id="{5771A529-82A9-057D-CE40-B1B9FA519E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3738563"/>
                        <a:ext cx="368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6" name="Object 42">
            <a:extLst>
              <a:ext uri="{FF2B5EF4-FFF2-40B4-BE49-F238E27FC236}">
                <a16:creationId xmlns:a16="http://schemas.microsoft.com/office/drawing/2014/main" id="{8E068782-C41D-9398-2C15-FFC9845B47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1" y="373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7606" name="Object 42">
                        <a:extLst>
                          <a:ext uri="{FF2B5EF4-FFF2-40B4-BE49-F238E27FC236}">
                            <a16:creationId xmlns:a16="http://schemas.microsoft.com/office/drawing/2014/main" id="{8E068782-C41D-9398-2C15-FFC9845B47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3733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07" name="Line 43">
            <a:extLst>
              <a:ext uri="{FF2B5EF4-FFF2-40B4-BE49-F238E27FC236}">
                <a16:creationId xmlns:a16="http://schemas.microsoft.com/office/drawing/2014/main" id="{6424C68B-AB31-42BA-1432-173735D2A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038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8" name="Oval 44">
            <a:extLst>
              <a:ext uri="{FF2B5EF4-FFF2-40B4-BE49-F238E27FC236}">
                <a16:creationId xmlns:a16="http://schemas.microsoft.com/office/drawing/2014/main" id="{8C4C0094-D297-5536-B870-2AB310E2F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581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67609" name="Object 45">
            <a:extLst>
              <a:ext uri="{FF2B5EF4-FFF2-40B4-BE49-F238E27FC236}">
                <a16:creationId xmlns:a16="http://schemas.microsoft.com/office/drawing/2014/main" id="{A1D857E6-16E8-DF1E-D679-6686063242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2700" y="5943600"/>
          <a:ext cx="2527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27300" imgH="571500" progId="Equation.3">
                  <p:embed/>
                </p:oleObj>
              </mc:Choice>
              <mc:Fallback>
                <p:oleObj name="Equation" r:id="rId13" imgW="2527300" imgH="571500" progId="Equation.3">
                  <p:embed/>
                  <p:pic>
                    <p:nvPicPr>
                      <p:cNvPr id="67609" name="Object 45">
                        <a:extLst>
                          <a:ext uri="{FF2B5EF4-FFF2-40B4-BE49-F238E27FC236}">
                            <a16:creationId xmlns:a16="http://schemas.microsoft.com/office/drawing/2014/main" id="{A1D857E6-16E8-DF1E-D679-6686063242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5943600"/>
                        <a:ext cx="2527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0" name="Object 46">
            <a:extLst>
              <a:ext uri="{FF2B5EF4-FFF2-40B4-BE49-F238E27FC236}">
                <a16:creationId xmlns:a16="http://schemas.microsoft.com/office/drawing/2014/main" id="{96CF2E4D-1E23-8E52-AD4C-774726CBC8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2590800"/>
          <a:ext cx="723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23586" imgH="571252" progId="Equation.3">
                  <p:embed/>
                </p:oleObj>
              </mc:Choice>
              <mc:Fallback>
                <p:oleObj name="Equation" r:id="rId15" imgW="723586" imgH="571252" progId="Equation.3">
                  <p:embed/>
                  <p:pic>
                    <p:nvPicPr>
                      <p:cNvPr id="67610" name="Object 46">
                        <a:extLst>
                          <a:ext uri="{FF2B5EF4-FFF2-40B4-BE49-F238E27FC236}">
                            <a16:creationId xmlns:a16="http://schemas.microsoft.com/office/drawing/2014/main" id="{96CF2E4D-1E23-8E52-AD4C-774726CBC8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2590800"/>
                        <a:ext cx="7239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1" name="Object 47">
            <a:extLst>
              <a:ext uri="{FF2B5EF4-FFF2-40B4-BE49-F238E27FC236}">
                <a16:creationId xmlns:a16="http://schemas.microsoft.com/office/drawing/2014/main" id="{BA5B8538-BE34-6D66-3965-3186AAB064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2590800"/>
          <a:ext cx="647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47700" imgH="571500" progId="Equation.3">
                  <p:embed/>
                </p:oleObj>
              </mc:Choice>
              <mc:Fallback>
                <p:oleObj name="Equation" r:id="rId17" imgW="647700" imgH="571500" progId="Equation.3">
                  <p:embed/>
                  <p:pic>
                    <p:nvPicPr>
                      <p:cNvPr id="67611" name="Object 47">
                        <a:extLst>
                          <a:ext uri="{FF2B5EF4-FFF2-40B4-BE49-F238E27FC236}">
                            <a16:creationId xmlns:a16="http://schemas.microsoft.com/office/drawing/2014/main" id="{BA5B8538-BE34-6D66-3965-3186AAB064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590800"/>
                        <a:ext cx="6477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12" name="Object 48">
            <a:extLst>
              <a:ext uri="{FF2B5EF4-FFF2-40B4-BE49-F238E27FC236}">
                <a16:creationId xmlns:a16="http://schemas.microsoft.com/office/drawing/2014/main" id="{223577CD-038C-54C3-FDB0-5CF84768E5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5050" y="5943600"/>
          <a:ext cx="2603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03500" imgH="571500" progId="Equation.3">
                  <p:embed/>
                </p:oleObj>
              </mc:Choice>
              <mc:Fallback>
                <p:oleObj name="Equation" r:id="rId19" imgW="2603500" imgH="571500" progId="Equation.3">
                  <p:embed/>
                  <p:pic>
                    <p:nvPicPr>
                      <p:cNvPr id="67612" name="Object 48">
                        <a:extLst>
                          <a:ext uri="{FF2B5EF4-FFF2-40B4-BE49-F238E27FC236}">
                            <a16:creationId xmlns:a16="http://schemas.microsoft.com/office/drawing/2014/main" id="{223577CD-038C-54C3-FDB0-5CF84768E5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5050" y="5943600"/>
                        <a:ext cx="2603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13" name="Text Box 49">
            <a:extLst>
              <a:ext uri="{FF2B5EF4-FFF2-40B4-BE49-F238E27FC236}">
                <a16:creationId xmlns:a16="http://schemas.microsoft.com/office/drawing/2014/main" id="{D0D9FB64-921C-32E1-1BE6-2478D0B6E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1" y="2514600"/>
            <a:ext cx="1050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NFA</a:t>
            </a:r>
          </a:p>
        </p:txBody>
      </p:sp>
      <p:sp>
        <p:nvSpPr>
          <p:cNvPr id="67614" name="Text Box 50">
            <a:extLst>
              <a:ext uri="{FF2B5EF4-FFF2-40B4-BE49-F238E27FC236}">
                <a16:creationId xmlns:a16="http://schemas.microsoft.com/office/drawing/2014/main" id="{6976DF15-16E9-05B7-60DA-D7A0AE0AB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1" y="2590800"/>
            <a:ext cx="10207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DFA</a:t>
            </a:r>
          </a:p>
        </p:txBody>
      </p:sp>
      <p:sp>
        <p:nvSpPr>
          <p:cNvPr id="67615" name="Text Box 51">
            <a:extLst>
              <a:ext uri="{FF2B5EF4-FFF2-40B4-BE49-F238E27FC236}">
                <a16:creationId xmlns:a16="http://schemas.microsoft.com/office/drawing/2014/main" id="{CE4981F2-2692-4045-0AA8-4D21FFEC0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651" y="285750"/>
            <a:ext cx="8164513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r" rtl="1">
              <a:spcBef>
                <a:spcPct val="20000"/>
              </a:spcBef>
            </a:pPr>
            <a:r>
              <a:rPr lang="ar-SA" altLang="ar-SA">
                <a:solidFill>
                  <a:schemeClr val="tx1"/>
                </a:solidFill>
              </a:rPr>
              <a:t>آلة الحالة المنتهية الغير محدودة (</a:t>
            </a:r>
            <a:r>
              <a:rPr lang="en-US" altLang="ar-SA">
                <a:solidFill>
                  <a:schemeClr val="tx1"/>
                </a:solidFill>
              </a:rPr>
              <a:t>NFA</a:t>
            </a:r>
            <a:r>
              <a:rPr lang="ar-SA" altLang="ar-SA">
                <a:solidFill>
                  <a:schemeClr val="tx1"/>
                </a:solidFill>
              </a:rPr>
              <a:t>) يمكن من خلالها التعبير عن اللغات بصورة أسهل من آلة الحالة المنتهية المحدودة (</a:t>
            </a:r>
            <a:r>
              <a:rPr lang="en-US" altLang="ar-SA">
                <a:solidFill>
                  <a:schemeClr val="tx1"/>
                </a:solidFill>
              </a:rPr>
              <a:t>DFA</a:t>
            </a:r>
            <a:r>
              <a:rPr lang="ar-SA" altLang="ar-SA">
                <a:solidFill>
                  <a:schemeClr val="tx1"/>
                </a:solidFill>
              </a:rPr>
              <a:t>) لاحظ الرسم أدناه:</a:t>
            </a:r>
            <a:endParaRPr lang="en-US" altLang="ar-SA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1" name="Rectangle 2">
            <a:extLst>
              <a:ext uri="{FF2B5EF4-FFF2-40B4-BE49-F238E27FC236}">
                <a16:creationId xmlns:a16="http://schemas.microsoft.com/office/drawing/2014/main" id="{23A9896B-D86F-D209-8ABF-53AF6A2D9B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2650" y="185738"/>
            <a:ext cx="7886700" cy="957262"/>
          </a:xfrm>
        </p:spPr>
        <p:txBody>
          <a:bodyPr rtlCol="1">
            <a:normAutofit fontScale="90000"/>
          </a:bodyPr>
          <a:lstStyle/>
          <a:p>
            <a:pPr>
              <a:defRPr/>
            </a:pPr>
            <a:r>
              <a:rPr lang="ar-SA" altLang="ar-SA" dirty="0">
                <a:cs typeface="+mj-cs"/>
              </a:rPr>
              <a:t>التعريف الشكلي (الرياضي) لآلة الحالة المنتهية الغير محدودة (</a:t>
            </a:r>
            <a:r>
              <a:rPr lang="en-US" altLang="ar-SA" dirty="0">
                <a:cs typeface="+mj-cs"/>
              </a:rPr>
              <a:t>NFA</a:t>
            </a:r>
            <a:r>
              <a:rPr lang="ar-SA" altLang="ar-SA" dirty="0">
                <a:cs typeface="+mj-cs"/>
              </a:rPr>
              <a:t>)</a:t>
            </a:r>
            <a:endParaRPr lang="en-US" altLang="ar-SA" dirty="0">
              <a:cs typeface="+mj-cs"/>
            </a:endParaRP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E11C222B-BAF6-2344-1A96-55BD4EC41A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ar-SA"/>
              <a:t> </a:t>
            </a:r>
          </a:p>
        </p:txBody>
      </p:sp>
      <p:sp>
        <p:nvSpPr>
          <p:cNvPr id="68612" name="Slide Number Placeholder 5">
            <a:extLst>
              <a:ext uri="{FF2B5EF4-FFF2-40B4-BE49-F238E27FC236}">
                <a16:creationId xmlns:a16="http://schemas.microsoft.com/office/drawing/2014/main" id="{9F5C5B0E-4C12-1915-18C9-20F838436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2CBC09F4-C2B2-4396-B6A3-1B574F5D7C7B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71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8613" name="Object 4">
            <a:extLst>
              <a:ext uri="{FF2B5EF4-FFF2-40B4-BE49-F238E27FC236}">
                <a16:creationId xmlns:a16="http://schemas.microsoft.com/office/drawing/2014/main" id="{34C1A657-6FA8-1068-128A-981BA1BEB8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6638" y="1323976"/>
          <a:ext cx="46736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73600" imgH="584200" progId="Equation.3">
                  <p:embed/>
                </p:oleObj>
              </mc:Choice>
              <mc:Fallback>
                <p:oleObj name="Equation" r:id="rId2" imgW="4673600" imgH="584200" progId="Equation.3">
                  <p:embed/>
                  <p:pic>
                    <p:nvPicPr>
                      <p:cNvPr id="68613" name="Object 4">
                        <a:extLst>
                          <a:ext uri="{FF2B5EF4-FFF2-40B4-BE49-F238E27FC236}">
                            <a16:creationId xmlns:a16="http://schemas.microsoft.com/office/drawing/2014/main" id="{34C1A657-6FA8-1068-128A-981BA1BEB8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6638" y="1323976"/>
                        <a:ext cx="46736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5">
            <a:extLst>
              <a:ext uri="{FF2B5EF4-FFF2-40B4-BE49-F238E27FC236}">
                <a16:creationId xmlns:a16="http://schemas.microsoft.com/office/drawing/2014/main" id="{596671FE-6035-82BF-8DBF-DF7CAFC77A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9200" y="2260600"/>
          <a:ext cx="571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252" imgH="520474" progId="Equation.3">
                  <p:embed/>
                </p:oleObj>
              </mc:Choice>
              <mc:Fallback>
                <p:oleObj name="Equation" r:id="rId4" imgW="571252" imgH="520474" progId="Equation.3">
                  <p:embed/>
                  <p:pic>
                    <p:nvPicPr>
                      <p:cNvPr id="68614" name="Object 5">
                        <a:extLst>
                          <a:ext uri="{FF2B5EF4-FFF2-40B4-BE49-F238E27FC236}">
                            <a16:creationId xmlns:a16="http://schemas.microsoft.com/office/drawing/2014/main" id="{596671FE-6035-82BF-8DBF-DF7CAFC77A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2260600"/>
                        <a:ext cx="571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5" name="Object 7">
            <a:extLst>
              <a:ext uri="{FF2B5EF4-FFF2-40B4-BE49-F238E27FC236}">
                <a16:creationId xmlns:a16="http://schemas.microsoft.com/office/drawing/2014/main" id="{CBB73DE8-5C24-CA0A-183C-A6B923942B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8314" y="3927476"/>
          <a:ext cx="338772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معادلة" r:id="rId6" imgW="1016000" imgH="203200" progId="Equation.3">
                  <p:embed/>
                </p:oleObj>
              </mc:Choice>
              <mc:Fallback>
                <p:oleObj name="معادلة" r:id="rId6" imgW="1016000" imgH="203200" progId="Equation.3">
                  <p:embed/>
                  <p:pic>
                    <p:nvPicPr>
                      <p:cNvPr id="68615" name="Object 7">
                        <a:extLst>
                          <a:ext uri="{FF2B5EF4-FFF2-40B4-BE49-F238E27FC236}">
                            <a16:creationId xmlns:a16="http://schemas.microsoft.com/office/drawing/2014/main" id="{CBB73DE8-5C24-CA0A-183C-A6B923942B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314" y="3927476"/>
                        <a:ext cx="3387725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6" name="Object 8">
            <a:extLst>
              <a:ext uri="{FF2B5EF4-FFF2-40B4-BE49-F238E27FC236}">
                <a16:creationId xmlns:a16="http://schemas.microsoft.com/office/drawing/2014/main" id="{34381913-67A3-8915-396A-077CA6A0E6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3163" y="4795838"/>
          <a:ext cx="69691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98197" imgH="583947" progId="Equation.3">
                  <p:embed/>
                </p:oleObj>
              </mc:Choice>
              <mc:Fallback>
                <p:oleObj name="Equation" r:id="rId8" imgW="698197" imgH="583947" progId="Equation.3">
                  <p:embed/>
                  <p:pic>
                    <p:nvPicPr>
                      <p:cNvPr id="68616" name="Object 8">
                        <a:extLst>
                          <a:ext uri="{FF2B5EF4-FFF2-40B4-BE49-F238E27FC236}">
                            <a16:creationId xmlns:a16="http://schemas.microsoft.com/office/drawing/2014/main" id="{34381913-67A3-8915-396A-077CA6A0E6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163" y="4795838"/>
                        <a:ext cx="696912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7" name="Object 9">
            <a:extLst>
              <a:ext uri="{FF2B5EF4-FFF2-40B4-BE49-F238E27FC236}">
                <a16:creationId xmlns:a16="http://schemas.microsoft.com/office/drawing/2014/main" id="{0C5A1D61-5E10-2846-0621-A9A62A1DFC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0313" y="5873750"/>
          <a:ext cx="5826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83947" imgH="406224" progId="Equation.3">
                  <p:embed/>
                </p:oleObj>
              </mc:Choice>
              <mc:Fallback>
                <p:oleObj name="Equation" r:id="rId10" imgW="583947" imgH="406224" progId="Equation.3">
                  <p:embed/>
                  <p:pic>
                    <p:nvPicPr>
                      <p:cNvPr id="68617" name="Object 9">
                        <a:extLst>
                          <a:ext uri="{FF2B5EF4-FFF2-40B4-BE49-F238E27FC236}">
                            <a16:creationId xmlns:a16="http://schemas.microsoft.com/office/drawing/2014/main" id="{0C5A1D61-5E10-2846-0621-A9A62A1DFC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5873750"/>
                        <a:ext cx="5826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8" name="Text Box 10">
            <a:extLst>
              <a:ext uri="{FF2B5EF4-FFF2-40B4-BE49-F238E27FC236}">
                <a16:creationId xmlns:a16="http://schemas.microsoft.com/office/drawing/2014/main" id="{B0C89D91-42C9-FBAA-716C-788625164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6" y="2235200"/>
            <a:ext cx="36544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Set of states,  i.e.</a:t>
            </a:r>
          </a:p>
        </p:txBody>
      </p:sp>
      <p:graphicFrame>
        <p:nvGraphicFramePr>
          <p:cNvPr id="68619" name="Object 11">
            <a:extLst>
              <a:ext uri="{FF2B5EF4-FFF2-40B4-BE49-F238E27FC236}">
                <a16:creationId xmlns:a16="http://schemas.microsoft.com/office/drawing/2014/main" id="{13D4CE56-5939-70B8-FB5E-4800EE3924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0" y="2209801"/>
          <a:ext cx="22479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47900" imgH="584200" progId="Equation.3">
                  <p:embed/>
                </p:oleObj>
              </mc:Choice>
              <mc:Fallback>
                <p:oleObj name="Equation" r:id="rId12" imgW="2247900" imgH="584200" progId="Equation.3">
                  <p:embed/>
                  <p:pic>
                    <p:nvPicPr>
                      <p:cNvPr id="68619" name="Object 11">
                        <a:extLst>
                          <a:ext uri="{FF2B5EF4-FFF2-40B4-BE49-F238E27FC236}">
                            <a16:creationId xmlns:a16="http://schemas.microsoft.com/office/drawing/2014/main" id="{13D4CE56-5939-70B8-FB5E-4800EE3924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209801"/>
                        <a:ext cx="22479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0" name="Object 6">
            <a:extLst>
              <a:ext uri="{FF2B5EF4-FFF2-40B4-BE49-F238E27FC236}">
                <a16:creationId xmlns:a16="http://schemas.microsoft.com/office/drawing/2014/main" id="{13D036B7-92BE-D459-743D-10CF5715E3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9200" y="3232150"/>
          <a:ext cx="508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07780" imgH="406224" progId="Equation.3">
                  <p:embed/>
                </p:oleObj>
              </mc:Choice>
              <mc:Fallback>
                <p:oleObj name="Equation" r:id="rId14" imgW="507780" imgH="406224" progId="Equation.3">
                  <p:embed/>
                  <p:pic>
                    <p:nvPicPr>
                      <p:cNvPr id="68620" name="Object 6">
                        <a:extLst>
                          <a:ext uri="{FF2B5EF4-FFF2-40B4-BE49-F238E27FC236}">
                            <a16:creationId xmlns:a16="http://schemas.microsoft.com/office/drawing/2014/main" id="{13D036B7-92BE-D459-743D-10CF5715E3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3232150"/>
                        <a:ext cx="508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1" name="Text Box 12">
            <a:extLst>
              <a:ext uri="{FF2B5EF4-FFF2-40B4-BE49-F238E27FC236}">
                <a16:creationId xmlns:a16="http://schemas.microsoft.com/office/drawing/2014/main" id="{592074F8-D09A-B6EC-1BDC-5F2FA0091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1050" y="3124200"/>
            <a:ext cx="3771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Input aplhabet, i.e.</a:t>
            </a:r>
          </a:p>
        </p:txBody>
      </p:sp>
      <p:graphicFrame>
        <p:nvGraphicFramePr>
          <p:cNvPr id="68622" name="Object 13">
            <a:extLst>
              <a:ext uri="{FF2B5EF4-FFF2-40B4-BE49-F238E27FC236}">
                <a16:creationId xmlns:a16="http://schemas.microsoft.com/office/drawing/2014/main" id="{99ABCF25-0F60-28BB-C723-056FEAB414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1" y="3124200"/>
          <a:ext cx="11033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04900" imgH="571500" progId="Equation.3">
                  <p:embed/>
                </p:oleObj>
              </mc:Choice>
              <mc:Fallback>
                <p:oleObj name="Equation" r:id="rId16" imgW="1104900" imgH="571500" progId="Equation.3">
                  <p:embed/>
                  <p:pic>
                    <p:nvPicPr>
                      <p:cNvPr id="68622" name="Object 13">
                        <a:extLst>
                          <a:ext uri="{FF2B5EF4-FFF2-40B4-BE49-F238E27FC236}">
                            <a16:creationId xmlns:a16="http://schemas.microsoft.com/office/drawing/2014/main" id="{99ABCF25-0F60-28BB-C723-056FEAB414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1" y="3124200"/>
                        <a:ext cx="11033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3" name="Text Box 14">
            <a:extLst>
              <a:ext uri="{FF2B5EF4-FFF2-40B4-BE49-F238E27FC236}">
                <a16:creationId xmlns:a16="http://schemas.microsoft.com/office/drawing/2014/main" id="{2A00F706-68CE-2E9C-91AF-17E751EC7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995739"/>
            <a:ext cx="38179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Transition function</a:t>
            </a:r>
          </a:p>
        </p:txBody>
      </p:sp>
      <p:sp>
        <p:nvSpPr>
          <p:cNvPr id="68624" name="Text Box 16">
            <a:extLst>
              <a:ext uri="{FF2B5EF4-FFF2-40B4-BE49-F238E27FC236}">
                <a16:creationId xmlns:a16="http://schemas.microsoft.com/office/drawing/2014/main" id="{6B6A8123-ECE9-D672-379F-FE5BA9253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1" y="4876800"/>
            <a:ext cx="24939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Initial state</a:t>
            </a:r>
          </a:p>
        </p:txBody>
      </p:sp>
      <p:sp>
        <p:nvSpPr>
          <p:cNvPr id="68625" name="Text Box 17">
            <a:extLst>
              <a:ext uri="{FF2B5EF4-FFF2-40B4-BE49-F238E27FC236}">
                <a16:creationId xmlns:a16="http://schemas.microsoft.com/office/drawing/2014/main" id="{FDB83F27-F273-0B17-CC24-A2231AE39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1" y="5791200"/>
            <a:ext cx="2555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Final states </a:t>
            </a:r>
            <a:endParaRPr lang="en-US" altLang="ar-SA" baseline="300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3">
            <a:extLst>
              <a:ext uri="{FF2B5EF4-FFF2-40B4-BE49-F238E27FC236}">
                <a16:creationId xmlns:a16="http://schemas.microsoft.com/office/drawing/2014/main" id="{C99C1A06-30A1-B763-65D3-DE4B41F92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0A8BC532-48C0-475E-B40D-C662B8C6E270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72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9635" name="Object 3">
            <a:extLst>
              <a:ext uri="{FF2B5EF4-FFF2-40B4-BE49-F238E27FC236}">
                <a16:creationId xmlns:a16="http://schemas.microsoft.com/office/drawing/2014/main" id="{39229F84-FC8D-9715-4B6C-2C7F0E8F96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1752600"/>
          <a:ext cx="2806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700" imgH="584200" progId="Equation.3">
                  <p:embed/>
                </p:oleObj>
              </mc:Choice>
              <mc:Fallback>
                <p:oleObj name="Equation" r:id="rId2" imgW="2806700" imgH="584200" progId="Equation.3">
                  <p:embed/>
                  <p:pic>
                    <p:nvPicPr>
                      <p:cNvPr id="69635" name="Object 3">
                        <a:extLst>
                          <a:ext uri="{FF2B5EF4-FFF2-40B4-BE49-F238E27FC236}">
                            <a16:creationId xmlns:a16="http://schemas.microsoft.com/office/drawing/2014/main" id="{39229F84-FC8D-9715-4B6C-2C7F0E8F96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752600"/>
                        <a:ext cx="28067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6" name="Oval 5">
            <a:extLst>
              <a:ext uri="{FF2B5EF4-FFF2-40B4-BE49-F238E27FC236}">
                <a16:creationId xmlns:a16="http://schemas.microsoft.com/office/drawing/2014/main" id="{3B211137-93AD-ED07-A01E-BE9C306C0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4216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9637" name="Oval 6">
            <a:extLst>
              <a:ext uri="{FF2B5EF4-FFF2-40B4-BE49-F238E27FC236}">
                <a16:creationId xmlns:a16="http://schemas.microsoft.com/office/drawing/2014/main" id="{4768F182-5721-994F-9DED-3ABCEACB0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150" y="4064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9638" name="Oval 10">
            <a:extLst>
              <a:ext uri="{FF2B5EF4-FFF2-40B4-BE49-F238E27FC236}">
                <a16:creationId xmlns:a16="http://schemas.microsoft.com/office/drawing/2014/main" id="{3E495582-8B13-375E-A12D-3A3BAC669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0" y="421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9639" name="Oval 11">
            <a:extLst>
              <a:ext uri="{FF2B5EF4-FFF2-40B4-BE49-F238E27FC236}">
                <a16:creationId xmlns:a16="http://schemas.microsoft.com/office/drawing/2014/main" id="{C8A31793-6C04-1F1C-1525-99036B8C0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2672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69640" name="Line 12">
            <a:extLst>
              <a:ext uri="{FF2B5EF4-FFF2-40B4-BE49-F238E27FC236}">
                <a16:creationId xmlns:a16="http://schemas.microsoft.com/office/drawing/2014/main" id="{259F2E8C-020C-47B6-0311-2299F4F2F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0" y="4597400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1" name="Line 13">
            <a:extLst>
              <a:ext uri="{FF2B5EF4-FFF2-40B4-BE49-F238E27FC236}">
                <a16:creationId xmlns:a16="http://schemas.microsoft.com/office/drawing/2014/main" id="{39282122-6168-EE33-00B6-A7DCEC71FB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4950" y="4597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2" name="Freeform 14">
            <a:extLst>
              <a:ext uri="{FF2B5EF4-FFF2-40B4-BE49-F238E27FC236}">
                <a16:creationId xmlns:a16="http://schemas.microsoft.com/office/drawing/2014/main" id="{4CD53EFF-238B-2F66-D264-C3FD3A357BBF}"/>
              </a:ext>
            </a:extLst>
          </p:cNvPr>
          <p:cNvSpPr>
            <a:spLocks/>
          </p:cNvSpPr>
          <p:nvPr/>
        </p:nvSpPr>
        <p:spPr bwMode="auto">
          <a:xfrm>
            <a:off x="4527550" y="4064000"/>
            <a:ext cx="1524000" cy="228600"/>
          </a:xfrm>
          <a:custGeom>
            <a:avLst/>
            <a:gdLst>
              <a:gd name="T0" fmla="*/ 2147483646 w 960"/>
              <a:gd name="T1" fmla="*/ 2147483646 h 144"/>
              <a:gd name="T2" fmla="*/ 2147483646 w 960"/>
              <a:gd name="T3" fmla="*/ 0 h 144"/>
              <a:gd name="T4" fmla="*/ 0 w 960"/>
              <a:gd name="T5" fmla="*/ 2147483646 h 144"/>
              <a:gd name="T6" fmla="*/ 0 60000 65536"/>
              <a:gd name="T7" fmla="*/ 0 60000 65536"/>
              <a:gd name="T8" fmla="*/ 0 60000 65536"/>
              <a:gd name="T9" fmla="*/ 0 w 960"/>
              <a:gd name="T10" fmla="*/ 0 h 144"/>
              <a:gd name="T11" fmla="*/ 960 w 96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3" name="Freeform 15">
            <a:extLst>
              <a:ext uri="{FF2B5EF4-FFF2-40B4-BE49-F238E27FC236}">
                <a16:creationId xmlns:a16="http://schemas.microsoft.com/office/drawing/2014/main" id="{AFC63E5F-DCF1-00E8-839E-FE55891471EC}"/>
              </a:ext>
            </a:extLst>
          </p:cNvPr>
          <p:cNvSpPr>
            <a:spLocks/>
          </p:cNvSpPr>
          <p:nvPr/>
        </p:nvSpPr>
        <p:spPr bwMode="auto">
          <a:xfrm>
            <a:off x="4298950" y="4902200"/>
            <a:ext cx="3962400" cy="1168400"/>
          </a:xfrm>
          <a:custGeom>
            <a:avLst/>
            <a:gdLst>
              <a:gd name="T0" fmla="*/ 0 w 2496"/>
              <a:gd name="T1" fmla="*/ 2147483646 h 736"/>
              <a:gd name="T2" fmla="*/ 2147483646 w 2496"/>
              <a:gd name="T3" fmla="*/ 2147483646 h 736"/>
              <a:gd name="T4" fmla="*/ 2147483646 w 2496"/>
              <a:gd name="T5" fmla="*/ 0 h 736"/>
              <a:gd name="T6" fmla="*/ 0 60000 65536"/>
              <a:gd name="T7" fmla="*/ 0 60000 65536"/>
              <a:gd name="T8" fmla="*/ 0 60000 65536"/>
              <a:gd name="T9" fmla="*/ 0 w 2496"/>
              <a:gd name="T10" fmla="*/ 0 h 736"/>
              <a:gd name="T11" fmla="*/ 2496 w 249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4" name="Line 16">
            <a:extLst>
              <a:ext uri="{FF2B5EF4-FFF2-40B4-BE49-F238E27FC236}">
                <a16:creationId xmlns:a16="http://schemas.microsoft.com/office/drawing/2014/main" id="{0CF374ED-C582-F625-70CE-F269B4B1A2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459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9645" name="Object 17">
            <a:extLst>
              <a:ext uri="{FF2B5EF4-FFF2-40B4-BE49-F238E27FC236}">
                <a16:creationId xmlns:a16="http://schemas.microsoft.com/office/drawing/2014/main" id="{C0B4DEBF-4CCE-A3C1-356A-D8EA48598F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7001" y="3587750"/>
          <a:ext cx="26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418918" progId="Equation.3">
                  <p:embed/>
                </p:oleObj>
              </mc:Choice>
              <mc:Fallback>
                <p:oleObj name="Equation" r:id="rId4" imgW="266584" imgH="418918" progId="Equation.3">
                  <p:embed/>
                  <p:pic>
                    <p:nvPicPr>
                      <p:cNvPr id="69645" name="Object 17">
                        <a:extLst>
                          <a:ext uri="{FF2B5EF4-FFF2-40B4-BE49-F238E27FC236}">
                            <a16:creationId xmlns:a16="http://schemas.microsoft.com/office/drawing/2014/main" id="{C0B4DEBF-4CCE-A3C1-356A-D8EA48598F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1" y="3587750"/>
                        <a:ext cx="265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6" name="Object 18">
            <a:extLst>
              <a:ext uri="{FF2B5EF4-FFF2-40B4-BE49-F238E27FC236}">
                <a16:creationId xmlns:a16="http://schemas.microsoft.com/office/drawing/2014/main" id="{769B7A38-8268-CFB6-9E95-087709D633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3201" y="4654550"/>
          <a:ext cx="176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569" imgH="405872" progId="Equation.3">
                  <p:embed/>
                </p:oleObj>
              </mc:Choice>
              <mc:Fallback>
                <p:oleObj name="Equation" r:id="rId6" imgW="177569" imgH="405872" progId="Equation.3">
                  <p:embed/>
                  <p:pic>
                    <p:nvPicPr>
                      <p:cNvPr id="69646" name="Object 18">
                        <a:extLst>
                          <a:ext uri="{FF2B5EF4-FFF2-40B4-BE49-F238E27FC236}">
                            <a16:creationId xmlns:a16="http://schemas.microsoft.com/office/drawing/2014/main" id="{769B7A38-8268-CFB6-9E95-087709D633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1" y="4654550"/>
                        <a:ext cx="1762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7" name="Object 19">
            <a:extLst>
              <a:ext uri="{FF2B5EF4-FFF2-40B4-BE49-F238E27FC236}">
                <a16:creationId xmlns:a16="http://schemas.microsoft.com/office/drawing/2014/main" id="{B5EE5C52-0FFB-4BFA-E541-482826D4B8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4114801"/>
          <a:ext cx="6604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113" imgH="533169" progId="Equation.3">
                  <p:embed/>
                </p:oleObj>
              </mc:Choice>
              <mc:Fallback>
                <p:oleObj name="Equation" r:id="rId8" imgW="660113" imgH="533169" progId="Equation.3">
                  <p:embed/>
                  <p:pic>
                    <p:nvPicPr>
                      <p:cNvPr id="69647" name="Object 19">
                        <a:extLst>
                          <a:ext uri="{FF2B5EF4-FFF2-40B4-BE49-F238E27FC236}">
                            <a16:creationId xmlns:a16="http://schemas.microsoft.com/office/drawing/2014/main" id="{B5EE5C52-0FFB-4BFA-E541-482826D4B8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114801"/>
                        <a:ext cx="6604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8" name="Object 20">
            <a:extLst>
              <a:ext uri="{FF2B5EF4-FFF2-40B4-BE49-F238E27FC236}">
                <a16:creationId xmlns:a16="http://schemas.microsoft.com/office/drawing/2014/main" id="{D424EC11-8681-B4FF-D7C5-BACEA1715D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9151" y="558800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69648" name="Object 20">
                        <a:extLst>
                          <a:ext uri="{FF2B5EF4-FFF2-40B4-BE49-F238E27FC236}">
                            <a16:creationId xmlns:a16="http://schemas.microsoft.com/office/drawing/2014/main" id="{D424EC11-8681-B4FF-D7C5-BACEA1715D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151" y="5588000"/>
                        <a:ext cx="3286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9" name="Rectangle 21">
            <a:extLst>
              <a:ext uri="{FF2B5EF4-FFF2-40B4-BE49-F238E27FC236}">
                <a16:creationId xmlns:a16="http://schemas.microsoft.com/office/drawing/2014/main" id="{7E6DA6A2-C2E8-22BC-F236-DE082E895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52400"/>
            <a:ext cx="8839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/>
            <a:r>
              <a:rPr lang="en-US" altLang="ar-SA" sz="3600">
                <a:solidFill>
                  <a:schemeClr val="tx2"/>
                </a:solidFill>
              </a:rPr>
              <a:t>Transition Function </a:t>
            </a:r>
          </a:p>
        </p:txBody>
      </p:sp>
      <p:graphicFrame>
        <p:nvGraphicFramePr>
          <p:cNvPr id="69650" name="Object 22">
            <a:extLst>
              <a:ext uri="{FF2B5EF4-FFF2-40B4-BE49-F238E27FC236}">
                <a16:creationId xmlns:a16="http://schemas.microsoft.com/office/drawing/2014/main" id="{AE233E71-BFDA-55C1-F751-67229E2572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1" y="4267201"/>
          <a:ext cx="4810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82391" imgH="583947" progId="Equation.3">
                  <p:embed/>
                </p:oleObj>
              </mc:Choice>
              <mc:Fallback>
                <p:oleObj name="Equation" r:id="rId12" imgW="482391" imgH="583947" progId="Equation.3">
                  <p:embed/>
                  <p:pic>
                    <p:nvPicPr>
                      <p:cNvPr id="69650" name="Object 22">
                        <a:extLst>
                          <a:ext uri="{FF2B5EF4-FFF2-40B4-BE49-F238E27FC236}">
                            <a16:creationId xmlns:a16="http://schemas.microsoft.com/office/drawing/2014/main" id="{AE233E71-BFDA-55C1-F751-67229E2572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4267201"/>
                        <a:ext cx="4810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1" name="Object 23">
            <a:extLst>
              <a:ext uri="{FF2B5EF4-FFF2-40B4-BE49-F238E27FC236}">
                <a16:creationId xmlns:a16="http://schemas.microsoft.com/office/drawing/2014/main" id="{5097578A-65BB-1DFB-6103-1C511144B7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7901" y="4273551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6224" imgH="571252" progId="Equation.3">
                  <p:embed/>
                </p:oleObj>
              </mc:Choice>
              <mc:Fallback>
                <p:oleObj name="Equation" r:id="rId14" imgW="406224" imgH="571252" progId="Equation.3">
                  <p:embed/>
                  <p:pic>
                    <p:nvPicPr>
                      <p:cNvPr id="69651" name="Object 23">
                        <a:extLst>
                          <a:ext uri="{FF2B5EF4-FFF2-40B4-BE49-F238E27FC236}">
                            <a16:creationId xmlns:a16="http://schemas.microsoft.com/office/drawing/2014/main" id="{5097578A-65BB-1DFB-6103-1C511144B7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1" y="4273551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2" name="Object 24">
            <a:extLst>
              <a:ext uri="{FF2B5EF4-FFF2-40B4-BE49-F238E27FC236}">
                <a16:creationId xmlns:a16="http://schemas.microsoft.com/office/drawing/2014/main" id="{CF5AA65E-4BC1-B6F6-CA81-AEBA12299E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1" y="42735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82391" imgH="571252" progId="Equation.3">
                  <p:embed/>
                </p:oleObj>
              </mc:Choice>
              <mc:Fallback>
                <p:oleObj name="Equation" r:id="rId16" imgW="482391" imgH="571252" progId="Equation.3">
                  <p:embed/>
                  <p:pic>
                    <p:nvPicPr>
                      <p:cNvPr id="69652" name="Object 24">
                        <a:extLst>
                          <a:ext uri="{FF2B5EF4-FFF2-40B4-BE49-F238E27FC236}">
                            <a16:creationId xmlns:a16="http://schemas.microsoft.com/office/drawing/2014/main" id="{CF5AA65E-4BC1-B6F6-CA81-AEBA12299E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1" y="42735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3" name="Object 25">
            <a:extLst>
              <a:ext uri="{FF2B5EF4-FFF2-40B4-BE49-F238E27FC236}">
                <a16:creationId xmlns:a16="http://schemas.microsoft.com/office/drawing/2014/main" id="{399A3E56-B3AF-2391-675E-AB675516AD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9301" y="20955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0200" imgH="419100" progId="Equation.3">
                  <p:embed/>
                </p:oleObj>
              </mc:Choice>
              <mc:Fallback>
                <p:oleObj name="Equation" r:id="rId18" imgW="330200" imgH="419100" progId="Equation.3">
                  <p:embed/>
                  <p:pic>
                    <p:nvPicPr>
                      <p:cNvPr id="69653" name="Object 25">
                        <a:extLst>
                          <a:ext uri="{FF2B5EF4-FFF2-40B4-BE49-F238E27FC236}">
                            <a16:creationId xmlns:a16="http://schemas.microsoft.com/office/drawing/2014/main" id="{399A3E56-B3AF-2391-675E-AB675516AD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9301" y="209550"/>
                        <a:ext cx="3286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3">
            <a:extLst>
              <a:ext uri="{FF2B5EF4-FFF2-40B4-BE49-F238E27FC236}">
                <a16:creationId xmlns:a16="http://schemas.microsoft.com/office/drawing/2014/main" id="{4734EF37-86D4-ABCB-7E5E-0B102AAD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C5BB0A18-A662-4095-A5DF-2F4AB953B11A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73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9" name="Oval 2">
            <a:extLst>
              <a:ext uri="{FF2B5EF4-FFF2-40B4-BE49-F238E27FC236}">
                <a16:creationId xmlns:a16="http://schemas.microsoft.com/office/drawing/2014/main" id="{F08C83C2-65B5-435C-64E3-DFD7BB324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4216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0660" name="Oval 3">
            <a:extLst>
              <a:ext uri="{FF2B5EF4-FFF2-40B4-BE49-F238E27FC236}">
                <a16:creationId xmlns:a16="http://schemas.microsoft.com/office/drawing/2014/main" id="{54B250F8-56CF-825B-7F65-C10F4EFF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150" y="4064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70661" name="Object 4">
            <a:extLst>
              <a:ext uri="{FF2B5EF4-FFF2-40B4-BE49-F238E27FC236}">
                <a16:creationId xmlns:a16="http://schemas.microsoft.com/office/drawing/2014/main" id="{3ABD24F1-178C-BBD7-77C9-629503C822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2551" y="4267201"/>
          <a:ext cx="4810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70661" name="Object 4">
                        <a:extLst>
                          <a:ext uri="{FF2B5EF4-FFF2-40B4-BE49-F238E27FC236}">
                            <a16:creationId xmlns:a16="http://schemas.microsoft.com/office/drawing/2014/main" id="{3ABD24F1-178C-BBD7-77C9-629503C822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2551" y="4267201"/>
                        <a:ext cx="4810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2" name="Oval 7">
            <a:extLst>
              <a:ext uri="{FF2B5EF4-FFF2-40B4-BE49-F238E27FC236}">
                <a16:creationId xmlns:a16="http://schemas.microsoft.com/office/drawing/2014/main" id="{DC466BCC-9DF1-31B7-C48A-214ADA202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42672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0663" name="Oval 8">
            <a:extLst>
              <a:ext uri="{FF2B5EF4-FFF2-40B4-BE49-F238E27FC236}">
                <a16:creationId xmlns:a16="http://schemas.microsoft.com/office/drawing/2014/main" id="{A2204B62-93BE-CABA-3132-132B2D866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2672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0664" name="Line 9">
            <a:extLst>
              <a:ext uri="{FF2B5EF4-FFF2-40B4-BE49-F238E27FC236}">
                <a16:creationId xmlns:a16="http://schemas.microsoft.com/office/drawing/2014/main" id="{274B8C58-6AF4-8087-6DE0-3A6862CBF8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0" y="4597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5" name="Line 10">
            <a:extLst>
              <a:ext uri="{FF2B5EF4-FFF2-40B4-BE49-F238E27FC236}">
                <a16:creationId xmlns:a16="http://schemas.microsoft.com/office/drawing/2014/main" id="{DC33DE54-4489-5499-BF65-725297C1E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4950" y="4597400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6" name="Freeform 11">
            <a:extLst>
              <a:ext uri="{FF2B5EF4-FFF2-40B4-BE49-F238E27FC236}">
                <a16:creationId xmlns:a16="http://schemas.microsoft.com/office/drawing/2014/main" id="{8688145D-1A7F-DAE9-367E-E3256AA906B6}"/>
              </a:ext>
            </a:extLst>
          </p:cNvPr>
          <p:cNvSpPr>
            <a:spLocks/>
          </p:cNvSpPr>
          <p:nvPr/>
        </p:nvSpPr>
        <p:spPr bwMode="auto">
          <a:xfrm>
            <a:off x="4527550" y="4064000"/>
            <a:ext cx="1524000" cy="228600"/>
          </a:xfrm>
          <a:custGeom>
            <a:avLst/>
            <a:gdLst>
              <a:gd name="T0" fmla="*/ 2147483646 w 960"/>
              <a:gd name="T1" fmla="*/ 2147483646 h 144"/>
              <a:gd name="T2" fmla="*/ 2147483646 w 960"/>
              <a:gd name="T3" fmla="*/ 0 h 144"/>
              <a:gd name="T4" fmla="*/ 0 w 960"/>
              <a:gd name="T5" fmla="*/ 2147483646 h 144"/>
              <a:gd name="T6" fmla="*/ 0 60000 65536"/>
              <a:gd name="T7" fmla="*/ 0 60000 65536"/>
              <a:gd name="T8" fmla="*/ 0 60000 65536"/>
              <a:gd name="T9" fmla="*/ 0 w 960"/>
              <a:gd name="T10" fmla="*/ 0 h 144"/>
              <a:gd name="T11" fmla="*/ 960 w 96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7" name="Freeform 12">
            <a:extLst>
              <a:ext uri="{FF2B5EF4-FFF2-40B4-BE49-F238E27FC236}">
                <a16:creationId xmlns:a16="http://schemas.microsoft.com/office/drawing/2014/main" id="{0C3DF5DC-5E54-9B33-7B9F-46B81F62E881}"/>
              </a:ext>
            </a:extLst>
          </p:cNvPr>
          <p:cNvSpPr>
            <a:spLocks/>
          </p:cNvSpPr>
          <p:nvPr/>
        </p:nvSpPr>
        <p:spPr bwMode="auto">
          <a:xfrm>
            <a:off x="4298950" y="4902200"/>
            <a:ext cx="3962400" cy="1168400"/>
          </a:xfrm>
          <a:custGeom>
            <a:avLst/>
            <a:gdLst>
              <a:gd name="T0" fmla="*/ 0 w 2496"/>
              <a:gd name="T1" fmla="*/ 2147483646 h 736"/>
              <a:gd name="T2" fmla="*/ 2147483646 w 2496"/>
              <a:gd name="T3" fmla="*/ 2147483646 h 736"/>
              <a:gd name="T4" fmla="*/ 2147483646 w 2496"/>
              <a:gd name="T5" fmla="*/ 0 h 736"/>
              <a:gd name="T6" fmla="*/ 0 60000 65536"/>
              <a:gd name="T7" fmla="*/ 0 60000 65536"/>
              <a:gd name="T8" fmla="*/ 0 60000 65536"/>
              <a:gd name="T9" fmla="*/ 0 w 2496"/>
              <a:gd name="T10" fmla="*/ 0 h 736"/>
              <a:gd name="T11" fmla="*/ 2496 w 249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8" name="Line 13">
            <a:extLst>
              <a:ext uri="{FF2B5EF4-FFF2-40B4-BE49-F238E27FC236}">
                <a16:creationId xmlns:a16="http://schemas.microsoft.com/office/drawing/2014/main" id="{E5D7C599-96B1-3196-A754-96DBBA19F7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459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0669" name="Object 14">
            <a:extLst>
              <a:ext uri="{FF2B5EF4-FFF2-40B4-BE49-F238E27FC236}">
                <a16:creationId xmlns:a16="http://schemas.microsoft.com/office/drawing/2014/main" id="{B0A08085-6ABE-8071-ADC6-AC99F218D0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7001" y="3587750"/>
          <a:ext cx="26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418918" progId="Equation.3">
                  <p:embed/>
                </p:oleObj>
              </mc:Choice>
              <mc:Fallback>
                <p:oleObj name="Equation" r:id="rId4" imgW="266584" imgH="418918" progId="Equation.3">
                  <p:embed/>
                  <p:pic>
                    <p:nvPicPr>
                      <p:cNvPr id="70669" name="Object 14">
                        <a:extLst>
                          <a:ext uri="{FF2B5EF4-FFF2-40B4-BE49-F238E27FC236}">
                            <a16:creationId xmlns:a16="http://schemas.microsoft.com/office/drawing/2014/main" id="{B0A08085-6ABE-8071-ADC6-AC99F218D0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1" y="3587750"/>
                        <a:ext cx="265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0" name="Object 15">
            <a:extLst>
              <a:ext uri="{FF2B5EF4-FFF2-40B4-BE49-F238E27FC236}">
                <a16:creationId xmlns:a16="http://schemas.microsoft.com/office/drawing/2014/main" id="{EC76ED1D-CAD7-5976-19A0-EABB1B6E30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3201" y="4654550"/>
          <a:ext cx="176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569" imgH="405872" progId="Equation.3">
                  <p:embed/>
                </p:oleObj>
              </mc:Choice>
              <mc:Fallback>
                <p:oleObj name="Equation" r:id="rId6" imgW="177569" imgH="405872" progId="Equation.3">
                  <p:embed/>
                  <p:pic>
                    <p:nvPicPr>
                      <p:cNvPr id="70670" name="Object 15">
                        <a:extLst>
                          <a:ext uri="{FF2B5EF4-FFF2-40B4-BE49-F238E27FC236}">
                            <a16:creationId xmlns:a16="http://schemas.microsoft.com/office/drawing/2014/main" id="{EC76ED1D-CAD7-5976-19A0-EABB1B6E30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1" y="4654550"/>
                        <a:ext cx="1762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1" name="Object 16">
            <a:extLst>
              <a:ext uri="{FF2B5EF4-FFF2-40B4-BE49-F238E27FC236}">
                <a16:creationId xmlns:a16="http://schemas.microsoft.com/office/drawing/2014/main" id="{11C17902-304E-DC49-60E2-C26E05B7B5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4114801"/>
          <a:ext cx="6604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113" imgH="533169" progId="Equation.3">
                  <p:embed/>
                </p:oleObj>
              </mc:Choice>
              <mc:Fallback>
                <p:oleObj name="Equation" r:id="rId8" imgW="660113" imgH="533169" progId="Equation.3">
                  <p:embed/>
                  <p:pic>
                    <p:nvPicPr>
                      <p:cNvPr id="70671" name="Object 16">
                        <a:extLst>
                          <a:ext uri="{FF2B5EF4-FFF2-40B4-BE49-F238E27FC236}">
                            <a16:creationId xmlns:a16="http://schemas.microsoft.com/office/drawing/2014/main" id="{11C17902-304E-DC49-60E2-C26E05B7B5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114801"/>
                        <a:ext cx="6604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2" name="Object 17">
            <a:extLst>
              <a:ext uri="{FF2B5EF4-FFF2-40B4-BE49-F238E27FC236}">
                <a16:creationId xmlns:a16="http://schemas.microsoft.com/office/drawing/2014/main" id="{F6889C62-EA98-2026-9A77-94541EDFF4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9151" y="558800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70672" name="Object 17">
                        <a:extLst>
                          <a:ext uri="{FF2B5EF4-FFF2-40B4-BE49-F238E27FC236}">
                            <a16:creationId xmlns:a16="http://schemas.microsoft.com/office/drawing/2014/main" id="{F6889C62-EA98-2026-9A77-94541EDFF4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151" y="5588000"/>
                        <a:ext cx="3286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3" name="Object 19">
            <a:extLst>
              <a:ext uri="{FF2B5EF4-FFF2-40B4-BE49-F238E27FC236}">
                <a16:creationId xmlns:a16="http://schemas.microsoft.com/office/drawing/2014/main" id="{76B0F401-E5AA-8F99-0DD3-7C299284D7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1828800"/>
          <a:ext cx="3530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30600" imgH="584200" progId="Equation.3">
                  <p:embed/>
                </p:oleObj>
              </mc:Choice>
              <mc:Fallback>
                <p:oleObj name="Equation" r:id="rId12" imgW="3530600" imgH="584200" progId="Equation.3">
                  <p:embed/>
                  <p:pic>
                    <p:nvPicPr>
                      <p:cNvPr id="70673" name="Object 19">
                        <a:extLst>
                          <a:ext uri="{FF2B5EF4-FFF2-40B4-BE49-F238E27FC236}">
                            <a16:creationId xmlns:a16="http://schemas.microsoft.com/office/drawing/2014/main" id="{76B0F401-E5AA-8F99-0DD3-7C299284D7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828800"/>
                        <a:ext cx="3530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4" name="Object 20">
            <a:extLst>
              <a:ext uri="{FF2B5EF4-FFF2-40B4-BE49-F238E27FC236}">
                <a16:creationId xmlns:a16="http://schemas.microsoft.com/office/drawing/2014/main" id="{01915A68-73B5-CF03-1BDB-86363566A1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7901" y="4273551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6224" imgH="571252" progId="Equation.3">
                  <p:embed/>
                </p:oleObj>
              </mc:Choice>
              <mc:Fallback>
                <p:oleObj name="Equation" r:id="rId14" imgW="406224" imgH="571252" progId="Equation.3">
                  <p:embed/>
                  <p:pic>
                    <p:nvPicPr>
                      <p:cNvPr id="70674" name="Object 20">
                        <a:extLst>
                          <a:ext uri="{FF2B5EF4-FFF2-40B4-BE49-F238E27FC236}">
                            <a16:creationId xmlns:a16="http://schemas.microsoft.com/office/drawing/2014/main" id="{01915A68-73B5-CF03-1BDB-86363566A1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1" y="4273551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5" name="Object 21">
            <a:extLst>
              <a:ext uri="{FF2B5EF4-FFF2-40B4-BE49-F238E27FC236}">
                <a16:creationId xmlns:a16="http://schemas.microsoft.com/office/drawing/2014/main" id="{2965E730-F642-7156-75EC-0190E4A866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1" y="42735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82391" imgH="571252" progId="Equation.3">
                  <p:embed/>
                </p:oleObj>
              </mc:Choice>
              <mc:Fallback>
                <p:oleObj name="Equation" r:id="rId16" imgW="482391" imgH="571252" progId="Equation.3">
                  <p:embed/>
                  <p:pic>
                    <p:nvPicPr>
                      <p:cNvPr id="70675" name="Object 21">
                        <a:extLst>
                          <a:ext uri="{FF2B5EF4-FFF2-40B4-BE49-F238E27FC236}">
                            <a16:creationId xmlns:a16="http://schemas.microsoft.com/office/drawing/2014/main" id="{2965E730-F642-7156-75EC-0190E4A866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1" y="42735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3">
            <a:extLst>
              <a:ext uri="{FF2B5EF4-FFF2-40B4-BE49-F238E27FC236}">
                <a16:creationId xmlns:a16="http://schemas.microsoft.com/office/drawing/2014/main" id="{CC4038B2-BC5A-931A-7B94-7A58DABD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66090894-6974-4E72-8A33-C320AFE6D73F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74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3" name="Oval 4">
            <a:extLst>
              <a:ext uri="{FF2B5EF4-FFF2-40B4-BE49-F238E27FC236}">
                <a16:creationId xmlns:a16="http://schemas.microsoft.com/office/drawing/2014/main" id="{A1FB1957-664C-832F-0391-1227AF879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4216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1684" name="Oval 5">
            <a:extLst>
              <a:ext uri="{FF2B5EF4-FFF2-40B4-BE49-F238E27FC236}">
                <a16:creationId xmlns:a16="http://schemas.microsoft.com/office/drawing/2014/main" id="{652D0092-A63A-ADBC-DBD6-FBAAC50E1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150" y="4064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71685" name="Object 6">
            <a:extLst>
              <a:ext uri="{FF2B5EF4-FFF2-40B4-BE49-F238E27FC236}">
                <a16:creationId xmlns:a16="http://schemas.microsoft.com/office/drawing/2014/main" id="{6BB51D86-B17A-C012-6896-B8170CDA16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2551" y="4267201"/>
          <a:ext cx="4810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71685" name="Object 6">
                        <a:extLst>
                          <a:ext uri="{FF2B5EF4-FFF2-40B4-BE49-F238E27FC236}">
                            <a16:creationId xmlns:a16="http://schemas.microsoft.com/office/drawing/2014/main" id="{6BB51D86-B17A-C012-6896-B8170CDA16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2551" y="4267201"/>
                        <a:ext cx="4810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Oval 7">
            <a:extLst>
              <a:ext uri="{FF2B5EF4-FFF2-40B4-BE49-F238E27FC236}">
                <a16:creationId xmlns:a16="http://schemas.microsoft.com/office/drawing/2014/main" id="{74FD3E22-F187-77B0-178B-0B81662D7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0" y="4216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1687" name="Oval 8">
            <a:extLst>
              <a:ext uri="{FF2B5EF4-FFF2-40B4-BE49-F238E27FC236}">
                <a16:creationId xmlns:a16="http://schemas.microsoft.com/office/drawing/2014/main" id="{14E6BB49-13C8-0F66-F507-A2F8F297F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150" y="421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1688" name="Line 9">
            <a:extLst>
              <a:ext uri="{FF2B5EF4-FFF2-40B4-BE49-F238E27FC236}">
                <a16:creationId xmlns:a16="http://schemas.microsoft.com/office/drawing/2014/main" id="{F4271748-68CF-0620-A5F1-E26CCAA56E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0" y="4597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9" name="Line 10">
            <a:extLst>
              <a:ext uri="{FF2B5EF4-FFF2-40B4-BE49-F238E27FC236}">
                <a16:creationId xmlns:a16="http://schemas.microsoft.com/office/drawing/2014/main" id="{A8C899A0-A343-2F46-4326-EBC971576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4950" y="4597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0" name="Freeform 11">
            <a:extLst>
              <a:ext uri="{FF2B5EF4-FFF2-40B4-BE49-F238E27FC236}">
                <a16:creationId xmlns:a16="http://schemas.microsoft.com/office/drawing/2014/main" id="{D55E4246-2E2E-864C-F7C0-4EB38658E792}"/>
              </a:ext>
            </a:extLst>
          </p:cNvPr>
          <p:cNvSpPr>
            <a:spLocks/>
          </p:cNvSpPr>
          <p:nvPr/>
        </p:nvSpPr>
        <p:spPr bwMode="auto">
          <a:xfrm>
            <a:off x="4527550" y="4064000"/>
            <a:ext cx="1524000" cy="228600"/>
          </a:xfrm>
          <a:custGeom>
            <a:avLst/>
            <a:gdLst>
              <a:gd name="T0" fmla="*/ 2147483646 w 960"/>
              <a:gd name="T1" fmla="*/ 2147483646 h 144"/>
              <a:gd name="T2" fmla="*/ 2147483646 w 960"/>
              <a:gd name="T3" fmla="*/ 0 h 144"/>
              <a:gd name="T4" fmla="*/ 0 w 960"/>
              <a:gd name="T5" fmla="*/ 2147483646 h 144"/>
              <a:gd name="T6" fmla="*/ 0 60000 65536"/>
              <a:gd name="T7" fmla="*/ 0 60000 65536"/>
              <a:gd name="T8" fmla="*/ 0 60000 65536"/>
              <a:gd name="T9" fmla="*/ 0 w 960"/>
              <a:gd name="T10" fmla="*/ 0 h 144"/>
              <a:gd name="T11" fmla="*/ 960 w 96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1" name="Freeform 12">
            <a:extLst>
              <a:ext uri="{FF2B5EF4-FFF2-40B4-BE49-F238E27FC236}">
                <a16:creationId xmlns:a16="http://schemas.microsoft.com/office/drawing/2014/main" id="{D3B19EB9-650C-3F0F-A8BD-CC639AC716C1}"/>
              </a:ext>
            </a:extLst>
          </p:cNvPr>
          <p:cNvSpPr>
            <a:spLocks/>
          </p:cNvSpPr>
          <p:nvPr/>
        </p:nvSpPr>
        <p:spPr bwMode="auto">
          <a:xfrm>
            <a:off x="4298950" y="4902200"/>
            <a:ext cx="3962400" cy="1168400"/>
          </a:xfrm>
          <a:custGeom>
            <a:avLst/>
            <a:gdLst>
              <a:gd name="T0" fmla="*/ 0 w 2496"/>
              <a:gd name="T1" fmla="*/ 2147483646 h 736"/>
              <a:gd name="T2" fmla="*/ 2147483646 w 2496"/>
              <a:gd name="T3" fmla="*/ 2147483646 h 736"/>
              <a:gd name="T4" fmla="*/ 2147483646 w 2496"/>
              <a:gd name="T5" fmla="*/ 0 h 736"/>
              <a:gd name="T6" fmla="*/ 0 60000 65536"/>
              <a:gd name="T7" fmla="*/ 0 60000 65536"/>
              <a:gd name="T8" fmla="*/ 0 60000 65536"/>
              <a:gd name="T9" fmla="*/ 0 w 2496"/>
              <a:gd name="T10" fmla="*/ 0 h 736"/>
              <a:gd name="T11" fmla="*/ 2496 w 249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2" name="Line 13">
            <a:extLst>
              <a:ext uri="{FF2B5EF4-FFF2-40B4-BE49-F238E27FC236}">
                <a16:creationId xmlns:a16="http://schemas.microsoft.com/office/drawing/2014/main" id="{90D11980-FB26-0AF5-282A-8BC97E9F2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459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693" name="Object 14">
            <a:extLst>
              <a:ext uri="{FF2B5EF4-FFF2-40B4-BE49-F238E27FC236}">
                <a16:creationId xmlns:a16="http://schemas.microsoft.com/office/drawing/2014/main" id="{FC238AF1-79F1-9169-D60B-E42A455C9E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7001" y="3587750"/>
          <a:ext cx="26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418918" progId="Equation.3">
                  <p:embed/>
                </p:oleObj>
              </mc:Choice>
              <mc:Fallback>
                <p:oleObj name="Equation" r:id="rId4" imgW="266584" imgH="418918" progId="Equation.3">
                  <p:embed/>
                  <p:pic>
                    <p:nvPicPr>
                      <p:cNvPr id="71693" name="Object 14">
                        <a:extLst>
                          <a:ext uri="{FF2B5EF4-FFF2-40B4-BE49-F238E27FC236}">
                            <a16:creationId xmlns:a16="http://schemas.microsoft.com/office/drawing/2014/main" id="{FC238AF1-79F1-9169-D60B-E42A455C9E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1" y="3587750"/>
                        <a:ext cx="265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4" name="Object 15">
            <a:extLst>
              <a:ext uri="{FF2B5EF4-FFF2-40B4-BE49-F238E27FC236}">
                <a16:creationId xmlns:a16="http://schemas.microsoft.com/office/drawing/2014/main" id="{EDD166AB-75E0-4FB4-175D-4F761C4C71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3201" y="4654550"/>
          <a:ext cx="176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569" imgH="405872" progId="Equation.3">
                  <p:embed/>
                </p:oleObj>
              </mc:Choice>
              <mc:Fallback>
                <p:oleObj name="Equation" r:id="rId6" imgW="177569" imgH="405872" progId="Equation.3">
                  <p:embed/>
                  <p:pic>
                    <p:nvPicPr>
                      <p:cNvPr id="71694" name="Object 15">
                        <a:extLst>
                          <a:ext uri="{FF2B5EF4-FFF2-40B4-BE49-F238E27FC236}">
                            <a16:creationId xmlns:a16="http://schemas.microsoft.com/office/drawing/2014/main" id="{EDD166AB-75E0-4FB4-175D-4F761C4C71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1" y="4654550"/>
                        <a:ext cx="1762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5" name="Object 16">
            <a:extLst>
              <a:ext uri="{FF2B5EF4-FFF2-40B4-BE49-F238E27FC236}">
                <a16:creationId xmlns:a16="http://schemas.microsoft.com/office/drawing/2014/main" id="{7D60E27C-F018-F98A-E9F8-5C07B1ED8B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4114801"/>
          <a:ext cx="6604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113" imgH="533169" progId="Equation.3">
                  <p:embed/>
                </p:oleObj>
              </mc:Choice>
              <mc:Fallback>
                <p:oleObj name="Equation" r:id="rId8" imgW="660113" imgH="533169" progId="Equation.3">
                  <p:embed/>
                  <p:pic>
                    <p:nvPicPr>
                      <p:cNvPr id="71695" name="Object 16">
                        <a:extLst>
                          <a:ext uri="{FF2B5EF4-FFF2-40B4-BE49-F238E27FC236}">
                            <a16:creationId xmlns:a16="http://schemas.microsoft.com/office/drawing/2014/main" id="{7D60E27C-F018-F98A-E9F8-5C07B1ED8B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114801"/>
                        <a:ext cx="6604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6" name="Object 17">
            <a:extLst>
              <a:ext uri="{FF2B5EF4-FFF2-40B4-BE49-F238E27FC236}">
                <a16:creationId xmlns:a16="http://schemas.microsoft.com/office/drawing/2014/main" id="{82804D70-EF87-E672-FA1B-6F5E5D58D5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9151" y="558800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71696" name="Object 17">
                        <a:extLst>
                          <a:ext uri="{FF2B5EF4-FFF2-40B4-BE49-F238E27FC236}">
                            <a16:creationId xmlns:a16="http://schemas.microsoft.com/office/drawing/2014/main" id="{82804D70-EF87-E672-FA1B-6F5E5D58D5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151" y="5588000"/>
                        <a:ext cx="3286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7" name="Object 18">
            <a:extLst>
              <a:ext uri="{FF2B5EF4-FFF2-40B4-BE49-F238E27FC236}">
                <a16:creationId xmlns:a16="http://schemas.microsoft.com/office/drawing/2014/main" id="{B7E9513A-82F0-CAB3-AEDC-DEE6D39F9D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7901" y="4273551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224" imgH="571252" progId="Equation.3">
                  <p:embed/>
                </p:oleObj>
              </mc:Choice>
              <mc:Fallback>
                <p:oleObj name="Equation" r:id="rId12" imgW="406224" imgH="571252" progId="Equation.3">
                  <p:embed/>
                  <p:pic>
                    <p:nvPicPr>
                      <p:cNvPr id="71697" name="Object 18">
                        <a:extLst>
                          <a:ext uri="{FF2B5EF4-FFF2-40B4-BE49-F238E27FC236}">
                            <a16:creationId xmlns:a16="http://schemas.microsoft.com/office/drawing/2014/main" id="{B7E9513A-82F0-CAB3-AEDC-DEE6D39F9D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1" y="4273551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8" name="Object 19">
            <a:extLst>
              <a:ext uri="{FF2B5EF4-FFF2-40B4-BE49-F238E27FC236}">
                <a16:creationId xmlns:a16="http://schemas.microsoft.com/office/drawing/2014/main" id="{3D2634AA-B56D-B215-BAED-679DEF20F7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1" y="42735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2391" imgH="571252" progId="Equation.3">
                  <p:embed/>
                </p:oleObj>
              </mc:Choice>
              <mc:Fallback>
                <p:oleObj name="Equation" r:id="rId14" imgW="482391" imgH="571252" progId="Equation.3">
                  <p:embed/>
                  <p:pic>
                    <p:nvPicPr>
                      <p:cNvPr id="71698" name="Object 19">
                        <a:extLst>
                          <a:ext uri="{FF2B5EF4-FFF2-40B4-BE49-F238E27FC236}">
                            <a16:creationId xmlns:a16="http://schemas.microsoft.com/office/drawing/2014/main" id="{3D2634AA-B56D-B215-BAED-679DEF20F7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1" y="42735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9" name="Object 20">
            <a:extLst>
              <a:ext uri="{FF2B5EF4-FFF2-40B4-BE49-F238E27FC236}">
                <a16:creationId xmlns:a16="http://schemas.microsoft.com/office/drawing/2014/main" id="{5681E326-A946-751C-10BA-64D4A962D4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8300" y="1828800"/>
          <a:ext cx="3708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708400" imgH="584200" progId="Equation.3">
                  <p:embed/>
                </p:oleObj>
              </mc:Choice>
              <mc:Fallback>
                <p:oleObj name="Equation" r:id="rId16" imgW="3708400" imgH="584200" progId="Equation.3">
                  <p:embed/>
                  <p:pic>
                    <p:nvPicPr>
                      <p:cNvPr id="71699" name="Object 20">
                        <a:extLst>
                          <a:ext uri="{FF2B5EF4-FFF2-40B4-BE49-F238E27FC236}">
                            <a16:creationId xmlns:a16="http://schemas.microsoft.com/office/drawing/2014/main" id="{5681E326-A946-751C-10BA-64D4A962D4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1828800"/>
                        <a:ext cx="3708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3">
            <a:extLst>
              <a:ext uri="{FF2B5EF4-FFF2-40B4-BE49-F238E27FC236}">
                <a16:creationId xmlns:a16="http://schemas.microsoft.com/office/drawing/2014/main" id="{FE5D1CE9-02D0-A6A2-C0A9-80E0E7DF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D890A5C0-E9F3-4398-A9EA-4EE841117F27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75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7" name="Oval 2">
            <a:extLst>
              <a:ext uri="{FF2B5EF4-FFF2-40B4-BE49-F238E27FC236}">
                <a16:creationId xmlns:a16="http://schemas.microsoft.com/office/drawing/2014/main" id="{9D62285C-93FC-2548-DD7C-5AF8764CC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550" y="421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2708" name="Oval 3">
            <a:extLst>
              <a:ext uri="{FF2B5EF4-FFF2-40B4-BE49-F238E27FC236}">
                <a16:creationId xmlns:a16="http://schemas.microsoft.com/office/drawing/2014/main" id="{C4D49258-3C27-ED80-F584-C1AB6209B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150" y="4064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72709" name="Object 4">
            <a:extLst>
              <a:ext uri="{FF2B5EF4-FFF2-40B4-BE49-F238E27FC236}">
                <a16:creationId xmlns:a16="http://schemas.microsoft.com/office/drawing/2014/main" id="{0AE10FD8-F3E2-1E9E-35CC-0C76DCD43B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2551" y="4267201"/>
          <a:ext cx="4810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72709" name="Object 4">
                        <a:extLst>
                          <a:ext uri="{FF2B5EF4-FFF2-40B4-BE49-F238E27FC236}">
                            <a16:creationId xmlns:a16="http://schemas.microsoft.com/office/drawing/2014/main" id="{0AE10FD8-F3E2-1E9E-35CC-0C76DCD43B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2551" y="4267201"/>
                        <a:ext cx="4810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Oval 5">
            <a:extLst>
              <a:ext uri="{FF2B5EF4-FFF2-40B4-BE49-F238E27FC236}">
                <a16:creationId xmlns:a16="http://schemas.microsoft.com/office/drawing/2014/main" id="{9801CD41-0771-F3BC-D97E-81E1D4B76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0" y="42164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2711" name="Oval 6">
            <a:extLst>
              <a:ext uri="{FF2B5EF4-FFF2-40B4-BE49-F238E27FC236}">
                <a16:creationId xmlns:a16="http://schemas.microsoft.com/office/drawing/2014/main" id="{B3D032F8-E9D3-98BE-9CB3-E13245EA7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150" y="421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2712" name="Line 7">
            <a:extLst>
              <a:ext uri="{FF2B5EF4-FFF2-40B4-BE49-F238E27FC236}">
                <a16:creationId xmlns:a16="http://schemas.microsoft.com/office/drawing/2014/main" id="{6F01D4BF-002D-53FE-EECD-28A3B9B3A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0" y="4597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13" name="Line 8">
            <a:extLst>
              <a:ext uri="{FF2B5EF4-FFF2-40B4-BE49-F238E27FC236}">
                <a16:creationId xmlns:a16="http://schemas.microsoft.com/office/drawing/2014/main" id="{B1329BF9-001B-F874-D407-F61FBE438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4950" y="4597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14" name="Freeform 9">
            <a:extLst>
              <a:ext uri="{FF2B5EF4-FFF2-40B4-BE49-F238E27FC236}">
                <a16:creationId xmlns:a16="http://schemas.microsoft.com/office/drawing/2014/main" id="{F4320ACC-E4EA-735E-A050-1A522F5B5066}"/>
              </a:ext>
            </a:extLst>
          </p:cNvPr>
          <p:cNvSpPr>
            <a:spLocks/>
          </p:cNvSpPr>
          <p:nvPr/>
        </p:nvSpPr>
        <p:spPr bwMode="auto">
          <a:xfrm>
            <a:off x="4527550" y="4064000"/>
            <a:ext cx="1524000" cy="228600"/>
          </a:xfrm>
          <a:custGeom>
            <a:avLst/>
            <a:gdLst>
              <a:gd name="T0" fmla="*/ 2147483646 w 960"/>
              <a:gd name="T1" fmla="*/ 2147483646 h 144"/>
              <a:gd name="T2" fmla="*/ 2147483646 w 960"/>
              <a:gd name="T3" fmla="*/ 0 h 144"/>
              <a:gd name="T4" fmla="*/ 0 w 960"/>
              <a:gd name="T5" fmla="*/ 2147483646 h 144"/>
              <a:gd name="T6" fmla="*/ 0 60000 65536"/>
              <a:gd name="T7" fmla="*/ 0 60000 65536"/>
              <a:gd name="T8" fmla="*/ 0 60000 65536"/>
              <a:gd name="T9" fmla="*/ 0 w 960"/>
              <a:gd name="T10" fmla="*/ 0 h 144"/>
              <a:gd name="T11" fmla="*/ 960 w 96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15" name="Freeform 10">
            <a:extLst>
              <a:ext uri="{FF2B5EF4-FFF2-40B4-BE49-F238E27FC236}">
                <a16:creationId xmlns:a16="http://schemas.microsoft.com/office/drawing/2014/main" id="{31127577-240F-4B87-04B8-3C0B8FDFE1DD}"/>
              </a:ext>
            </a:extLst>
          </p:cNvPr>
          <p:cNvSpPr>
            <a:spLocks/>
          </p:cNvSpPr>
          <p:nvPr/>
        </p:nvSpPr>
        <p:spPr bwMode="auto">
          <a:xfrm>
            <a:off x="4298950" y="4902200"/>
            <a:ext cx="3962400" cy="1168400"/>
          </a:xfrm>
          <a:custGeom>
            <a:avLst/>
            <a:gdLst>
              <a:gd name="T0" fmla="*/ 0 w 2496"/>
              <a:gd name="T1" fmla="*/ 2147483646 h 736"/>
              <a:gd name="T2" fmla="*/ 2147483646 w 2496"/>
              <a:gd name="T3" fmla="*/ 2147483646 h 736"/>
              <a:gd name="T4" fmla="*/ 2147483646 w 2496"/>
              <a:gd name="T5" fmla="*/ 0 h 736"/>
              <a:gd name="T6" fmla="*/ 0 60000 65536"/>
              <a:gd name="T7" fmla="*/ 0 60000 65536"/>
              <a:gd name="T8" fmla="*/ 0 60000 65536"/>
              <a:gd name="T9" fmla="*/ 0 w 2496"/>
              <a:gd name="T10" fmla="*/ 0 h 736"/>
              <a:gd name="T11" fmla="*/ 2496 w 249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16" name="Line 11">
            <a:extLst>
              <a:ext uri="{FF2B5EF4-FFF2-40B4-BE49-F238E27FC236}">
                <a16:creationId xmlns:a16="http://schemas.microsoft.com/office/drawing/2014/main" id="{BB9F9561-B867-F6A1-507C-DD25BD46B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9750" y="459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2717" name="Object 12">
            <a:extLst>
              <a:ext uri="{FF2B5EF4-FFF2-40B4-BE49-F238E27FC236}">
                <a16:creationId xmlns:a16="http://schemas.microsoft.com/office/drawing/2014/main" id="{3B0CDBA2-43CB-3489-ABB6-68CC2A87CD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7001" y="3587750"/>
          <a:ext cx="26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418918" progId="Equation.3">
                  <p:embed/>
                </p:oleObj>
              </mc:Choice>
              <mc:Fallback>
                <p:oleObj name="Equation" r:id="rId4" imgW="266584" imgH="418918" progId="Equation.3">
                  <p:embed/>
                  <p:pic>
                    <p:nvPicPr>
                      <p:cNvPr id="72717" name="Object 12">
                        <a:extLst>
                          <a:ext uri="{FF2B5EF4-FFF2-40B4-BE49-F238E27FC236}">
                            <a16:creationId xmlns:a16="http://schemas.microsoft.com/office/drawing/2014/main" id="{3B0CDBA2-43CB-3489-ABB6-68CC2A87CD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1" y="3587750"/>
                        <a:ext cx="2651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8" name="Object 13">
            <a:extLst>
              <a:ext uri="{FF2B5EF4-FFF2-40B4-BE49-F238E27FC236}">
                <a16:creationId xmlns:a16="http://schemas.microsoft.com/office/drawing/2014/main" id="{88DCB4E7-181A-B7E8-C038-A12B6D7C4F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3201" y="4654550"/>
          <a:ext cx="176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569" imgH="405872" progId="Equation.3">
                  <p:embed/>
                </p:oleObj>
              </mc:Choice>
              <mc:Fallback>
                <p:oleObj name="Equation" r:id="rId6" imgW="177569" imgH="405872" progId="Equation.3">
                  <p:embed/>
                  <p:pic>
                    <p:nvPicPr>
                      <p:cNvPr id="72718" name="Object 13">
                        <a:extLst>
                          <a:ext uri="{FF2B5EF4-FFF2-40B4-BE49-F238E27FC236}">
                            <a16:creationId xmlns:a16="http://schemas.microsoft.com/office/drawing/2014/main" id="{88DCB4E7-181A-B7E8-C038-A12B6D7C4F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1" y="4654550"/>
                        <a:ext cx="1762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9" name="Object 14">
            <a:extLst>
              <a:ext uri="{FF2B5EF4-FFF2-40B4-BE49-F238E27FC236}">
                <a16:creationId xmlns:a16="http://schemas.microsoft.com/office/drawing/2014/main" id="{A7F85B88-B043-8B4C-0362-6E6E1D1939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4114801"/>
          <a:ext cx="6604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113" imgH="533169" progId="Equation.3">
                  <p:embed/>
                </p:oleObj>
              </mc:Choice>
              <mc:Fallback>
                <p:oleObj name="Equation" r:id="rId8" imgW="660113" imgH="533169" progId="Equation.3">
                  <p:embed/>
                  <p:pic>
                    <p:nvPicPr>
                      <p:cNvPr id="72719" name="Object 14">
                        <a:extLst>
                          <a:ext uri="{FF2B5EF4-FFF2-40B4-BE49-F238E27FC236}">
                            <a16:creationId xmlns:a16="http://schemas.microsoft.com/office/drawing/2014/main" id="{A7F85B88-B043-8B4C-0362-6E6E1D1939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114801"/>
                        <a:ext cx="6604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0" name="Object 15">
            <a:extLst>
              <a:ext uri="{FF2B5EF4-FFF2-40B4-BE49-F238E27FC236}">
                <a16:creationId xmlns:a16="http://schemas.microsoft.com/office/drawing/2014/main" id="{CAB71C7E-CAD5-B0C2-08FE-61DA77A673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9151" y="558800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200" imgH="419100" progId="Equation.3">
                  <p:embed/>
                </p:oleObj>
              </mc:Choice>
              <mc:Fallback>
                <p:oleObj name="Equation" r:id="rId10" imgW="330200" imgH="419100" progId="Equation.3">
                  <p:embed/>
                  <p:pic>
                    <p:nvPicPr>
                      <p:cNvPr id="72720" name="Object 15">
                        <a:extLst>
                          <a:ext uri="{FF2B5EF4-FFF2-40B4-BE49-F238E27FC236}">
                            <a16:creationId xmlns:a16="http://schemas.microsoft.com/office/drawing/2014/main" id="{CAB71C7E-CAD5-B0C2-08FE-61DA77A673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151" y="5588000"/>
                        <a:ext cx="3286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1" name="Object 16">
            <a:extLst>
              <a:ext uri="{FF2B5EF4-FFF2-40B4-BE49-F238E27FC236}">
                <a16:creationId xmlns:a16="http://schemas.microsoft.com/office/drawing/2014/main" id="{335F9F82-C9F9-E565-AC3F-8C3819A03F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7901" y="4273551"/>
          <a:ext cx="4048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224" imgH="571252" progId="Equation.3">
                  <p:embed/>
                </p:oleObj>
              </mc:Choice>
              <mc:Fallback>
                <p:oleObj name="Equation" r:id="rId12" imgW="406224" imgH="571252" progId="Equation.3">
                  <p:embed/>
                  <p:pic>
                    <p:nvPicPr>
                      <p:cNvPr id="72721" name="Object 16">
                        <a:extLst>
                          <a:ext uri="{FF2B5EF4-FFF2-40B4-BE49-F238E27FC236}">
                            <a16:creationId xmlns:a16="http://schemas.microsoft.com/office/drawing/2014/main" id="{335F9F82-C9F9-E565-AC3F-8C3819A03F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1" y="4273551"/>
                        <a:ext cx="4048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2" name="Object 17">
            <a:extLst>
              <a:ext uri="{FF2B5EF4-FFF2-40B4-BE49-F238E27FC236}">
                <a16:creationId xmlns:a16="http://schemas.microsoft.com/office/drawing/2014/main" id="{3B03B6D9-57B0-0549-D36A-B2382AE088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1" y="4273551"/>
          <a:ext cx="4810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82391" imgH="571252" progId="Equation.3">
                  <p:embed/>
                </p:oleObj>
              </mc:Choice>
              <mc:Fallback>
                <p:oleObj name="Equation" r:id="rId14" imgW="482391" imgH="571252" progId="Equation.3">
                  <p:embed/>
                  <p:pic>
                    <p:nvPicPr>
                      <p:cNvPr id="72722" name="Object 17">
                        <a:extLst>
                          <a:ext uri="{FF2B5EF4-FFF2-40B4-BE49-F238E27FC236}">
                            <a16:creationId xmlns:a16="http://schemas.microsoft.com/office/drawing/2014/main" id="{3B03B6D9-57B0-0549-D36A-B2382AE088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1" y="4273551"/>
                        <a:ext cx="4810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3" name="Object 18">
            <a:extLst>
              <a:ext uri="{FF2B5EF4-FFF2-40B4-BE49-F238E27FC236}">
                <a16:creationId xmlns:a16="http://schemas.microsoft.com/office/drawing/2014/main" id="{D42CB2CF-0291-5326-E621-598E229E5D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2350" y="1835150"/>
          <a:ext cx="2400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00300" imgH="571500" progId="Equation.3">
                  <p:embed/>
                </p:oleObj>
              </mc:Choice>
              <mc:Fallback>
                <p:oleObj name="Equation" r:id="rId16" imgW="2400300" imgH="571500" progId="Equation.3">
                  <p:embed/>
                  <p:pic>
                    <p:nvPicPr>
                      <p:cNvPr id="72723" name="Object 18">
                        <a:extLst>
                          <a:ext uri="{FF2B5EF4-FFF2-40B4-BE49-F238E27FC236}">
                            <a16:creationId xmlns:a16="http://schemas.microsoft.com/office/drawing/2014/main" id="{D42CB2CF-0291-5326-E621-598E229E5D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2350" y="1835150"/>
                        <a:ext cx="2400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4" name="Text Box 19">
            <a:extLst>
              <a:ext uri="{FF2B5EF4-FFF2-40B4-BE49-F238E27FC236}">
                <a16:creationId xmlns:a16="http://schemas.microsoft.com/office/drawing/2014/main" id="{53D085E0-D3FE-7AA5-8E0F-EE8B9EE4B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3505200"/>
            <a:ext cx="2698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No transition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F0E697A1-433B-CD22-CC17-7D05CF20C2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28788" y="9526"/>
            <a:ext cx="7886700" cy="1325563"/>
          </a:xfrm>
        </p:spPr>
        <p:txBody>
          <a:bodyPr/>
          <a:lstStyle/>
          <a:p>
            <a:pPr algn="ctr" eaLnBrk="1" hangingPunct="1"/>
            <a:r>
              <a:rPr lang="en-US" altLang="ar-SA" b="1" dirty="0">
                <a:solidFill>
                  <a:srgbClr val="0070C0"/>
                </a:solidFill>
                <a:cs typeface="Times New Roman" panose="02020603050405020304" pitchFamily="18" charset="0"/>
              </a:rPr>
              <a:t>Extended Transition Function 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488BB0B0-D613-495C-7E73-B4720F2175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ar-SA" dirty="0"/>
              <a:t>  </a:t>
            </a:r>
          </a:p>
        </p:txBody>
      </p:sp>
      <p:sp>
        <p:nvSpPr>
          <p:cNvPr id="73732" name="Slide Number Placeholder 5">
            <a:extLst>
              <a:ext uri="{FF2B5EF4-FFF2-40B4-BE49-F238E27FC236}">
                <a16:creationId xmlns:a16="http://schemas.microsoft.com/office/drawing/2014/main" id="{43EF783A-4A97-DFCA-0C4C-0D40E345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C34D6E45-DD13-4D66-AF71-A0A38D3E396C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76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3733" name="Object 4">
            <a:extLst>
              <a:ext uri="{FF2B5EF4-FFF2-40B4-BE49-F238E27FC236}">
                <a16:creationId xmlns:a16="http://schemas.microsoft.com/office/drawing/2014/main" id="{313CB125-0497-AAD6-9118-7FB0A06FF7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550297"/>
              </p:ext>
            </p:extLst>
          </p:nvPr>
        </p:nvGraphicFramePr>
        <p:xfrm>
          <a:off x="9946870" y="693896"/>
          <a:ext cx="609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336" imgH="431613" progId="Equation.3">
                  <p:embed/>
                </p:oleObj>
              </mc:Choice>
              <mc:Fallback>
                <p:oleObj name="Equation" r:id="rId2" imgW="609336" imgH="431613" progId="Equation.3">
                  <p:embed/>
                  <p:pic>
                    <p:nvPicPr>
                      <p:cNvPr id="73733" name="Object 4">
                        <a:extLst>
                          <a:ext uri="{FF2B5EF4-FFF2-40B4-BE49-F238E27FC236}">
                            <a16:creationId xmlns:a16="http://schemas.microsoft.com/office/drawing/2014/main" id="{313CB125-0497-AAD6-9118-7FB0A06FF7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6870" y="693896"/>
                        <a:ext cx="609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4" name="Oval 5">
            <a:extLst>
              <a:ext uri="{FF2B5EF4-FFF2-40B4-BE49-F238E27FC236}">
                <a16:creationId xmlns:a16="http://schemas.microsoft.com/office/drawing/2014/main" id="{C435FA1C-231C-0465-AA23-EDB4F1F22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105400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3735" name="Oval 6">
            <a:extLst>
              <a:ext uri="{FF2B5EF4-FFF2-40B4-BE49-F238E27FC236}">
                <a16:creationId xmlns:a16="http://schemas.microsoft.com/office/drawing/2014/main" id="{F9B434B1-2A5D-7957-EED3-CA016E139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257800"/>
            <a:ext cx="609600" cy="6096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73736" name="Object 7">
            <a:extLst>
              <a:ext uri="{FF2B5EF4-FFF2-40B4-BE49-F238E27FC236}">
                <a16:creationId xmlns:a16="http://schemas.microsoft.com/office/drawing/2014/main" id="{024F716A-0904-E8F7-5E24-2E928115B7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1" y="52578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13" imgH="533169" progId="Equation.3">
                  <p:embed/>
                </p:oleObj>
              </mc:Choice>
              <mc:Fallback>
                <p:oleObj name="Equation" r:id="rId4" imgW="431613" imgH="533169" progId="Equation.3">
                  <p:embed/>
                  <p:pic>
                    <p:nvPicPr>
                      <p:cNvPr id="73736" name="Object 7">
                        <a:extLst>
                          <a:ext uri="{FF2B5EF4-FFF2-40B4-BE49-F238E27FC236}">
                            <a16:creationId xmlns:a16="http://schemas.microsoft.com/office/drawing/2014/main" id="{024F716A-0904-E8F7-5E24-2E928115B7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52578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7" name="Oval 8">
            <a:extLst>
              <a:ext uri="{FF2B5EF4-FFF2-40B4-BE49-F238E27FC236}">
                <a16:creationId xmlns:a16="http://schemas.microsoft.com/office/drawing/2014/main" id="{D7C9D7F5-5695-388F-60AF-E1D85C850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257800"/>
            <a:ext cx="609600" cy="6096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3738" name="Oval 9">
            <a:extLst>
              <a:ext uri="{FF2B5EF4-FFF2-40B4-BE49-F238E27FC236}">
                <a16:creationId xmlns:a16="http://schemas.microsoft.com/office/drawing/2014/main" id="{4F9F285D-B3B1-6CC6-AF18-32551E3E6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25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3739" name="Oval 10">
            <a:extLst>
              <a:ext uri="{FF2B5EF4-FFF2-40B4-BE49-F238E27FC236}">
                <a16:creationId xmlns:a16="http://schemas.microsoft.com/office/drawing/2014/main" id="{B139A66B-17B1-1593-E1B3-D8C6A0472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525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3740" name="Oval 11">
            <a:extLst>
              <a:ext uri="{FF2B5EF4-FFF2-40B4-BE49-F238E27FC236}">
                <a16:creationId xmlns:a16="http://schemas.microsoft.com/office/drawing/2014/main" id="{2DCE5A65-404B-09C7-DD43-60AA365E5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33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3741" name="Oval 12">
            <a:extLst>
              <a:ext uri="{FF2B5EF4-FFF2-40B4-BE49-F238E27FC236}">
                <a16:creationId xmlns:a16="http://schemas.microsoft.com/office/drawing/2014/main" id="{DEA2CB9D-85F0-278B-7450-8E9E0D585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733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3742" name="Line 13">
            <a:extLst>
              <a:ext uri="{FF2B5EF4-FFF2-40B4-BE49-F238E27FC236}">
                <a16:creationId xmlns:a16="http://schemas.microsoft.com/office/drawing/2014/main" id="{CDE66AF3-043C-2E1B-8CC1-91C39F7C4D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5562600"/>
            <a:ext cx="1219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3" name="Oval 14">
            <a:extLst>
              <a:ext uri="{FF2B5EF4-FFF2-40B4-BE49-F238E27FC236}">
                <a16:creationId xmlns:a16="http://schemas.microsoft.com/office/drawing/2014/main" id="{8BF82443-79E2-E29D-40A7-88EBEB645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581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3744" name="Line 15">
            <a:extLst>
              <a:ext uri="{FF2B5EF4-FFF2-40B4-BE49-F238E27FC236}">
                <a16:creationId xmlns:a16="http://schemas.microsoft.com/office/drawing/2014/main" id="{05BA7830-6136-68BA-D803-8C57A7E255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5" name="Line 16">
            <a:extLst>
              <a:ext uri="{FF2B5EF4-FFF2-40B4-BE49-F238E27FC236}">
                <a16:creationId xmlns:a16="http://schemas.microsoft.com/office/drawing/2014/main" id="{1CF53C0A-2726-CB71-0301-40C5949E8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6" name="Line 17">
            <a:extLst>
              <a:ext uri="{FF2B5EF4-FFF2-40B4-BE49-F238E27FC236}">
                <a16:creationId xmlns:a16="http://schemas.microsoft.com/office/drawing/2014/main" id="{CCF9F098-8781-9B7A-DD63-32191E50FFD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29200" y="4343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7" name="Line 18">
            <a:extLst>
              <a:ext uri="{FF2B5EF4-FFF2-40B4-BE49-F238E27FC236}">
                <a16:creationId xmlns:a16="http://schemas.microsoft.com/office/drawing/2014/main" id="{D3EB4E8F-5A4B-E530-D4A7-F610C46197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5000" y="4419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8" name="Freeform 19">
            <a:extLst>
              <a:ext uri="{FF2B5EF4-FFF2-40B4-BE49-F238E27FC236}">
                <a16:creationId xmlns:a16="http://schemas.microsoft.com/office/drawing/2014/main" id="{BED5677D-6269-E986-7847-76002088833B}"/>
              </a:ext>
            </a:extLst>
          </p:cNvPr>
          <p:cNvSpPr>
            <a:spLocks/>
          </p:cNvSpPr>
          <p:nvPr/>
        </p:nvSpPr>
        <p:spPr bwMode="auto">
          <a:xfrm>
            <a:off x="3810000" y="5791200"/>
            <a:ext cx="5410200" cy="800100"/>
          </a:xfrm>
          <a:custGeom>
            <a:avLst/>
            <a:gdLst>
              <a:gd name="T0" fmla="*/ 2147483646 w 3408"/>
              <a:gd name="T1" fmla="*/ 0 h 504"/>
              <a:gd name="T2" fmla="*/ 2147483646 w 3408"/>
              <a:gd name="T3" fmla="*/ 2147483646 h 504"/>
              <a:gd name="T4" fmla="*/ 2147483646 w 3408"/>
              <a:gd name="T5" fmla="*/ 2147483646 h 504"/>
              <a:gd name="T6" fmla="*/ 0 w 3408"/>
              <a:gd name="T7" fmla="*/ 2147483646 h 504"/>
              <a:gd name="T8" fmla="*/ 0 60000 65536"/>
              <a:gd name="T9" fmla="*/ 0 60000 65536"/>
              <a:gd name="T10" fmla="*/ 0 60000 65536"/>
              <a:gd name="T11" fmla="*/ 0 60000 65536"/>
              <a:gd name="T12" fmla="*/ 0 w 3408"/>
              <a:gd name="T13" fmla="*/ 0 h 504"/>
              <a:gd name="T14" fmla="*/ 3408 w 3408"/>
              <a:gd name="T15" fmla="*/ 504 h 5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3749" name="Object 20">
            <a:extLst>
              <a:ext uri="{FF2B5EF4-FFF2-40B4-BE49-F238E27FC236}">
                <a16:creationId xmlns:a16="http://schemas.microsoft.com/office/drawing/2014/main" id="{5F95D028-3037-0757-E93D-3E854D81D4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1" y="61722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668" imgH="380835" progId="Equation.3">
                  <p:embed/>
                </p:oleObj>
              </mc:Choice>
              <mc:Fallback>
                <p:oleObj name="Equation" r:id="rId6" imgW="304668" imgH="380835" progId="Equation.3">
                  <p:embed/>
                  <p:pic>
                    <p:nvPicPr>
                      <p:cNvPr id="73749" name="Object 20">
                        <a:extLst>
                          <a:ext uri="{FF2B5EF4-FFF2-40B4-BE49-F238E27FC236}">
                            <a16:creationId xmlns:a16="http://schemas.microsoft.com/office/drawing/2014/main" id="{5F95D028-3037-0757-E93D-3E854D81D4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61722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0" name="Object 21">
            <a:extLst>
              <a:ext uri="{FF2B5EF4-FFF2-40B4-BE49-F238E27FC236}">
                <a16:creationId xmlns:a16="http://schemas.microsoft.com/office/drawing/2014/main" id="{C20DC717-FD60-9EB7-DA81-AFC8A55FB3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6963" y="3733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8918" imgH="533169" progId="Equation.3">
                  <p:embed/>
                </p:oleObj>
              </mc:Choice>
              <mc:Fallback>
                <p:oleObj name="Equation" r:id="rId8" imgW="418918" imgH="533169" progId="Equation.3">
                  <p:embed/>
                  <p:pic>
                    <p:nvPicPr>
                      <p:cNvPr id="73750" name="Object 21">
                        <a:extLst>
                          <a:ext uri="{FF2B5EF4-FFF2-40B4-BE49-F238E27FC236}">
                            <a16:creationId xmlns:a16="http://schemas.microsoft.com/office/drawing/2014/main" id="{C20DC717-FD60-9EB7-DA81-AFC8A55FB3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6963" y="3733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1" name="Object 22">
            <a:extLst>
              <a:ext uri="{FF2B5EF4-FFF2-40B4-BE49-F238E27FC236}">
                <a16:creationId xmlns:a16="http://schemas.microsoft.com/office/drawing/2014/main" id="{F89DDA0D-1116-E784-3B86-4E3DD65267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1851" y="3738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4307" imgH="520474" progId="Equation.3">
                  <p:embed/>
                </p:oleObj>
              </mc:Choice>
              <mc:Fallback>
                <p:oleObj name="Equation" r:id="rId10" imgW="444307" imgH="520474" progId="Equation.3">
                  <p:embed/>
                  <p:pic>
                    <p:nvPicPr>
                      <p:cNvPr id="73751" name="Object 22">
                        <a:extLst>
                          <a:ext uri="{FF2B5EF4-FFF2-40B4-BE49-F238E27FC236}">
                            <a16:creationId xmlns:a16="http://schemas.microsoft.com/office/drawing/2014/main" id="{F89DDA0D-1116-E784-3B86-4E3DD65267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1" y="3738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2" name="Object 23">
            <a:extLst>
              <a:ext uri="{FF2B5EF4-FFF2-40B4-BE49-F238E27FC236}">
                <a16:creationId xmlns:a16="http://schemas.microsoft.com/office/drawing/2014/main" id="{184E970F-F853-26CE-9BC7-9C237148D9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0" y="5257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8918" imgH="533169" progId="Equation.3">
                  <p:embed/>
                </p:oleObj>
              </mc:Choice>
              <mc:Fallback>
                <p:oleObj name="Equation" r:id="rId12" imgW="418918" imgH="533169" progId="Equation.3">
                  <p:embed/>
                  <p:pic>
                    <p:nvPicPr>
                      <p:cNvPr id="73752" name="Object 23">
                        <a:extLst>
                          <a:ext uri="{FF2B5EF4-FFF2-40B4-BE49-F238E27FC236}">
                            <a16:creationId xmlns:a16="http://schemas.microsoft.com/office/drawing/2014/main" id="{184E970F-F853-26CE-9BC7-9C237148D9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5257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3" name="Object 24">
            <a:extLst>
              <a:ext uri="{FF2B5EF4-FFF2-40B4-BE49-F238E27FC236}">
                <a16:creationId xmlns:a16="http://schemas.microsoft.com/office/drawing/2014/main" id="{346CBC2C-2D22-344B-F918-3ABE38E328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2651" y="5262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44307" imgH="520474" progId="Equation.3">
                  <p:embed/>
                </p:oleObj>
              </mc:Choice>
              <mc:Fallback>
                <p:oleObj name="Equation" r:id="rId14" imgW="444307" imgH="520474" progId="Equation.3">
                  <p:embed/>
                  <p:pic>
                    <p:nvPicPr>
                      <p:cNvPr id="73753" name="Object 24">
                        <a:extLst>
                          <a:ext uri="{FF2B5EF4-FFF2-40B4-BE49-F238E27FC236}">
                            <a16:creationId xmlns:a16="http://schemas.microsoft.com/office/drawing/2014/main" id="{346CBC2C-2D22-344B-F918-3ABE38E328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2651" y="5262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4" name="Object 25">
            <a:extLst>
              <a:ext uri="{FF2B5EF4-FFF2-40B4-BE49-F238E27FC236}">
                <a16:creationId xmlns:a16="http://schemas.microsoft.com/office/drawing/2014/main" id="{AC1D10BD-997B-2408-F440-38DB26DC82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5262563"/>
          <a:ext cx="36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68300" imgH="520700" progId="Equation.3">
                  <p:embed/>
                </p:oleObj>
              </mc:Choice>
              <mc:Fallback>
                <p:oleObj name="Equation" r:id="rId16" imgW="368300" imgH="520700" progId="Equation.3">
                  <p:embed/>
                  <p:pic>
                    <p:nvPicPr>
                      <p:cNvPr id="73754" name="Object 25">
                        <a:extLst>
                          <a:ext uri="{FF2B5EF4-FFF2-40B4-BE49-F238E27FC236}">
                            <a16:creationId xmlns:a16="http://schemas.microsoft.com/office/drawing/2014/main" id="{AC1D10BD-997B-2408-F440-38DB26DC82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262563"/>
                        <a:ext cx="368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5" name="Object 26">
            <a:extLst>
              <a:ext uri="{FF2B5EF4-FFF2-40B4-BE49-F238E27FC236}">
                <a16:creationId xmlns:a16="http://schemas.microsoft.com/office/drawing/2014/main" id="{DE7E8148-A8CF-C9C2-3994-3D15FAF18C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1" y="5257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73755" name="Object 26">
                        <a:extLst>
                          <a:ext uri="{FF2B5EF4-FFF2-40B4-BE49-F238E27FC236}">
                            <a16:creationId xmlns:a16="http://schemas.microsoft.com/office/drawing/2014/main" id="{DE7E8148-A8CF-C9C2-3994-3D15FAF18C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1" y="5257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6" name="Object 27">
            <a:extLst>
              <a:ext uri="{FF2B5EF4-FFF2-40B4-BE49-F238E27FC236}">
                <a16:creationId xmlns:a16="http://schemas.microsoft.com/office/drawing/2014/main" id="{42221D74-13E1-231C-12A3-2A877F02E8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464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73756" name="Object 27">
                        <a:extLst>
                          <a:ext uri="{FF2B5EF4-FFF2-40B4-BE49-F238E27FC236}">
                            <a16:creationId xmlns:a16="http://schemas.microsoft.com/office/drawing/2014/main" id="{42221D74-13E1-231C-12A3-2A877F02E8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464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7" name="Object 28">
            <a:extLst>
              <a:ext uri="{FF2B5EF4-FFF2-40B4-BE49-F238E27FC236}">
                <a16:creationId xmlns:a16="http://schemas.microsoft.com/office/drawing/2014/main" id="{32730702-ABA9-6D08-30B4-DFE6B945BA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1" y="464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73757" name="Object 28">
                        <a:extLst>
                          <a:ext uri="{FF2B5EF4-FFF2-40B4-BE49-F238E27FC236}">
                            <a16:creationId xmlns:a16="http://schemas.microsoft.com/office/drawing/2014/main" id="{32730702-ABA9-6D08-30B4-DFE6B945BA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464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8" name="Object 29">
            <a:extLst>
              <a:ext uri="{FF2B5EF4-FFF2-40B4-BE49-F238E27FC236}">
                <a16:creationId xmlns:a16="http://schemas.microsoft.com/office/drawing/2014/main" id="{F9CD2B64-D9D3-D675-284C-058AF435F2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1" y="51816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3890" imgH="393529" progId="Equation.3">
                  <p:embed/>
                </p:oleObj>
              </mc:Choice>
              <mc:Fallback>
                <p:oleObj name="Equation" r:id="rId20" imgW="253890" imgH="393529" progId="Equation.3">
                  <p:embed/>
                  <p:pic>
                    <p:nvPicPr>
                      <p:cNvPr id="73758" name="Object 29">
                        <a:extLst>
                          <a:ext uri="{FF2B5EF4-FFF2-40B4-BE49-F238E27FC236}">
                            <a16:creationId xmlns:a16="http://schemas.microsoft.com/office/drawing/2014/main" id="{F9CD2B64-D9D3-D675-284C-058AF435F2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1" y="51816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9" name="Object 30">
            <a:extLst>
              <a:ext uri="{FF2B5EF4-FFF2-40B4-BE49-F238E27FC236}">
                <a16:creationId xmlns:a16="http://schemas.microsoft.com/office/drawing/2014/main" id="{37410D28-6B61-1ACC-8AFE-E277989A8F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9601" y="51816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04668" imgH="380835" progId="Equation.3">
                  <p:embed/>
                </p:oleObj>
              </mc:Choice>
              <mc:Fallback>
                <p:oleObj name="Equation" r:id="rId22" imgW="304668" imgH="380835" progId="Equation.3">
                  <p:embed/>
                  <p:pic>
                    <p:nvPicPr>
                      <p:cNvPr id="73759" name="Object 30">
                        <a:extLst>
                          <a:ext uri="{FF2B5EF4-FFF2-40B4-BE49-F238E27FC236}">
                            <a16:creationId xmlns:a16="http://schemas.microsoft.com/office/drawing/2014/main" id="{37410D28-6B61-1ACC-8AFE-E277989A8F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1" y="51816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60" name="Object 31">
            <a:extLst>
              <a:ext uri="{FF2B5EF4-FFF2-40B4-BE49-F238E27FC236}">
                <a16:creationId xmlns:a16="http://schemas.microsoft.com/office/drawing/2014/main" id="{1A6E2FFC-1FDE-C361-71E9-8B845E82B1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072008"/>
              </p:ext>
            </p:extLst>
          </p:nvPr>
        </p:nvGraphicFramePr>
        <p:xfrm>
          <a:off x="4462464" y="2418377"/>
          <a:ext cx="3213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213100" imgH="584200" progId="Equation.3">
                  <p:embed/>
                </p:oleObj>
              </mc:Choice>
              <mc:Fallback>
                <p:oleObj name="Equation" r:id="rId23" imgW="3213100" imgH="584200" progId="Equation.3">
                  <p:embed/>
                  <p:pic>
                    <p:nvPicPr>
                      <p:cNvPr id="73760" name="Object 31">
                        <a:extLst>
                          <a:ext uri="{FF2B5EF4-FFF2-40B4-BE49-F238E27FC236}">
                            <a16:creationId xmlns:a16="http://schemas.microsoft.com/office/drawing/2014/main" id="{1A6E2FFC-1FDE-C361-71E9-8B845E82B1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2464" y="2418377"/>
                        <a:ext cx="32131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61" name="Line 32">
            <a:extLst>
              <a:ext uri="{FF2B5EF4-FFF2-40B4-BE49-F238E27FC236}">
                <a16:creationId xmlns:a16="http://schemas.microsoft.com/office/drawing/2014/main" id="{0C15C8DC-9861-8BFB-50D7-BA20E2FCFD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3">
            <a:extLst>
              <a:ext uri="{FF2B5EF4-FFF2-40B4-BE49-F238E27FC236}">
                <a16:creationId xmlns:a16="http://schemas.microsoft.com/office/drawing/2014/main" id="{BA4EBE7C-0C53-A7EA-DAFA-0C322D50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710D1BE2-269D-43B3-9256-91D368CD5137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77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4755" name="Object 2">
            <a:extLst>
              <a:ext uri="{FF2B5EF4-FFF2-40B4-BE49-F238E27FC236}">
                <a16:creationId xmlns:a16="http://schemas.microsoft.com/office/drawing/2014/main" id="{0BD71F68-9074-61CF-2DB9-BDB0B28EA5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8750" y="1663700"/>
          <a:ext cx="4203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03700" imgH="584200" progId="Equation.3">
                  <p:embed/>
                </p:oleObj>
              </mc:Choice>
              <mc:Fallback>
                <p:oleObj name="Equation" r:id="rId2" imgW="4203700" imgH="584200" progId="Equation.3">
                  <p:embed/>
                  <p:pic>
                    <p:nvPicPr>
                      <p:cNvPr id="74755" name="Object 2">
                        <a:extLst>
                          <a:ext uri="{FF2B5EF4-FFF2-40B4-BE49-F238E27FC236}">
                            <a16:creationId xmlns:a16="http://schemas.microsoft.com/office/drawing/2014/main" id="{0BD71F68-9074-61CF-2DB9-BDB0B28EA5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1663700"/>
                        <a:ext cx="42037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Oval 3">
            <a:extLst>
              <a:ext uri="{FF2B5EF4-FFF2-40B4-BE49-F238E27FC236}">
                <a16:creationId xmlns:a16="http://schemas.microsoft.com/office/drawing/2014/main" id="{348B0F29-D1F5-C013-1730-B36213455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105400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4757" name="Oval 4">
            <a:extLst>
              <a:ext uri="{FF2B5EF4-FFF2-40B4-BE49-F238E27FC236}">
                <a16:creationId xmlns:a16="http://schemas.microsoft.com/office/drawing/2014/main" id="{7919A1BD-69C7-4B8C-014F-685C25712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257800"/>
            <a:ext cx="609600" cy="6096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74758" name="Object 5">
            <a:extLst>
              <a:ext uri="{FF2B5EF4-FFF2-40B4-BE49-F238E27FC236}">
                <a16:creationId xmlns:a16="http://schemas.microsoft.com/office/drawing/2014/main" id="{DE6168D1-DB43-7FAB-6271-A3C763A94D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1" y="52578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13" imgH="533169" progId="Equation.3">
                  <p:embed/>
                </p:oleObj>
              </mc:Choice>
              <mc:Fallback>
                <p:oleObj name="Equation" r:id="rId4" imgW="431613" imgH="533169" progId="Equation.3">
                  <p:embed/>
                  <p:pic>
                    <p:nvPicPr>
                      <p:cNvPr id="74758" name="Object 5">
                        <a:extLst>
                          <a:ext uri="{FF2B5EF4-FFF2-40B4-BE49-F238E27FC236}">
                            <a16:creationId xmlns:a16="http://schemas.microsoft.com/office/drawing/2014/main" id="{DE6168D1-DB43-7FAB-6271-A3C763A94D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52578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9" name="Oval 6">
            <a:extLst>
              <a:ext uri="{FF2B5EF4-FFF2-40B4-BE49-F238E27FC236}">
                <a16:creationId xmlns:a16="http://schemas.microsoft.com/office/drawing/2014/main" id="{28F1A651-7682-1F02-A098-378151B68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257800"/>
            <a:ext cx="609600" cy="6096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4760" name="Oval 7">
            <a:extLst>
              <a:ext uri="{FF2B5EF4-FFF2-40B4-BE49-F238E27FC236}">
                <a16:creationId xmlns:a16="http://schemas.microsoft.com/office/drawing/2014/main" id="{5DBF007E-54F0-73EE-73E9-AB4DD8F3D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25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4761" name="Oval 8">
            <a:extLst>
              <a:ext uri="{FF2B5EF4-FFF2-40B4-BE49-F238E27FC236}">
                <a16:creationId xmlns:a16="http://schemas.microsoft.com/office/drawing/2014/main" id="{434096C0-73A5-9A84-9521-E97871B6F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525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4762" name="Oval 9">
            <a:extLst>
              <a:ext uri="{FF2B5EF4-FFF2-40B4-BE49-F238E27FC236}">
                <a16:creationId xmlns:a16="http://schemas.microsoft.com/office/drawing/2014/main" id="{C979A70F-1A08-66DB-DC26-7324A2FFD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33800"/>
            <a:ext cx="609600" cy="6096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4763" name="Oval 10">
            <a:extLst>
              <a:ext uri="{FF2B5EF4-FFF2-40B4-BE49-F238E27FC236}">
                <a16:creationId xmlns:a16="http://schemas.microsoft.com/office/drawing/2014/main" id="{CAB4A1C4-1F88-C6AE-2851-6B2FB03E3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733800"/>
            <a:ext cx="609600" cy="6096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4764" name="Line 11">
            <a:extLst>
              <a:ext uri="{FF2B5EF4-FFF2-40B4-BE49-F238E27FC236}">
                <a16:creationId xmlns:a16="http://schemas.microsoft.com/office/drawing/2014/main" id="{FD835902-1105-0BB4-D3BA-CD02033659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5562600"/>
            <a:ext cx="1219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65" name="Oval 12">
            <a:extLst>
              <a:ext uri="{FF2B5EF4-FFF2-40B4-BE49-F238E27FC236}">
                <a16:creationId xmlns:a16="http://schemas.microsoft.com/office/drawing/2014/main" id="{C102BA2F-380D-2A65-1A02-35414A3B3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581400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4766" name="Line 13">
            <a:extLst>
              <a:ext uri="{FF2B5EF4-FFF2-40B4-BE49-F238E27FC236}">
                <a16:creationId xmlns:a16="http://schemas.microsoft.com/office/drawing/2014/main" id="{A59911D7-8615-CAD1-96DD-6283FB26BD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67" name="Line 14">
            <a:extLst>
              <a:ext uri="{FF2B5EF4-FFF2-40B4-BE49-F238E27FC236}">
                <a16:creationId xmlns:a16="http://schemas.microsoft.com/office/drawing/2014/main" id="{D0C107EC-463F-32F7-47C1-B07A4AE794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68" name="Line 15">
            <a:extLst>
              <a:ext uri="{FF2B5EF4-FFF2-40B4-BE49-F238E27FC236}">
                <a16:creationId xmlns:a16="http://schemas.microsoft.com/office/drawing/2014/main" id="{1ADF7A97-1431-A67E-290B-47926966C7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29200" y="4343400"/>
            <a:ext cx="381000" cy="990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69" name="Line 16">
            <a:extLst>
              <a:ext uri="{FF2B5EF4-FFF2-40B4-BE49-F238E27FC236}">
                <a16:creationId xmlns:a16="http://schemas.microsoft.com/office/drawing/2014/main" id="{FA71D4AA-0AEC-B5EA-08BD-99F6F85349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5000" y="4419600"/>
            <a:ext cx="381000" cy="838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70" name="Freeform 17">
            <a:extLst>
              <a:ext uri="{FF2B5EF4-FFF2-40B4-BE49-F238E27FC236}">
                <a16:creationId xmlns:a16="http://schemas.microsoft.com/office/drawing/2014/main" id="{AFEEAD1C-3034-9452-AEBC-C8F8F8DA3137}"/>
              </a:ext>
            </a:extLst>
          </p:cNvPr>
          <p:cNvSpPr>
            <a:spLocks/>
          </p:cNvSpPr>
          <p:nvPr/>
        </p:nvSpPr>
        <p:spPr bwMode="auto">
          <a:xfrm>
            <a:off x="3810000" y="5791200"/>
            <a:ext cx="5410200" cy="800100"/>
          </a:xfrm>
          <a:custGeom>
            <a:avLst/>
            <a:gdLst>
              <a:gd name="T0" fmla="*/ 2147483646 w 3408"/>
              <a:gd name="T1" fmla="*/ 0 h 504"/>
              <a:gd name="T2" fmla="*/ 2147483646 w 3408"/>
              <a:gd name="T3" fmla="*/ 2147483646 h 504"/>
              <a:gd name="T4" fmla="*/ 2147483646 w 3408"/>
              <a:gd name="T5" fmla="*/ 2147483646 h 504"/>
              <a:gd name="T6" fmla="*/ 0 w 3408"/>
              <a:gd name="T7" fmla="*/ 2147483646 h 504"/>
              <a:gd name="T8" fmla="*/ 0 60000 65536"/>
              <a:gd name="T9" fmla="*/ 0 60000 65536"/>
              <a:gd name="T10" fmla="*/ 0 60000 65536"/>
              <a:gd name="T11" fmla="*/ 0 60000 65536"/>
              <a:gd name="T12" fmla="*/ 0 w 3408"/>
              <a:gd name="T13" fmla="*/ 0 h 504"/>
              <a:gd name="T14" fmla="*/ 3408 w 3408"/>
              <a:gd name="T15" fmla="*/ 504 h 5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4771" name="Object 18">
            <a:extLst>
              <a:ext uri="{FF2B5EF4-FFF2-40B4-BE49-F238E27FC236}">
                <a16:creationId xmlns:a16="http://schemas.microsoft.com/office/drawing/2014/main" id="{F8673633-6B03-FEB1-1EB8-EF7FE22CE5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1" y="61722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668" imgH="380835" progId="Equation.3">
                  <p:embed/>
                </p:oleObj>
              </mc:Choice>
              <mc:Fallback>
                <p:oleObj name="Equation" r:id="rId6" imgW="304668" imgH="380835" progId="Equation.3">
                  <p:embed/>
                  <p:pic>
                    <p:nvPicPr>
                      <p:cNvPr id="74771" name="Object 18">
                        <a:extLst>
                          <a:ext uri="{FF2B5EF4-FFF2-40B4-BE49-F238E27FC236}">
                            <a16:creationId xmlns:a16="http://schemas.microsoft.com/office/drawing/2014/main" id="{F8673633-6B03-FEB1-1EB8-EF7FE22CE5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61722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2" name="Object 19">
            <a:extLst>
              <a:ext uri="{FF2B5EF4-FFF2-40B4-BE49-F238E27FC236}">
                <a16:creationId xmlns:a16="http://schemas.microsoft.com/office/drawing/2014/main" id="{D0AA0599-5BEE-D104-33EB-3689BFB9BF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6963" y="3733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8918" imgH="533169" progId="Equation.3">
                  <p:embed/>
                </p:oleObj>
              </mc:Choice>
              <mc:Fallback>
                <p:oleObj name="Equation" r:id="rId8" imgW="418918" imgH="533169" progId="Equation.3">
                  <p:embed/>
                  <p:pic>
                    <p:nvPicPr>
                      <p:cNvPr id="74772" name="Object 19">
                        <a:extLst>
                          <a:ext uri="{FF2B5EF4-FFF2-40B4-BE49-F238E27FC236}">
                            <a16:creationId xmlns:a16="http://schemas.microsoft.com/office/drawing/2014/main" id="{D0AA0599-5BEE-D104-33EB-3689BFB9B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6963" y="3733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3" name="Object 20">
            <a:extLst>
              <a:ext uri="{FF2B5EF4-FFF2-40B4-BE49-F238E27FC236}">
                <a16:creationId xmlns:a16="http://schemas.microsoft.com/office/drawing/2014/main" id="{BE2647D7-CCB8-20D4-1020-94EA210D9D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1851" y="3738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4307" imgH="520474" progId="Equation.3">
                  <p:embed/>
                </p:oleObj>
              </mc:Choice>
              <mc:Fallback>
                <p:oleObj name="Equation" r:id="rId10" imgW="444307" imgH="520474" progId="Equation.3">
                  <p:embed/>
                  <p:pic>
                    <p:nvPicPr>
                      <p:cNvPr id="74773" name="Object 20">
                        <a:extLst>
                          <a:ext uri="{FF2B5EF4-FFF2-40B4-BE49-F238E27FC236}">
                            <a16:creationId xmlns:a16="http://schemas.microsoft.com/office/drawing/2014/main" id="{BE2647D7-CCB8-20D4-1020-94EA210D9D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1" y="3738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4" name="Object 21">
            <a:extLst>
              <a:ext uri="{FF2B5EF4-FFF2-40B4-BE49-F238E27FC236}">
                <a16:creationId xmlns:a16="http://schemas.microsoft.com/office/drawing/2014/main" id="{4B1A24AE-0E30-9528-F7FF-B7162D3D7F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0" y="5257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8918" imgH="533169" progId="Equation.3">
                  <p:embed/>
                </p:oleObj>
              </mc:Choice>
              <mc:Fallback>
                <p:oleObj name="Equation" r:id="rId12" imgW="418918" imgH="533169" progId="Equation.3">
                  <p:embed/>
                  <p:pic>
                    <p:nvPicPr>
                      <p:cNvPr id="74774" name="Object 21">
                        <a:extLst>
                          <a:ext uri="{FF2B5EF4-FFF2-40B4-BE49-F238E27FC236}">
                            <a16:creationId xmlns:a16="http://schemas.microsoft.com/office/drawing/2014/main" id="{4B1A24AE-0E30-9528-F7FF-B7162D3D7F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5257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5" name="Object 22">
            <a:extLst>
              <a:ext uri="{FF2B5EF4-FFF2-40B4-BE49-F238E27FC236}">
                <a16:creationId xmlns:a16="http://schemas.microsoft.com/office/drawing/2014/main" id="{4BB2467A-5195-6520-B171-90D9B96C8F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2651" y="5262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44307" imgH="520474" progId="Equation.3">
                  <p:embed/>
                </p:oleObj>
              </mc:Choice>
              <mc:Fallback>
                <p:oleObj name="Equation" r:id="rId14" imgW="444307" imgH="520474" progId="Equation.3">
                  <p:embed/>
                  <p:pic>
                    <p:nvPicPr>
                      <p:cNvPr id="74775" name="Object 22">
                        <a:extLst>
                          <a:ext uri="{FF2B5EF4-FFF2-40B4-BE49-F238E27FC236}">
                            <a16:creationId xmlns:a16="http://schemas.microsoft.com/office/drawing/2014/main" id="{4BB2467A-5195-6520-B171-90D9B96C8F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2651" y="5262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6" name="Object 23">
            <a:extLst>
              <a:ext uri="{FF2B5EF4-FFF2-40B4-BE49-F238E27FC236}">
                <a16:creationId xmlns:a16="http://schemas.microsoft.com/office/drawing/2014/main" id="{58471568-9E4E-7839-B5D2-1880E59829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5262563"/>
          <a:ext cx="36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68300" imgH="520700" progId="Equation.3">
                  <p:embed/>
                </p:oleObj>
              </mc:Choice>
              <mc:Fallback>
                <p:oleObj name="Equation" r:id="rId16" imgW="368300" imgH="520700" progId="Equation.3">
                  <p:embed/>
                  <p:pic>
                    <p:nvPicPr>
                      <p:cNvPr id="74776" name="Object 23">
                        <a:extLst>
                          <a:ext uri="{FF2B5EF4-FFF2-40B4-BE49-F238E27FC236}">
                            <a16:creationId xmlns:a16="http://schemas.microsoft.com/office/drawing/2014/main" id="{58471568-9E4E-7839-B5D2-1880E59829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262563"/>
                        <a:ext cx="368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7" name="Object 24">
            <a:extLst>
              <a:ext uri="{FF2B5EF4-FFF2-40B4-BE49-F238E27FC236}">
                <a16:creationId xmlns:a16="http://schemas.microsoft.com/office/drawing/2014/main" id="{AFA01B04-BDA7-E26C-9DD9-A3F7E30AED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1" y="5257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74777" name="Object 24">
                        <a:extLst>
                          <a:ext uri="{FF2B5EF4-FFF2-40B4-BE49-F238E27FC236}">
                            <a16:creationId xmlns:a16="http://schemas.microsoft.com/office/drawing/2014/main" id="{AFA01B04-BDA7-E26C-9DD9-A3F7E30AED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1" y="5257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8" name="Object 25">
            <a:extLst>
              <a:ext uri="{FF2B5EF4-FFF2-40B4-BE49-F238E27FC236}">
                <a16:creationId xmlns:a16="http://schemas.microsoft.com/office/drawing/2014/main" id="{B6B5DD6A-9FAE-99A5-B14A-7A9DB397EA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464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74778" name="Object 25">
                        <a:extLst>
                          <a:ext uri="{FF2B5EF4-FFF2-40B4-BE49-F238E27FC236}">
                            <a16:creationId xmlns:a16="http://schemas.microsoft.com/office/drawing/2014/main" id="{B6B5DD6A-9FAE-99A5-B14A-7A9DB397EA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464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9" name="Object 26">
            <a:extLst>
              <a:ext uri="{FF2B5EF4-FFF2-40B4-BE49-F238E27FC236}">
                <a16:creationId xmlns:a16="http://schemas.microsoft.com/office/drawing/2014/main" id="{25F21908-9017-2BA0-F2F6-5D191F0F31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1" y="464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74779" name="Object 26">
                        <a:extLst>
                          <a:ext uri="{FF2B5EF4-FFF2-40B4-BE49-F238E27FC236}">
                            <a16:creationId xmlns:a16="http://schemas.microsoft.com/office/drawing/2014/main" id="{25F21908-9017-2BA0-F2F6-5D191F0F31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464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80" name="Object 27">
            <a:extLst>
              <a:ext uri="{FF2B5EF4-FFF2-40B4-BE49-F238E27FC236}">
                <a16:creationId xmlns:a16="http://schemas.microsoft.com/office/drawing/2014/main" id="{2B9B25BC-6377-A382-5E51-B68E33F862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1" y="51816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53890" imgH="393529" progId="Equation.3">
                  <p:embed/>
                </p:oleObj>
              </mc:Choice>
              <mc:Fallback>
                <p:oleObj name="Equation" r:id="rId22" imgW="253890" imgH="393529" progId="Equation.3">
                  <p:embed/>
                  <p:pic>
                    <p:nvPicPr>
                      <p:cNvPr id="74780" name="Object 27">
                        <a:extLst>
                          <a:ext uri="{FF2B5EF4-FFF2-40B4-BE49-F238E27FC236}">
                            <a16:creationId xmlns:a16="http://schemas.microsoft.com/office/drawing/2014/main" id="{2B9B25BC-6377-A382-5E51-B68E33F862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1" y="51816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81" name="Object 28">
            <a:extLst>
              <a:ext uri="{FF2B5EF4-FFF2-40B4-BE49-F238E27FC236}">
                <a16:creationId xmlns:a16="http://schemas.microsoft.com/office/drawing/2014/main" id="{0D94E87A-89F2-BAD5-14C8-20DC740906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9601" y="51816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04668" imgH="380835" progId="Equation.3">
                  <p:embed/>
                </p:oleObj>
              </mc:Choice>
              <mc:Fallback>
                <p:oleObj name="Equation" r:id="rId24" imgW="304668" imgH="380835" progId="Equation.3">
                  <p:embed/>
                  <p:pic>
                    <p:nvPicPr>
                      <p:cNvPr id="74781" name="Object 28">
                        <a:extLst>
                          <a:ext uri="{FF2B5EF4-FFF2-40B4-BE49-F238E27FC236}">
                            <a16:creationId xmlns:a16="http://schemas.microsoft.com/office/drawing/2014/main" id="{0D94E87A-89F2-BAD5-14C8-20DC740906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1" y="51816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82" name="Line 29">
            <a:extLst>
              <a:ext uri="{FF2B5EF4-FFF2-40B4-BE49-F238E27FC236}">
                <a16:creationId xmlns:a16="http://schemas.microsoft.com/office/drawing/2014/main" id="{82E2FE56-03B9-8BC7-2FBF-2DDE7F460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3">
            <a:extLst>
              <a:ext uri="{FF2B5EF4-FFF2-40B4-BE49-F238E27FC236}">
                <a16:creationId xmlns:a16="http://schemas.microsoft.com/office/drawing/2014/main" id="{551143C5-253A-DEED-686F-47E7D9C1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617387A8-D9CE-43A1-B55A-447E652FD140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78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5779" name="Object 2">
            <a:extLst>
              <a:ext uri="{FF2B5EF4-FFF2-40B4-BE49-F238E27FC236}">
                <a16:creationId xmlns:a16="http://schemas.microsoft.com/office/drawing/2014/main" id="{2EBA4B9C-5C28-CA64-A99E-8831F8D872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4900" y="1663700"/>
          <a:ext cx="4851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51400" imgH="584200" progId="Equation.3">
                  <p:embed/>
                </p:oleObj>
              </mc:Choice>
              <mc:Fallback>
                <p:oleObj name="Equation" r:id="rId2" imgW="4851400" imgH="584200" progId="Equation.3">
                  <p:embed/>
                  <p:pic>
                    <p:nvPicPr>
                      <p:cNvPr id="75779" name="Object 2">
                        <a:extLst>
                          <a:ext uri="{FF2B5EF4-FFF2-40B4-BE49-F238E27FC236}">
                            <a16:creationId xmlns:a16="http://schemas.microsoft.com/office/drawing/2014/main" id="{2EBA4B9C-5C28-CA64-A99E-8831F8D872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1663700"/>
                        <a:ext cx="4851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Oval 3">
            <a:extLst>
              <a:ext uri="{FF2B5EF4-FFF2-40B4-BE49-F238E27FC236}">
                <a16:creationId xmlns:a16="http://schemas.microsoft.com/office/drawing/2014/main" id="{744713FA-9371-D545-B6EF-9F03BF327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105400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5781" name="Oval 4">
            <a:extLst>
              <a:ext uri="{FF2B5EF4-FFF2-40B4-BE49-F238E27FC236}">
                <a16:creationId xmlns:a16="http://schemas.microsoft.com/office/drawing/2014/main" id="{08670CDE-DCFB-3AD2-9E70-90228EAB5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257800"/>
            <a:ext cx="609600" cy="6096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75782" name="Object 5">
            <a:extLst>
              <a:ext uri="{FF2B5EF4-FFF2-40B4-BE49-F238E27FC236}">
                <a16:creationId xmlns:a16="http://schemas.microsoft.com/office/drawing/2014/main" id="{DF2B0FA2-C5DB-DAF2-D3A4-19C1864A36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1" y="52578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13" imgH="533169" progId="Equation.3">
                  <p:embed/>
                </p:oleObj>
              </mc:Choice>
              <mc:Fallback>
                <p:oleObj name="Equation" r:id="rId4" imgW="431613" imgH="533169" progId="Equation.3">
                  <p:embed/>
                  <p:pic>
                    <p:nvPicPr>
                      <p:cNvPr id="75782" name="Object 5">
                        <a:extLst>
                          <a:ext uri="{FF2B5EF4-FFF2-40B4-BE49-F238E27FC236}">
                            <a16:creationId xmlns:a16="http://schemas.microsoft.com/office/drawing/2014/main" id="{DF2B0FA2-C5DB-DAF2-D3A4-19C1864A36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52578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3" name="Oval 6">
            <a:extLst>
              <a:ext uri="{FF2B5EF4-FFF2-40B4-BE49-F238E27FC236}">
                <a16:creationId xmlns:a16="http://schemas.microsoft.com/office/drawing/2014/main" id="{82746A74-81EF-3691-9C8A-03DB498C1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257800"/>
            <a:ext cx="609600" cy="6096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5784" name="Oval 7">
            <a:extLst>
              <a:ext uri="{FF2B5EF4-FFF2-40B4-BE49-F238E27FC236}">
                <a16:creationId xmlns:a16="http://schemas.microsoft.com/office/drawing/2014/main" id="{925C4785-B233-8691-1614-5C355335A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257800"/>
            <a:ext cx="609600" cy="6096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5785" name="Oval 8">
            <a:extLst>
              <a:ext uri="{FF2B5EF4-FFF2-40B4-BE49-F238E27FC236}">
                <a16:creationId xmlns:a16="http://schemas.microsoft.com/office/drawing/2014/main" id="{7E9A6514-6864-378E-8BFB-B59F731AA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5257800"/>
            <a:ext cx="609600" cy="6096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5786" name="Oval 9">
            <a:extLst>
              <a:ext uri="{FF2B5EF4-FFF2-40B4-BE49-F238E27FC236}">
                <a16:creationId xmlns:a16="http://schemas.microsoft.com/office/drawing/2014/main" id="{6D85EA5B-B0C7-93BC-12AB-A56FD1F3F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33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5787" name="Oval 10">
            <a:extLst>
              <a:ext uri="{FF2B5EF4-FFF2-40B4-BE49-F238E27FC236}">
                <a16:creationId xmlns:a16="http://schemas.microsoft.com/office/drawing/2014/main" id="{655375E6-B515-132E-CDDD-C85D8F91D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733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5788" name="Line 11">
            <a:extLst>
              <a:ext uri="{FF2B5EF4-FFF2-40B4-BE49-F238E27FC236}">
                <a16:creationId xmlns:a16="http://schemas.microsoft.com/office/drawing/2014/main" id="{DC82AAA2-504A-BA33-D4A5-2922944D08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5562600"/>
            <a:ext cx="1219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9" name="Oval 12">
            <a:extLst>
              <a:ext uri="{FF2B5EF4-FFF2-40B4-BE49-F238E27FC236}">
                <a16:creationId xmlns:a16="http://schemas.microsoft.com/office/drawing/2014/main" id="{E09E6F79-D74B-C5E5-77F4-5D16D7B46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581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5790" name="Line 13">
            <a:extLst>
              <a:ext uri="{FF2B5EF4-FFF2-40B4-BE49-F238E27FC236}">
                <a16:creationId xmlns:a16="http://schemas.microsoft.com/office/drawing/2014/main" id="{24FBF5B3-F120-6259-6880-417939295E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562600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1" name="Line 14">
            <a:extLst>
              <a:ext uri="{FF2B5EF4-FFF2-40B4-BE49-F238E27FC236}">
                <a16:creationId xmlns:a16="http://schemas.microsoft.com/office/drawing/2014/main" id="{E76287A2-F73F-8265-77EA-4C32193D95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5562600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2" name="Line 15">
            <a:extLst>
              <a:ext uri="{FF2B5EF4-FFF2-40B4-BE49-F238E27FC236}">
                <a16:creationId xmlns:a16="http://schemas.microsoft.com/office/drawing/2014/main" id="{E9D69BFD-142C-336E-C732-9AF67701571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29200" y="4343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3" name="Line 16">
            <a:extLst>
              <a:ext uri="{FF2B5EF4-FFF2-40B4-BE49-F238E27FC236}">
                <a16:creationId xmlns:a16="http://schemas.microsoft.com/office/drawing/2014/main" id="{55953283-A845-C4E0-274A-4D73E5FE11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5000" y="4419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4" name="Freeform 17">
            <a:extLst>
              <a:ext uri="{FF2B5EF4-FFF2-40B4-BE49-F238E27FC236}">
                <a16:creationId xmlns:a16="http://schemas.microsoft.com/office/drawing/2014/main" id="{BB5019CA-2427-5F7D-15AA-DFF1182EBAC3}"/>
              </a:ext>
            </a:extLst>
          </p:cNvPr>
          <p:cNvSpPr>
            <a:spLocks/>
          </p:cNvSpPr>
          <p:nvPr/>
        </p:nvSpPr>
        <p:spPr bwMode="auto">
          <a:xfrm>
            <a:off x="3810000" y="5791200"/>
            <a:ext cx="5410200" cy="800100"/>
          </a:xfrm>
          <a:custGeom>
            <a:avLst/>
            <a:gdLst>
              <a:gd name="T0" fmla="*/ 2147483646 w 3408"/>
              <a:gd name="T1" fmla="*/ 0 h 504"/>
              <a:gd name="T2" fmla="*/ 2147483646 w 3408"/>
              <a:gd name="T3" fmla="*/ 2147483646 h 504"/>
              <a:gd name="T4" fmla="*/ 2147483646 w 3408"/>
              <a:gd name="T5" fmla="*/ 2147483646 h 504"/>
              <a:gd name="T6" fmla="*/ 0 w 3408"/>
              <a:gd name="T7" fmla="*/ 2147483646 h 504"/>
              <a:gd name="T8" fmla="*/ 0 60000 65536"/>
              <a:gd name="T9" fmla="*/ 0 60000 65536"/>
              <a:gd name="T10" fmla="*/ 0 60000 65536"/>
              <a:gd name="T11" fmla="*/ 0 60000 65536"/>
              <a:gd name="T12" fmla="*/ 0 w 3408"/>
              <a:gd name="T13" fmla="*/ 0 h 504"/>
              <a:gd name="T14" fmla="*/ 3408 w 3408"/>
              <a:gd name="T15" fmla="*/ 504 h 5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5795" name="Object 18">
            <a:extLst>
              <a:ext uri="{FF2B5EF4-FFF2-40B4-BE49-F238E27FC236}">
                <a16:creationId xmlns:a16="http://schemas.microsoft.com/office/drawing/2014/main" id="{86A025D1-2743-0AC9-7041-2B7DFC6AB8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1" y="61722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668" imgH="380835" progId="Equation.3">
                  <p:embed/>
                </p:oleObj>
              </mc:Choice>
              <mc:Fallback>
                <p:oleObj name="Equation" r:id="rId6" imgW="304668" imgH="380835" progId="Equation.3">
                  <p:embed/>
                  <p:pic>
                    <p:nvPicPr>
                      <p:cNvPr id="75795" name="Object 18">
                        <a:extLst>
                          <a:ext uri="{FF2B5EF4-FFF2-40B4-BE49-F238E27FC236}">
                            <a16:creationId xmlns:a16="http://schemas.microsoft.com/office/drawing/2014/main" id="{86A025D1-2743-0AC9-7041-2B7DFC6AB8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1" y="61722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6" name="Object 19">
            <a:extLst>
              <a:ext uri="{FF2B5EF4-FFF2-40B4-BE49-F238E27FC236}">
                <a16:creationId xmlns:a16="http://schemas.microsoft.com/office/drawing/2014/main" id="{80FA50B9-348D-C8FF-00F0-F2E155E3A3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6963" y="3733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8918" imgH="533169" progId="Equation.3">
                  <p:embed/>
                </p:oleObj>
              </mc:Choice>
              <mc:Fallback>
                <p:oleObj name="Equation" r:id="rId8" imgW="418918" imgH="533169" progId="Equation.3">
                  <p:embed/>
                  <p:pic>
                    <p:nvPicPr>
                      <p:cNvPr id="75796" name="Object 19">
                        <a:extLst>
                          <a:ext uri="{FF2B5EF4-FFF2-40B4-BE49-F238E27FC236}">
                            <a16:creationId xmlns:a16="http://schemas.microsoft.com/office/drawing/2014/main" id="{80FA50B9-348D-C8FF-00F0-F2E155E3A3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6963" y="3733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7" name="Object 20">
            <a:extLst>
              <a:ext uri="{FF2B5EF4-FFF2-40B4-BE49-F238E27FC236}">
                <a16:creationId xmlns:a16="http://schemas.microsoft.com/office/drawing/2014/main" id="{799E870D-C1A0-9799-108E-93036A42CE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1851" y="3738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4307" imgH="520474" progId="Equation.3">
                  <p:embed/>
                </p:oleObj>
              </mc:Choice>
              <mc:Fallback>
                <p:oleObj name="Equation" r:id="rId10" imgW="444307" imgH="520474" progId="Equation.3">
                  <p:embed/>
                  <p:pic>
                    <p:nvPicPr>
                      <p:cNvPr id="75797" name="Object 20">
                        <a:extLst>
                          <a:ext uri="{FF2B5EF4-FFF2-40B4-BE49-F238E27FC236}">
                            <a16:creationId xmlns:a16="http://schemas.microsoft.com/office/drawing/2014/main" id="{799E870D-C1A0-9799-108E-93036A42CE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1" y="3738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8" name="Object 21">
            <a:extLst>
              <a:ext uri="{FF2B5EF4-FFF2-40B4-BE49-F238E27FC236}">
                <a16:creationId xmlns:a16="http://schemas.microsoft.com/office/drawing/2014/main" id="{86A7BBAB-673F-53B2-7B99-62C507EF8D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0" y="5257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8918" imgH="533169" progId="Equation.3">
                  <p:embed/>
                </p:oleObj>
              </mc:Choice>
              <mc:Fallback>
                <p:oleObj name="Equation" r:id="rId12" imgW="418918" imgH="533169" progId="Equation.3">
                  <p:embed/>
                  <p:pic>
                    <p:nvPicPr>
                      <p:cNvPr id="75798" name="Object 21">
                        <a:extLst>
                          <a:ext uri="{FF2B5EF4-FFF2-40B4-BE49-F238E27FC236}">
                            <a16:creationId xmlns:a16="http://schemas.microsoft.com/office/drawing/2014/main" id="{86A7BBAB-673F-53B2-7B99-62C507EF8D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5257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9" name="Object 22">
            <a:extLst>
              <a:ext uri="{FF2B5EF4-FFF2-40B4-BE49-F238E27FC236}">
                <a16:creationId xmlns:a16="http://schemas.microsoft.com/office/drawing/2014/main" id="{03E02CDC-2095-7831-C23F-839F37C17A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2651" y="5262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44307" imgH="520474" progId="Equation.3">
                  <p:embed/>
                </p:oleObj>
              </mc:Choice>
              <mc:Fallback>
                <p:oleObj name="Equation" r:id="rId14" imgW="444307" imgH="520474" progId="Equation.3">
                  <p:embed/>
                  <p:pic>
                    <p:nvPicPr>
                      <p:cNvPr id="75799" name="Object 22">
                        <a:extLst>
                          <a:ext uri="{FF2B5EF4-FFF2-40B4-BE49-F238E27FC236}">
                            <a16:creationId xmlns:a16="http://schemas.microsoft.com/office/drawing/2014/main" id="{03E02CDC-2095-7831-C23F-839F37C17A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2651" y="5262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0" name="Object 23">
            <a:extLst>
              <a:ext uri="{FF2B5EF4-FFF2-40B4-BE49-F238E27FC236}">
                <a16:creationId xmlns:a16="http://schemas.microsoft.com/office/drawing/2014/main" id="{B8EE60CC-3CC8-046E-70E8-82FBEAA68B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5262563"/>
          <a:ext cx="36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68300" imgH="520700" progId="Equation.3">
                  <p:embed/>
                </p:oleObj>
              </mc:Choice>
              <mc:Fallback>
                <p:oleObj name="Equation" r:id="rId16" imgW="368300" imgH="520700" progId="Equation.3">
                  <p:embed/>
                  <p:pic>
                    <p:nvPicPr>
                      <p:cNvPr id="75800" name="Object 23">
                        <a:extLst>
                          <a:ext uri="{FF2B5EF4-FFF2-40B4-BE49-F238E27FC236}">
                            <a16:creationId xmlns:a16="http://schemas.microsoft.com/office/drawing/2014/main" id="{B8EE60CC-3CC8-046E-70E8-82FBEAA68B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262563"/>
                        <a:ext cx="368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1" name="Object 24">
            <a:extLst>
              <a:ext uri="{FF2B5EF4-FFF2-40B4-BE49-F238E27FC236}">
                <a16:creationId xmlns:a16="http://schemas.microsoft.com/office/drawing/2014/main" id="{523F232D-9D94-3DE4-B904-D57B2DA9C3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1" y="5257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75801" name="Object 24">
                        <a:extLst>
                          <a:ext uri="{FF2B5EF4-FFF2-40B4-BE49-F238E27FC236}">
                            <a16:creationId xmlns:a16="http://schemas.microsoft.com/office/drawing/2014/main" id="{523F232D-9D94-3DE4-B904-D57B2DA9C3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1" y="5257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2" name="Object 25">
            <a:extLst>
              <a:ext uri="{FF2B5EF4-FFF2-40B4-BE49-F238E27FC236}">
                <a16:creationId xmlns:a16="http://schemas.microsoft.com/office/drawing/2014/main" id="{34C75676-44C3-FB94-724F-EB1701551F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464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75802" name="Object 25">
                        <a:extLst>
                          <a:ext uri="{FF2B5EF4-FFF2-40B4-BE49-F238E27FC236}">
                            <a16:creationId xmlns:a16="http://schemas.microsoft.com/office/drawing/2014/main" id="{34C75676-44C3-FB94-724F-EB1701551F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464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3" name="Object 26">
            <a:extLst>
              <a:ext uri="{FF2B5EF4-FFF2-40B4-BE49-F238E27FC236}">
                <a16:creationId xmlns:a16="http://schemas.microsoft.com/office/drawing/2014/main" id="{9286A224-3C50-D142-1800-C883CE3660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1" y="464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75803" name="Object 26">
                        <a:extLst>
                          <a:ext uri="{FF2B5EF4-FFF2-40B4-BE49-F238E27FC236}">
                            <a16:creationId xmlns:a16="http://schemas.microsoft.com/office/drawing/2014/main" id="{9286A224-3C50-D142-1800-C883CE3660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464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4" name="Object 27">
            <a:extLst>
              <a:ext uri="{FF2B5EF4-FFF2-40B4-BE49-F238E27FC236}">
                <a16:creationId xmlns:a16="http://schemas.microsoft.com/office/drawing/2014/main" id="{FE282FBB-B305-7C16-1ED1-6A6862F4F4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1" y="51816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3890" imgH="393529" progId="Equation.3">
                  <p:embed/>
                </p:oleObj>
              </mc:Choice>
              <mc:Fallback>
                <p:oleObj name="Equation" r:id="rId20" imgW="253890" imgH="393529" progId="Equation.3">
                  <p:embed/>
                  <p:pic>
                    <p:nvPicPr>
                      <p:cNvPr id="75804" name="Object 27">
                        <a:extLst>
                          <a:ext uri="{FF2B5EF4-FFF2-40B4-BE49-F238E27FC236}">
                            <a16:creationId xmlns:a16="http://schemas.microsoft.com/office/drawing/2014/main" id="{FE282FBB-B305-7C16-1ED1-6A6862F4F4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1" y="51816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5" name="Object 28">
            <a:extLst>
              <a:ext uri="{FF2B5EF4-FFF2-40B4-BE49-F238E27FC236}">
                <a16:creationId xmlns:a16="http://schemas.microsoft.com/office/drawing/2014/main" id="{2F109D40-B7DE-EF09-DCEE-358FB79CA6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9601" y="51816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04668" imgH="380835" progId="Equation.3">
                  <p:embed/>
                </p:oleObj>
              </mc:Choice>
              <mc:Fallback>
                <p:oleObj name="Equation" r:id="rId22" imgW="304668" imgH="380835" progId="Equation.3">
                  <p:embed/>
                  <p:pic>
                    <p:nvPicPr>
                      <p:cNvPr id="75805" name="Object 28">
                        <a:extLst>
                          <a:ext uri="{FF2B5EF4-FFF2-40B4-BE49-F238E27FC236}">
                            <a16:creationId xmlns:a16="http://schemas.microsoft.com/office/drawing/2014/main" id="{2F109D40-B7DE-EF09-DCEE-358FB79CA6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1" y="51816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6" name="Line 29">
            <a:extLst>
              <a:ext uri="{FF2B5EF4-FFF2-40B4-BE49-F238E27FC236}">
                <a16:creationId xmlns:a16="http://schemas.microsoft.com/office/drawing/2014/main" id="{16D0E2D5-F060-78B1-064C-50C55BDDAC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319720-B2CD-9EA7-D33E-504931B57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2650" y="185738"/>
            <a:ext cx="7886700" cy="785812"/>
          </a:xfrm>
        </p:spPr>
        <p:txBody>
          <a:bodyPr/>
          <a:lstStyle/>
          <a:p>
            <a:pPr algn="l" rtl="0" eaLnBrk="1" hangingPunct="1"/>
            <a:r>
              <a:rPr lang="en-US" altLang="ar-SA" b="1" dirty="0">
                <a:solidFill>
                  <a:srgbClr val="0070C0"/>
                </a:solidFill>
                <a:cs typeface="Times New Roman" panose="02020603050405020304" pitchFamily="18" charset="0"/>
              </a:rPr>
              <a:t>The Language of an NFA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80420BD8-DD7E-32F9-5314-2E2235968B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ar-SA"/>
              <a:t> </a:t>
            </a:r>
          </a:p>
        </p:txBody>
      </p:sp>
      <p:sp>
        <p:nvSpPr>
          <p:cNvPr id="76804" name="Slide Number Placeholder 5">
            <a:extLst>
              <a:ext uri="{FF2B5EF4-FFF2-40B4-BE49-F238E27FC236}">
                <a16:creationId xmlns:a16="http://schemas.microsoft.com/office/drawing/2014/main" id="{F037C5E4-7F5F-36A7-3ACA-183E9C871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ACFB7207-3DC5-4D8F-855E-12D8BE0B1C04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79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5" name="Oval 4">
            <a:extLst>
              <a:ext uri="{FF2B5EF4-FFF2-40B4-BE49-F238E27FC236}">
                <a16:creationId xmlns:a16="http://schemas.microsoft.com/office/drawing/2014/main" id="{131A8831-37C7-3755-AE51-B82E9BA3A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19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6806" name="Oval 5">
            <a:extLst>
              <a:ext uri="{FF2B5EF4-FFF2-40B4-BE49-F238E27FC236}">
                <a16:creationId xmlns:a16="http://schemas.microsoft.com/office/drawing/2014/main" id="{205C05D2-9D4E-9BD4-CE9D-F31008B60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76807" name="Object 6">
            <a:extLst>
              <a:ext uri="{FF2B5EF4-FFF2-40B4-BE49-F238E27FC236}">
                <a16:creationId xmlns:a16="http://schemas.microsoft.com/office/drawing/2014/main" id="{C3760365-FCF6-5427-1831-9A94D9F78E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29718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533169" progId="Equation.3">
                  <p:embed/>
                </p:oleObj>
              </mc:Choice>
              <mc:Fallback>
                <p:oleObj name="Equation" r:id="rId2" imgW="431613" imgH="533169" progId="Equation.3">
                  <p:embed/>
                  <p:pic>
                    <p:nvPicPr>
                      <p:cNvPr id="76807" name="Object 6">
                        <a:extLst>
                          <a:ext uri="{FF2B5EF4-FFF2-40B4-BE49-F238E27FC236}">
                            <a16:creationId xmlns:a16="http://schemas.microsoft.com/office/drawing/2014/main" id="{C3760365-FCF6-5427-1831-9A94D9F78E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29718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8" name="Oval 7">
            <a:extLst>
              <a:ext uri="{FF2B5EF4-FFF2-40B4-BE49-F238E27FC236}">
                <a16:creationId xmlns:a16="http://schemas.microsoft.com/office/drawing/2014/main" id="{26564BFA-2809-582C-F04F-584C3AB35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6809" name="Oval 8">
            <a:extLst>
              <a:ext uri="{FF2B5EF4-FFF2-40B4-BE49-F238E27FC236}">
                <a16:creationId xmlns:a16="http://schemas.microsoft.com/office/drawing/2014/main" id="{838D52BD-513B-0832-DAFF-A3A2F78A2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6810" name="Oval 9">
            <a:extLst>
              <a:ext uri="{FF2B5EF4-FFF2-40B4-BE49-F238E27FC236}">
                <a16:creationId xmlns:a16="http://schemas.microsoft.com/office/drawing/2014/main" id="{9CE53C55-5117-8941-B97B-FCE63F839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6811" name="Oval 10">
            <a:extLst>
              <a:ext uri="{FF2B5EF4-FFF2-40B4-BE49-F238E27FC236}">
                <a16:creationId xmlns:a16="http://schemas.microsoft.com/office/drawing/2014/main" id="{9CA07F6D-C338-A538-8EFE-AF14E3CD1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6812" name="Oval 11">
            <a:extLst>
              <a:ext uri="{FF2B5EF4-FFF2-40B4-BE49-F238E27FC236}">
                <a16:creationId xmlns:a16="http://schemas.microsoft.com/office/drawing/2014/main" id="{AABBD1A0-0A87-3B13-C0D8-DB8540C01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6813" name="Line 12">
            <a:extLst>
              <a:ext uri="{FF2B5EF4-FFF2-40B4-BE49-F238E27FC236}">
                <a16:creationId xmlns:a16="http://schemas.microsoft.com/office/drawing/2014/main" id="{D9CE08BA-C9C1-4668-5605-64EF016D99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3276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4" name="Oval 13">
            <a:extLst>
              <a:ext uri="{FF2B5EF4-FFF2-40B4-BE49-F238E27FC236}">
                <a16:creationId xmlns:a16="http://schemas.microsoft.com/office/drawing/2014/main" id="{8F327525-27BB-D113-33CE-8E28496B2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295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6815" name="Line 14">
            <a:extLst>
              <a:ext uri="{FF2B5EF4-FFF2-40B4-BE49-F238E27FC236}">
                <a16:creationId xmlns:a16="http://schemas.microsoft.com/office/drawing/2014/main" id="{90A1F231-FEA1-90F9-A7FF-DDC26F201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6" name="Line 15">
            <a:extLst>
              <a:ext uri="{FF2B5EF4-FFF2-40B4-BE49-F238E27FC236}">
                <a16:creationId xmlns:a16="http://schemas.microsoft.com/office/drawing/2014/main" id="{9C065F9C-A8E1-EC6D-6C54-73F3BE0CB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7" name="Line 16">
            <a:extLst>
              <a:ext uri="{FF2B5EF4-FFF2-40B4-BE49-F238E27FC236}">
                <a16:creationId xmlns:a16="http://schemas.microsoft.com/office/drawing/2014/main" id="{7C794788-5B38-43EE-BE24-928C71A7F97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15000" y="2057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8" name="Line 17">
            <a:extLst>
              <a:ext uri="{FF2B5EF4-FFF2-40B4-BE49-F238E27FC236}">
                <a16:creationId xmlns:a16="http://schemas.microsoft.com/office/drawing/2014/main" id="{BA2D8055-C4C1-9857-D6CA-ACE0FC00C3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9" name="Freeform 18">
            <a:extLst>
              <a:ext uri="{FF2B5EF4-FFF2-40B4-BE49-F238E27FC236}">
                <a16:creationId xmlns:a16="http://schemas.microsoft.com/office/drawing/2014/main" id="{8B493A01-916C-B4BD-8FB7-AB26FB71B7A4}"/>
              </a:ext>
            </a:extLst>
          </p:cNvPr>
          <p:cNvSpPr>
            <a:spLocks/>
          </p:cNvSpPr>
          <p:nvPr/>
        </p:nvSpPr>
        <p:spPr bwMode="auto">
          <a:xfrm>
            <a:off x="4495800" y="3505200"/>
            <a:ext cx="5410200" cy="800100"/>
          </a:xfrm>
          <a:custGeom>
            <a:avLst/>
            <a:gdLst>
              <a:gd name="T0" fmla="*/ 2147483646 w 3408"/>
              <a:gd name="T1" fmla="*/ 0 h 504"/>
              <a:gd name="T2" fmla="*/ 2147483646 w 3408"/>
              <a:gd name="T3" fmla="*/ 2147483646 h 504"/>
              <a:gd name="T4" fmla="*/ 2147483646 w 3408"/>
              <a:gd name="T5" fmla="*/ 2147483646 h 504"/>
              <a:gd name="T6" fmla="*/ 0 w 3408"/>
              <a:gd name="T7" fmla="*/ 2147483646 h 504"/>
              <a:gd name="T8" fmla="*/ 0 60000 65536"/>
              <a:gd name="T9" fmla="*/ 0 60000 65536"/>
              <a:gd name="T10" fmla="*/ 0 60000 65536"/>
              <a:gd name="T11" fmla="*/ 0 60000 65536"/>
              <a:gd name="T12" fmla="*/ 0 w 3408"/>
              <a:gd name="T13" fmla="*/ 0 h 504"/>
              <a:gd name="T14" fmla="*/ 3408 w 3408"/>
              <a:gd name="T15" fmla="*/ 504 h 5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6820" name="Object 19">
            <a:extLst>
              <a:ext uri="{FF2B5EF4-FFF2-40B4-BE49-F238E27FC236}">
                <a16:creationId xmlns:a16="http://schemas.microsoft.com/office/drawing/2014/main" id="{9612A92B-1352-B88B-E32B-651135EF0B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1" y="38862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668" imgH="380835" progId="Equation.3">
                  <p:embed/>
                </p:oleObj>
              </mc:Choice>
              <mc:Fallback>
                <p:oleObj name="Equation" r:id="rId4" imgW="304668" imgH="380835" progId="Equation.3">
                  <p:embed/>
                  <p:pic>
                    <p:nvPicPr>
                      <p:cNvPr id="76820" name="Object 19">
                        <a:extLst>
                          <a:ext uri="{FF2B5EF4-FFF2-40B4-BE49-F238E27FC236}">
                            <a16:creationId xmlns:a16="http://schemas.microsoft.com/office/drawing/2014/main" id="{9612A92B-1352-B88B-E32B-651135EF0B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1" y="38862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1" name="Object 20">
            <a:extLst>
              <a:ext uri="{FF2B5EF4-FFF2-40B4-BE49-F238E27FC236}">
                <a16:creationId xmlns:a16="http://schemas.microsoft.com/office/drawing/2014/main" id="{8FE910E8-0F95-1C96-35CF-5855530BF4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2763" y="1447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8918" imgH="533169" progId="Equation.3">
                  <p:embed/>
                </p:oleObj>
              </mc:Choice>
              <mc:Fallback>
                <p:oleObj name="Equation" r:id="rId6" imgW="418918" imgH="533169" progId="Equation.3">
                  <p:embed/>
                  <p:pic>
                    <p:nvPicPr>
                      <p:cNvPr id="76821" name="Object 20">
                        <a:extLst>
                          <a:ext uri="{FF2B5EF4-FFF2-40B4-BE49-F238E27FC236}">
                            <a16:creationId xmlns:a16="http://schemas.microsoft.com/office/drawing/2014/main" id="{8FE910E8-0F95-1C96-35CF-5855530BF4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763" y="1447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2" name="Object 21">
            <a:extLst>
              <a:ext uri="{FF2B5EF4-FFF2-40B4-BE49-F238E27FC236}">
                <a16:creationId xmlns:a16="http://schemas.microsoft.com/office/drawing/2014/main" id="{C238167F-E146-5A09-EDAA-DCCFEE6F3F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7651" y="1452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20474" progId="Equation.3">
                  <p:embed/>
                </p:oleObj>
              </mc:Choice>
              <mc:Fallback>
                <p:oleObj name="Equation" r:id="rId8" imgW="444307" imgH="520474" progId="Equation.3">
                  <p:embed/>
                  <p:pic>
                    <p:nvPicPr>
                      <p:cNvPr id="76822" name="Object 21">
                        <a:extLst>
                          <a:ext uri="{FF2B5EF4-FFF2-40B4-BE49-F238E27FC236}">
                            <a16:creationId xmlns:a16="http://schemas.microsoft.com/office/drawing/2014/main" id="{C238167F-E146-5A09-EDAA-DCCFEE6F3F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1" y="1452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3" name="Object 22">
            <a:extLst>
              <a:ext uri="{FF2B5EF4-FFF2-40B4-BE49-F238E27FC236}">
                <a16:creationId xmlns:a16="http://schemas.microsoft.com/office/drawing/2014/main" id="{03A40B98-9F1D-BCC6-3913-9D00265D48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29800" y="2971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8918" imgH="533169" progId="Equation.3">
                  <p:embed/>
                </p:oleObj>
              </mc:Choice>
              <mc:Fallback>
                <p:oleObj name="Equation" r:id="rId10" imgW="418918" imgH="533169" progId="Equation.3">
                  <p:embed/>
                  <p:pic>
                    <p:nvPicPr>
                      <p:cNvPr id="76823" name="Object 22">
                        <a:extLst>
                          <a:ext uri="{FF2B5EF4-FFF2-40B4-BE49-F238E27FC236}">
                            <a16:creationId xmlns:a16="http://schemas.microsoft.com/office/drawing/2014/main" id="{03A40B98-9F1D-BCC6-3913-9D00265D48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9800" y="2971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4" name="Object 23">
            <a:extLst>
              <a:ext uri="{FF2B5EF4-FFF2-40B4-BE49-F238E27FC236}">
                <a16:creationId xmlns:a16="http://schemas.microsoft.com/office/drawing/2014/main" id="{1B73749D-3D35-D6AB-A0D4-4796A6D21E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18451" y="2976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307" imgH="520474" progId="Equation.3">
                  <p:embed/>
                </p:oleObj>
              </mc:Choice>
              <mc:Fallback>
                <p:oleObj name="Equation" r:id="rId12" imgW="444307" imgH="520474" progId="Equation.3">
                  <p:embed/>
                  <p:pic>
                    <p:nvPicPr>
                      <p:cNvPr id="76824" name="Object 23">
                        <a:extLst>
                          <a:ext uri="{FF2B5EF4-FFF2-40B4-BE49-F238E27FC236}">
                            <a16:creationId xmlns:a16="http://schemas.microsoft.com/office/drawing/2014/main" id="{1B73749D-3D35-D6AB-A0D4-4796A6D21E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8451" y="2976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5" name="Object 24">
            <a:extLst>
              <a:ext uri="{FF2B5EF4-FFF2-40B4-BE49-F238E27FC236}">
                <a16:creationId xmlns:a16="http://schemas.microsoft.com/office/drawing/2014/main" id="{26B32C33-71A0-4D27-F392-8F6E9DC2EB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9963" y="2976563"/>
          <a:ext cx="36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8300" imgH="520700" progId="Equation.3">
                  <p:embed/>
                </p:oleObj>
              </mc:Choice>
              <mc:Fallback>
                <p:oleObj name="Equation" r:id="rId14" imgW="368300" imgH="520700" progId="Equation.3">
                  <p:embed/>
                  <p:pic>
                    <p:nvPicPr>
                      <p:cNvPr id="76825" name="Object 24">
                        <a:extLst>
                          <a:ext uri="{FF2B5EF4-FFF2-40B4-BE49-F238E27FC236}">
                            <a16:creationId xmlns:a16="http://schemas.microsoft.com/office/drawing/2014/main" id="{26B32C33-71A0-4D27-F392-8F6E9DC2EB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3" y="2976563"/>
                        <a:ext cx="368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6" name="Object 25">
            <a:extLst>
              <a:ext uri="{FF2B5EF4-FFF2-40B4-BE49-F238E27FC236}">
                <a16:creationId xmlns:a16="http://schemas.microsoft.com/office/drawing/2014/main" id="{A5EF2D8F-D85B-95FA-82D2-AE9D443D3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1" y="2971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76826" name="Object 25">
                        <a:extLst>
                          <a:ext uri="{FF2B5EF4-FFF2-40B4-BE49-F238E27FC236}">
                            <a16:creationId xmlns:a16="http://schemas.microsoft.com/office/drawing/2014/main" id="{A5EF2D8F-D85B-95FA-82D2-AE9D443D3E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1" y="2971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7" name="Object 26">
            <a:extLst>
              <a:ext uri="{FF2B5EF4-FFF2-40B4-BE49-F238E27FC236}">
                <a16:creationId xmlns:a16="http://schemas.microsoft.com/office/drawing/2014/main" id="{9BCDE7D3-7F24-6569-83EF-F50B14A5DE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1" y="2362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76827" name="Object 26">
                        <a:extLst>
                          <a:ext uri="{FF2B5EF4-FFF2-40B4-BE49-F238E27FC236}">
                            <a16:creationId xmlns:a16="http://schemas.microsoft.com/office/drawing/2014/main" id="{9BCDE7D3-7F24-6569-83EF-F50B14A5DE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2362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8" name="Object 27">
            <a:extLst>
              <a:ext uri="{FF2B5EF4-FFF2-40B4-BE49-F238E27FC236}">
                <a16:creationId xmlns:a16="http://schemas.microsoft.com/office/drawing/2014/main" id="{7DB3C531-D888-A3C8-C813-CAB2BC7305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2362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76828" name="Object 27">
                        <a:extLst>
                          <a:ext uri="{FF2B5EF4-FFF2-40B4-BE49-F238E27FC236}">
                            <a16:creationId xmlns:a16="http://schemas.microsoft.com/office/drawing/2014/main" id="{7DB3C531-D888-A3C8-C813-CAB2BC7305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2362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9" name="Object 28">
            <a:extLst>
              <a:ext uri="{FF2B5EF4-FFF2-40B4-BE49-F238E27FC236}">
                <a16:creationId xmlns:a16="http://schemas.microsoft.com/office/drawing/2014/main" id="{5C4DC810-3281-8CF5-2FD9-48765A9889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1" y="28956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3890" imgH="393529" progId="Equation.3">
                  <p:embed/>
                </p:oleObj>
              </mc:Choice>
              <mc:Fallback>
                <p:oleObj name="Equation" r:id="rId19" imgW="253890" imgH="393529" progId="Equation.3">
                  <p:embed/>
                  <p:pic>
                    <p:nvPicPr>
                      <p:cNvPr id="76829" name="Object 28">
                        <a:extLst>
                          <a:ext uri="{FF2B5EF4-FFF2-40B4-BE49-F238E27FC236}">
                            <a16:creationId xmlns:a16="http://schemas.microsoft.com/office/drawing/2014/main" id="{5C4DC810-3281-8CF5-2FD9-48765A9889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1" y="28956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30" name="Object 29">
            <a:extLst>
              <a:ext uri="{FF2B5EF4-FFF2-40B4-BE49-F238E27FC236}">
                <a16:creationId xmlns:a16="http://schemas.microsoft.com/office/drawing/2014/main" id="{C7601C4D-FD64-2358-5983-B956B78ED0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15401" y="28956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04668" imgH="380835" progId="Equation.3">
                  <p:embed/>
                </p:oleObj>
              </mc:Choice>
              <mc:Fallback>
                <p:oleObj name="Equation" r:id="rId21" imgW="304668" imgH="380835" progId="Equation.3">
                  <p:embed/>
                  <p:pic>
                    <p:nvPicPr>
                      <p:cNvPr id="76830" name="Object 29">
                        <a:extLst>
                          <a:ext uri="{FF2B5EF4-FFF2-40B4-BE49-F238E27FC236}">
                            <a16:creationId xmlns:a16="http://schemas.microsoft.com/office/drawing/2014/main" id="{C7601C4D-FD64-2358-5983-B956B78ED0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1" y="28956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31" name="Object 30">
            <a:extLst>
              <a:ext uri="{FF2B5EF4-FFF2-40B4-BE49-F238E27FC236}">
                <a16:creationId xmlns:a16="http://schemas.microsoft.com/office/drawing/2014/main" id="{B6AAA68B-319E-6718-F056-D66C1F5D11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3549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8600" imgH="520700" progId="Equation.3">
                  <p:embed/>
                </p:oleObj>
              </mc:Choice>
              <mc:Fallback>
                <p:oleObj name="Equation" r:id="rId22" imgW="228600" imgH="520700" progId="Equation.3">
                  <p:embed/>
                  <p:pic>
                    <p:nvPicPr>
                      <p:cNvPr id="76831" name="Object 30">
                        <a:extLst>
                          <a:ext uri="{FF2B5EF4-FFF2-40B4-BE49-F238E27FC236}">
                            <a16:creationId xmlns:a16="http://schemas.microsoft.com/office/drawing/2014/main" id="{B6AAA68B-319E-6718-F056-D66C1F5D11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35496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32" name="Line 31">
            <a:extLst>
              <a:ext uri="{FF2B5EF4-FFF2-40B4-BE49-F238E27FC236}">
                <a16:creationId xmlns:a16="http://schemas.microsoft.com/office/drawing/2014/main" id="{D3EEE9A2-4472-97E2-94F1-287BFAA9E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6833" name="Object 32">
            <a:extLst>
              <a:ext uri="{FF2B5EF4-FFF2-40B4-BE49-F238E27FC236}">
                <a16:creationId xmlns:a16="http://schemas.microsoft.com/office/drawing/2014/main" id="{8544CF10-293C-FA82-C58F-0884376C7E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4050" y="5422900"/>
          <a:ext cx="4178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178300" imgH="609600" progId="Equation.3">
                  <p:embed/>
                </p:oleObj>
              </mc:Choice>
              <mc:Fallback>
                <p:oleObj name="Equation" r:id="rId24" imgW="4178300" imgH="609600" progId="Equation.3">
                  <p:embed/>
                  <p:pic>
                    <p:nvPicPr>
                      <p:cNvPr id="76833" name="Object 32">
                        <a:extLst>
                          <a:ext uri="{FF2B5EF4-FFF2-40B4-BE49-F238E27FC236}">
                            <a16:creationId xmlns:a16="http://schemas.microsoft.com/office/drawing/2014/main" id="{8544CF10-293C-FA82-C58F-0884376C7E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5422900"/>
                        <a:ext cx="41783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34" name="Object 33">
            <a:extLst>
              <a:ext uri="{FF2B5EF4-FFF2-40B4-BE49-F238E27FC236}">
                <a16:creationId xmlns:a16="http://schemas.microsoft.com/office/drawing/2014/main" id="{84B9E8FF-E52F-ACFE-9248-D78654DD89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3549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28600" imgH="520700" progId="Equation.3">
                  <p:embed/>
                </p:oleObj>
              </mc:Choice>
              <mc:Fallback>
                <p:oleObj name="Equation" r:id="rId26" imgW="228600" imgH="520700" progId="Equation.3">
                  <p:embed/>
                  <p:pic>
                    <p:nvPicPr>
                      <p:cNvPr id="76834" name="Object 33">
                        <a:extLst>
                          <a:ext uri="{FF2B5EF4-FFF2-40B4-BE49-F238E27FC236}">
                            <a16:creationId xmlns:a16="http://schemas.microsoft.com/office/drawing/2014/main" id="{84B9E8FF-E52F-ACFE-9248-D78654DD89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35496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35" name="Object 35">
            <a:extLst>
              <a:ext uri="{FF2B5EF4-FFF2-40B4-BE49-F238E27FC236}">
                <a16:creationId xmlns:a16="http://schemas.microsoft.com/office/drawing/2014/main" id="{19CA03A3-EC2D-0D99-B518-438AAFFC24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495879"/>
              </p:ext>
            </p:extLst>
          </p:nvPr>
        </p:nvGraphicFramePr>
        <p:xfrm>
          <a:off x="8616950" y="415926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545863" imgH="393529" progId="Equation.3">
                  <p:embed/>
                </p:oleObj>
              </mc:Choice>
              <mc:Fallback>
                <p:oleObj name="Equation" r:id="rId27" imgW="545863" imgH="393529" progId="Equation.3">
                  <p:embed/>
                  <p:pic>
                    <p:nvPicPr>
                      <p:cNvPr id="76835" name="Object 35">
                        <a:extLst>
                          <a:ext uri="{FF2B5EF4-FFF2-40B4-BE49-F238E27FC236}">
                            <a16:creationId xmlns:a16="http://schemas.microsoft.com/office/drawing/2014/main" id="{19CA03A3-EC2D-0D99-B518-438AAFFC24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950" y="415926"/>
                        <a:ext cx="5445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36" name="Object 37">
            <a:extLst>
              <a:ext uri="{FF2B5EF4-FFF2-40B4-BE49-F238E27FC236}">
                <a16:creationId xmlns:a16="http://schemas.microsoft.com/office/drawing/2014/main" id="{FEBD2097-E5E7-DCEC-87B6-38BB82DE18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2050" y="5422900"/>
          <a:ext cx="2209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209800" imgH="533400" progId="Equation.3">
                  <p:embed/>
                </p:oleObj>
              </mc:Choice>
              <mc:Fallback>
                <p:oleObj name="Equation" r:id="rId29" imgW="2209800" imgH="533400" progId="Equation.3">
                  <p:embed/>
                  <p:pic>
                    <p:nvPicPr>
                      <p:cNvPr id="76836" name="Object 37">
                        <a:extLst>
                          <a:ext uri="{FF2B5EF4-FFF2-40B4-BE49-F238E27FC236}">
                            <a16:creationId xmlns:a16="http://schemas.microsoft.com/office/drawing/2014/main" id="{FEBD2097-E5E7-DCEC-87B6-38BB82DE18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050" y="5422900"/>
                        <a:ext cx="2209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37" name="Object 38">
            <a:extLst>
              <a:ext uri="{FF2B5EF4-FFF2-40B4-BE49-F238E27FC236}">
                <a16:creationId xmlns:a16="http://schemas.microsoft.com/office/drawing/2014/main" id="{2E9A097A-19B6-F147-634A-F71AAFEE0E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8150" y="1041401"/>
          <a:ext cx="23876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387600" imgH="584200" progId="Equation.3">
                  <p:embed/>
                </p:oleObj>
              </mc:Choice>
              <mc:Fallback>
                <p:oleObj name="Equation" r:id="rId31" imgW="2387600" imgH="584200" progId="Equation.3">
                  <p:embed/>
                  <p:pic>
                    <p:nvPicPr>
                      <p:cNvPr id="76837" name="Object 38">
                        <a:extLst>
                          <a:ext uri="{FF2B5EF4-FFF2-40B4-BE49-F238E27FC236}">
                            <a16:creationId xmlns:a16="http://schemas.microsoft.com/office/drawing/2014/main" id="{2E9A097A-19B6-F147-634A-F71AAFEE0E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1041401"/>
                        <a:ext cx="23876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3">
            <a:extLst>
              <a:ext uri="{FF2B5EF4-FFF2-40B4-BE49-F238E27FC236}">
                <a16:creationId xmlns:a16="http://schemas.microsoft.com/office/drawing/2014/main" id="{0A6B7D9D-692E-EBCA-9FBF-00B985969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EFDD7260-AF5F-41C9-8EE0-385EEA1B63EA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80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A67ACC61-3BE0-1DDC-70FB-95A9DCD34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838200"/>
            <a:ext cx="8839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 </a:t>
            </a:r>
          </a:p>
        </p:txBody>
      </p:sp>
      <p:sp>
        <p:nvSpPr>
          <p:cNvPr id="77828" name="Oval 3">
            <a:extLst>
              <a:ext uri="{FF2B5EF4-FFF2-40B4-BE49-F238E27FC236}">
                <a16:creationId xmlns:a16="http://schemas.microsoft.com/office/drawing/2014/main" id="{BAEC25B9-16C3-D490-7AA2-C95FF0160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19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7829" name="Oval 4">
            <a:extLst>
              <a:ext uri="{FF2B5EF4-FFF2-40B4-BE49-F238E27FC236}">
                <a16:creationId xmlns:a16="http://schemas.microsoft.com/office/drawing/2014/main" id="{34DF286B-348F-283C-DA3E-013F8F457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77830" name="Object 5">
            <a:extLst>
              <a:ext uri="{FF2B5EF4-FFF2-40B4-BE49-F238E27FC236}">
                <a16:creationId xmlns:a16="http://schemas.microsoft.com/office/drawing/2014/main" id="{20EDD5B8-86AA-7B5C-D808-C4AFC996F8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29718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533169" progId="Equation.3">
                  <p:embed/>
                </p:oleObj>
              </mc:Choice>
              <mc:Fallback>
                <p:oleObj name="Equation" r:id="rId2" imgW="431613" imgH="533169" progId="Equation.3">
                  <p:embed/>
                  <p:pic>
                    <p:nvPicPr>
                      <p:cNvPr id="77830" name="Object 5">
                        <a:extLst>
                          <a:ext uri="{FF2B5EF4-FFF2-40B4-BE49-F238E27FC236}">
                            <a16:creationId xmlns:a16="http://schemas.microsoft.com/office/drawing/2014/main" id="{20EDD5B8-86AA-7B5C-D808-C4AFC996F8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29718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1" name="Oval 6">
            <a:extLst>
              <a:ext uri="{FF2B5EF4-FFF2-40B4-BE49-F238E27FC236}">
                <a16:creationId xmlns:a16="http://schemas.microsoft.com/office/drawing/2014/main" id="{FE2C40FA-41CE-ADBD-1FE9-C88AC1514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7832" name="Oval 7">
            <a:extLst>
              <a:ext uri="{FF2B5EF4-FFF2-40B4-BE49-F238E27FC236}">
                <a16:creationId xmlns:a16="http://schemas.microsoft.com/office/drawing/2014/main" id="{6D147F13-9C39-A152-B59B-FF8A59244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7833" name="Oval 8">
            <a:extLst>
              <a:ext uri="{FF2B5EF4-FFF2-40B4-BE49-F238E27FC236}">
                <a16:creationId xmlns:a16="http://schemas.microsoft.com/office/drawing/2014/main" id="{09DDD004-A9C4-B1B8-6469-8F769C669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7834" name="Oval 9">
            <a:extLst>
              <a:ext uri="{FF2B5EF4-FFF2-40B4-BE49-F238E27FC236}">
                <a16:creationId xmlns:a16="http://schemas.microsoft.com/office/drawing/2014/main" id="{C133767F-20B0-A174-F66F-55C28D9AE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7835" name="Oval 10">
            <a:extLst>
              <a:ext uri="{FF2B5EF4-FFF2-40B4-BE49-F238E27FC236}">
                <a16:creationId xmlns:a16="http://schemas.microsoft.com/office/drawing/2014/main" id="{D3EC4164-1B5E-5578-A47F-94F70F314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7836" name="Line 11">
            <a:extLst>
              <a:ext uri="{FF2B5EF4-FFF2-40B4-BE49-F238E27FC236}">
                <a16:creationId xmlns:a16="http://schemas.microsoft.com/office/drawing/2014/main" id="{6B7EF329-8430-88DA-6424-8B6E8CA483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3276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7" name="Oval 12">
            <a:extLst>
              <a:ext uri="{FF2B5EF4-FFF2-40B4-BE49-F238E27FC236}">
                <a16:creationId xmlns:a16="http://schemas.microsoft.com/office/drawing/2014/main" id="{342C720C-21F4-D847-7FE1-08ECBAA7F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295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7838" name="Line 13">
            <a:extLst>
              <a:ext uri="{FF2B5EF4-FFF2-40B4-BE49-F238E27FC236}">
                <a16:creationId xmlns:a16="http://schemas.microsoft.com/office/drawing/2014/main" id="{7C103E1B-B8CD-9FD4-E9AB-AE2274A84F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9" name="Line 14">
            <a:extLst>
              <a:ext uri="{FF2B5EF4-FFF2-40B4-BE49-F238E27FC236}">
                <a16:creationId xmlns:a16="http://schemas.microsoft.com/office/drawing/2014/main" id="{D399A9CB-1C98-8314-AAA0-43CE99374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0" name="Line 15">
            <a:extLst>
              <a:ext uri="{FF2B5EF4-FFF2-40B4-BE49-F238E27FC236}">
                <a16:creationId xmlns:a16="http://schemas.microsoft.com/office/drawing/2014/main" id="{0C4BD892-6CB0-D52C-CEA7-0627381F24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15000" y="2057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1" name="Line 16">
            <a:extLst>
              <a:ext uri="{FF2B5EF4-FFF2-40B4-BE49-F238E27FC236}">
                <a16:creationId xmlns:a16="http://schemas.microsoft.com/office/drawing/2014/main" id="{1B6C0067-AA06-E9C9-3099-E934B7471A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2" name="Freeform 17">
            <a:extLst>
              <a:ext uri="{FF2B5EF4-FFF2-40B4-BE49-F238E27FC236}">
                <a16:creationId xmlns:a16="http://schemas.microsoft.com/office/drawing/2014/main" id="{0E23FFDA-2062-7960-1628-A220509D45FC}"/>
              </a:ext>
            </a:extLst>
          </p:cNvPr>
          <p:cNvSpPr>
            <a:spLocks/>
          </p:cNvSpPr>
          <p:nvPr/>
        </p:nvSpPr>
        <p:spPr bwMode="auto">
          <a:xfrm>
            <a:off x="4495800" y="3505200"/>
            <a:ext cx="5410200" cy="800100"/>
          </a:xfrm>
          <a:custGeom>
            <a:avLst/>
            <a:gdLst>
              <a:gd name="T0" fmla="*/ 2147483646 w 3408"/>
              <a:gd name="T1" fmla="*/ 0 h 504"/>
              <a:gd name="T2" fmla="*/ 2147483646 w 3408"/>
              <a:gd name="T3" fmla="*/ 2147483646 h 504"/>
              <a:gd name="T4" fmla="*/ 2147483646 w 3408"/>
              <a:gd name="T5" fmla="*/ 2147483646 h 504"/>
              <a:gd name="T6" fmla="*/ 0 w 3408"/>
              <a:gd name="T7" fmla="*/ 2147483646 h 504"/>
              <a:gd name="T8" fmla="*/ 0 60000 65536"/>
              <a:gd name="T9" fmla="*/ 0 60000 65536"/>
              <a:gd name="T10" fmla="*/ 0 60000 65536"/>
              <a:gd name="T11" fmla="*/ 0 60000 65536"/>
              <a:gd name="T12" fmla="*/ 0 w 3408"/>
              <a:gd name="T13" fmla="*/ 0 h 504"/>
              <a:gd name="T14" fmla="*/ 3408 w 3408"/>
              <a:gd name="T15" fmla="*/ 504 h 5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7843" name="Object 18">
            <a:extLst>
              <a:ext uri="{FF2B5EF4-FFF2-40B4-BE49-F238E27FC236}">
                <a16:creationId xmlns:a16="http://schemas.microsoft.com/office/drawing/2014/main" id="{2B2C09C8-746B-4CB9-F0B4-B72B537A74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1" y="38862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668" imgH="380835" progId="Equation.3">
                  <p:embed/>
                </p:oleObj>
              </mc:Choice>
              <mc:Fallback>
                <p:oleObj name="Equation" r:id="rId4" imgW="304668" imgH="380835" progId="Equation.3">
                  <p:embed/>
                  <p:pic>
                    <p:nvPicPr>
                      <p:cNvPr id="77843" name="Object 18">
                        <a:extLst>
                          <a:ext uri="{FF2B5EF4-FFF2-40B4-BE49-F238E27FC236}">
                            <a16:creationId xmlns:a16="http://schemas.microsoft.com/office/drawing/2014/main" id="{2B2C09C8-746B-4CB9-F0B4-B72B537A74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1" y="38862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4" name="Object 19">
            <a:extLst>
              <a:ext uri="{FF2B5EF4-FFF2-40B4-BE49-F238E27FC236}">
                <a16:creationId xmlns:a16="http://schemas.microsoft.com/office/drawing/2014/main" id="{7841FB37-DFC2-C47C-7BD9-FDA98F4B6A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2763" y="1447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8918" imgH="533169" progId="Equation.3">
                  <p:embed/>
                </p:oleObj>
              </mc:Choice>
              <mc:Fallback>
                <p:oleObj name="Equation" r:id="rId6" imgW="418918" imgH="533169" progId="Equation.3">
                  <p:embed/>
                  <p:pic>
                    <p:nvPicPr>
                      <p:cNvPr id="77844" name="Object 19">
                        <a:extLst>
                          <a:ext uri="{FF2B5EF4-FFF2-40B4-BE49-F238E27FC236}">
                            <a16:creationId xmlns:a16="http://schemas.microsoft.com/office/drawing/2014/main" id="{7841FB37-DFC2-C47C-7BD9-FDA98F4B6A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763" y="1447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5" name="Object 20">
            <a:extLst>
              <a:ext uri="{FF2B5EF4-FFF2-40B4-BE49-F238E27FC236}">
                <a16:creationId xmlns:a16="http://schemas.microsoft.com/office/drawing/2014/main" id="{34233102-90F8-65CC-C9D7-34BD36A16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7651" y="1452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20474" progId="Equation.3">
                  <p:embed/>
                </p:oleObj>
              </mc:Choice>
              <mc:Fallback>
                <p:oleObj name="Equation" r:id="rId8" imgW="444307" imgH="520474" progId="Equation.3">
                  <p:embed/>
                  <p:pic>
                    <p:nvPicPr>
                      <p:cNvPr id="77845" name="Object 20">
                        <a:extLst>
                          <a:ext uri="{FF2B5EF4-FFF2-40B4-BE49-F238E27FC236}">
                            <a16:creationId xmlns:a16="http://schemas.microsoft.com/office/drawing/2014/main" id="{34233102-90F8-65CC-C9D7-34BD36A161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1" y="1452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6" name="Object 21">
            <a:extLst>
              <a:ext uri="{FF2B5EF4-FFF2-40B4-BE49-F238E27FC236}">
                <a16:creationId xmlns:a16="http://schemas.microsoft.com/office/drawing/2014/main" id="{2AD7F3D1-81B3-94E6-66F8-46059B6CF0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29800" y="2971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8918" imgH="533169" progId="Equation.3">
                  <p:embed/>
                </p:oleObj>
              </mc:Choice>
              <mc:Fallback>
                <p:oleObj name="Equation" r:id="rId10" imgW="418918" imgH="533169" progId="Equation.3">
                  <p:embed/>
                  <p:pic>
                    <p:nvPicPr>
                      <p:cNvPr id="77846" name="Object 21">
                        <a:extLst>
                          <a:ext uri="{FF2B5EF4-FFF2-40B4-BE49-F238E27FC236}">
                            <a16:creationId xmlns:a16="http://schemas.microsoft.com/office/drawing/2014/main" id="{2AD7F3D1-81B3-94E6-66F8-46059B6CF0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9800" y="2971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7" name="Object 22">
            <a:extLst>
              <a:ext uri="{FF2B5EF4-FFF2-40B4-BE49-F238E27FC236}">
                <a16:creationId xmlns:a16="http://schemas.microsoft.com/office/drawing/2014/main" id="{CA5CEABA-70F6-98BD-01D3-3BFDD98BD9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18451" y="2976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307" imgH="520474" progId="Equation.3">
                  <p:embed/>
                </p:oleObj>
              </mc:Choice>
              <mc:Fallback>
                <p:oleObj name="Equation" r:id="rId12" imgW="444307" imgH="520474" progId="Equation.3">
                  <p:embed/>
                  <p:pic>
                    <p:nvPicPr>
                      <p:cNvPr id="77847" name="Object 22">
                        <a:extLst>
                          <a:ext uri="{FF2B5EF4-FFF2-40B4-BE49-F238E27FC236}">
                            <a16:creationId xmlns:a16="http://schemas.microsoft.com/office/drawing/2014/main" id="{CA5CEABA-70F6-98BD-01D3-3BFDD98BD9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8451" y="2976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8" name="Object 23">
            <a:extLst>
              <a:ext uri="{FF2B5EF4-FFF2-40B4-BE49-F238E27FC236}">
                <a16:creationId xmlns:a16="http://schemas.microsoft.com/office/drawing/2014/main" id="{489A0F74-68E0-5146-2B61-6A276B114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9963" y="2976563"/>
          <a:ext cx="36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8300" imgH="520700" progId="Equation.3">
                  <p:embed/>
                </p:oleObj>
              </mc:Choice>
              <mc:Fallback>
                <p:oleObj name="Equation" r:id="rId14" imgW="368300" imgH="520700" progId="Equation.3">
                  <p:embed/>
                  <p:pic>
                    <p:nvPicPr>
                      <p:cNvPr id="77848" name="Object 23">
                        <a:extLst>
                          <a:ext uri="{FF2B5EF4-FFF2-40B4-BE49-F238E27FC236}">
                            <a16:creationId xmlns:a16="http://schemas.microsoft.com/office/drawing/2014/main" id="{489A0F74-68E0-5146-2B61-6A276B1149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3" y="2976563"/>
                        <a:ext cx="368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9" name="Object 24">
            <a:extLst>
              <a:ext uri="{FF2B5EF4-FFF2-40B4-BE49-F238E27FC236}">
                <a16:creationId xmlns:a16="http://schemas.microsoft.com/office/drawing/2014/main" id="{8DB2CD27-70A8-71D7-2BFF-ED51D9ED09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1" y="2971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77849" name="Object 24">
                        <a:extLst>
                          <a:ext uri="{FF2B5EF4-FFF2-40B4-BE49-F238E27FC236}">
                            <a16:creationId xmlns:a16="http://schemas.microsoft.com/office/drawing/2014/main" id="{8DB2CD27-70A8-71D7-2BFF-ED51D9ED09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1" y="2971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0" name="Object 25">
            <a:extLst>
              <a:ext uri="{FF2B5EF4-FFF2-40B4-BE49-F238E27FC236}">
                <a16:creationId xmlns:a16="http://schemas.microsoft.com/office/drawing/2014/main" id="{2F69A3E0-87D3-C9C9-B1B2-D49945A889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1" y="2362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77850" name="Object 25">
                        <a:extLst>
                          <a:ext uri="{FF2B5EF4-FFF2-40B4-BE49-F238E27FC236}">
                            <a16:creationId xmlns:a16="http://schemas.microsoft.com/office/drawing/2014/main" id="{2F69A3E0-87D3-C9C9-B1B2-D49945A889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2362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1" name="Object 26">
            <a:extLst>
              <a:ext uri="{FF2B5EF4-FFF2-40B4-BE49-F238E27FC236}">
                <a16:creationId xmlns:a16="http://schemas.microsoft.com/office/drawing/2014/main" id="{290588EA-DA70-498C-8B30-61658EB20A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2362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77851" name="Object 26">
                        <a:extLst>
                          <a:ext uri="{FF2B5EF4-FFF2-40B4-BE49-F238E27FC236}">
                            <a16:creationId xmlns:a16="http://schemas.microsoft.com/office/drawing/2014/main" id="{290588EA-DA70-498C-8B30-61658EB20A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2362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2" name="Object 27">
            <a:extLst>
              <a:ext uri="{FF2B5EF4-FFF2-40B4-BE49-F238E27FC236}">
                <a16:creationId xmlns:a16="http://schemas.microsoft.com/office/drawing/2014/main" id="{900C9842-0B19-14EB-9A35-787AEC40AB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1" y="28956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3890" imgH="393529" progId="Equation.3">
                  <p:embed/>
                </p:oleObj>
              </mc:Choice>
              <mc:Fallback>
                <p:oleObj name="Equation" r:id="rId19" imgW="253890" imgH="393529" progId="Equation.3">
                  <p:embed/>
                  <p:pic>
                    <p:nvPicPr>
                      <p:cNvPr id="77852" name="Object 27">
                        <a:extLst>
                          <a:ext uri="{FF2B5EF4-FFF2-40B4-BE49-F238E27FC236}">
                            <a16:creationId xmlns:a16="http://schemas.microsoft.com/office/drawing/2014/main" id="{900C9842-0B19-14EB-9A35-787AEC40AB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1" y="28956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3" name="Object 28">
            <a:extLst>
              <a:ext uri="{FF2B5EF4-FFF2-40B4-BE49-F238E27FC236}">
                <a16:creationId xmlns:a16="http://schemas.microsoft.com/office/drawing/2014/main" id="{0FA50814-DE9F-4CB0-F216-DB358A1266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15401" y="28956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04668" imgH="380835" progId="Equation.3">
                  <p:embed/>
                </p:oleObj>
              </mc:Choice>
              <mc:Fallback>
                <p:oleObj name="Equation" r:id="rId21" imgW="304668" imgH="380835" progId="Equation.3">
                  <p:embed/>
                  <p:pic>
                    <p:nvPicPr>
                      <p:cNvPr id="77853" name="Object 28">
                        <a:extLst>
                          <a:ext uri="{FF2B5EF4-FFF2-40B4-BE49-F238E27FC236}">
                            <a16:creationId xmlns:a16="http://schemas.microsoft.com/office/drawing/2014/main" id="{0FA50814-DE9F-4CB0-F216-DB358A1266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1" y="28956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4" name="Object 29">
            <a:extLst>
              <a:ext uri="{FF2B5EF4-FFF2-40B4-BE49-F238E27FC236}">
                <a16:creationId xmlns:a16="http://schemas.microsoft.com/office/drawing/2014/main" id="{01F576F6-462E-6AF1-9D19-D396610032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3549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8600" imgH="520700" progId="Equation.3">
                  <p:embed/>
                </p:oleObj>
              </mc:Choice>
              <mc:Fallback>
                <p:oleObj name="Equation" r:id="rId22" imgW="228600" imgH="520700" progId="Equation.3">
                  <p:embed/>
                  <p:pic>
                    <p:nvPicPr>
                      <p:cNvPr id="77854" name="Object 29">
                        <a:extLst>
                          <a:ext uri="{FF2B5EF4-FFF2-40B4-BE49-F238E27FC236}">
                            <a16:creationId xmlns:a16="http://schemas.microsoft.com/office/drawing/2014/main" id="{01F576F6-462E-6AF1-9D19-D396610032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35496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5" name="Line 30">
            <a:extLst>
              <a:ext uri="{FF2B5EF4-FFF2-40B4-BE49-F238E27FC236}">
                <a16:creationId xmlns:a16="http://schemas.microsoft.com/office/drawing/2014/main" id="{3289F3E6-09F4-08C5-735A-8DCCF95A05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7856" name="Object 31">
            <a:extLst>
              <a:ext uri="{FF2B5EF4-FFF2-40B4-BE49-F238E27FC236}">
                <a16:creationId xmlns:a16="http://schemas.microsoft.com/office/drawing/2014/main" id="{AC5044C4-CA5B-A18E-00E4-8091C03194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3850" y="5422900"/>
          <a:ext cx="4838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838700" imgH="609600" progId="Equation.3">
                  <p:embed/>
                </p:oleObj>
              </mc:Choice>
              <mc:Fallback>
                <p:oleObj name="Equation" r:id="rId24" imgW="4838700" imgH="609600" progId="Equation.3">
                  <p:embed/>
                  <p:pic>
                    <p:nvPicPr>
                      <p:cNvPr id="77856" name="Object 31">
                        <a:extLst>
                          <a:ext uri="{FF2B5EF4-FFF2-40B4-BE49-F238E27FC236}">
                            <a16:creationId xmlns:a16="http://schemas.microsoft.com/office/drawing/2014/main" id="{AC5044C4-CA5B-A18E-00E4-8091C03194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5422900"/>
                        <a:ext cx="4838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7" name="Object 32">
            <a:extLst>
              <a:ext uri="{FF2B5EF4-FFF2-40B4-BE49-F238E27FC236}">
                <a16:creationId xmlns:a16="http://schemas.microsoft.com/office/drawing/2014/main" id="{05455C08-5595-1C97-2372-4CB0719A72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3549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28600" imgH="520700" progId="Equation.3">
                  <p:embed/>
                </p:oleObj>
              </mc:Choice>
              <mc:Fallback>
                <p:oleObj name="Equation" r:id="rId26" imgW="228600" imgH="520700" progId="Equation.3">
                  <p:embed/>
                  <p:pic>
                    <p:nvPicPr>
                      <p:cNvPr id="77857" name="Object 32">
                        <a:extLst>
                          <a:ext uri="{FF2B5EF4-FFF2-40B4-BE49-F238E27FC236}">
                            <a16:creationId xmlns:a16="http://schemas.microsoft.com/office/drawing/2014/main" id="{05455C08-5595-1C97-2372-4CB0719A72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35496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8" name="Object 33">
            <a:extLst>
              <a:ext uri="{FF2B5EF4-FFF2-40B4-BE49-F238E27FC236}">
                <a16:creationId xmlns:a16="http://schemas.microsoft.com/office/drawing/2014/main" id="{2C11AA13-C9F7-F25A-2290-42C01CAE6E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1100" y="5410200"/>
          <a:ext cx="2171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171700" imgH="558800" progId="Equation.3">
                  <p:embed/>
                </p:oleObj>
              </mc:Choice>
              <mc:Fallback>
                <p:oleObj name="Equation" r:id="rId27" imgW="2171700" imgH="558800" progId="Equation.3">
                  <p:embed/>
                  <p:pic>
                    <p:nvPicPr>
                      <p:cNvPr id="77858" name="Object 33">
                        <a:extLst>
                          <a:ext uri="{FF2B5EF4-FFF2-40B4-BE49-F238E27FC236}">
                            <a16:creationId xmlns:a16="http://schemas.microsoft.com/office/drawing/2014/main" id="{2C11AA13-C9F7-F25A-2290-42C01CAE6E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1100" y="5410200"/>
                        <a:ext cx="2171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9" name="Object 34">
            <a:extLst>
              <a:ext uri="{FF2B5EF4-FFF2-40B4-BE49-F238E27FC236}">
                <a16:creationId xmlns:a16="http://schemas.microsoft.com/office/drawing/2014/main" id="{149F27D2-3B95-A3A5-F4B0-6C5A8BFF64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8150" y="1041401"/>
          <a:ext cx="23876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387600" imgH="584200" progId="Equation.3">
                  <p:embed/>
                </p:oleObj>
              </mc:Choice>
              <mc:Fallback>
                <p:oleObj name="Equation" r:id="rId29" imgW="2387600" imgH="584200" progId="Equation.3">
                  <p:embed/>
                  <p:pic>
                    <p:nvPicPr>
                      <p:cNvPr id="77859" name="Object 34">
                        <a:extLst>
                          <a:ext uri="{FF2B5EF4-FFF2-40B4-BE49-F238E27FC236}">
                            <a16:creationId xmlns:a16="http://schemas.microsoft.com/office/drawing/2014/main" id="{149F27D2-3B95-A3A5-F4B0-6C5A8BFF64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1041401"/>
                        <a:ext cx="23876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>
            <a:extLst>
              <a:ext uri="{FF2B5EF4-FFF2-40B4-BE49-F238E27FC236}">
                <a16:creationId xmlns:a16="http://schemas.microsoft.com/office/drawing/2014/main" id="{0F604DF1-7F1C-66D4-B0FF-E06DF99C4C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ar-SA"/>
              <a:t> </a:t>
            </a:r>
          </a:p>
        </p:txBody>
      </p:sp>
      <p:sp>
        <p:nvSpPr>
          <p:cNvPr id="78851" name="Slide Number Placeholder 5">
            <a:extLst>
              <a:ext uri="{FF2B5EF4-FFF2-40B4-BE49-F238E27FC236}">
                <a16:creationId xmlns:a16="http://schemas.microsoft.com/office/drawing/2014/main" id="{0E86C089-1AED-AA81-6F21-8861FA2C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74AFBFF5-8ECA-4F51-B83E-069B05D5A997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81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2" name="Oval 4">
            <a:extLst>
              <a:ext uri="{FF2B5EF4-FFF2-40B4-BE49-F238E27FC236}">
                <a16:creationId xmlns:a16="http://schemas.microsoft.com/office/drawing/2014/main" id="{FF9E15C3-6464-E493-31D5-FE844D375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19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8853" name="Oval 5">
            <a:extLst>
              <a:ext uri="{FF2B5EF4-FFF2-40B4-BE49-F238E27FC236}">
                <a16:creationId xmlns:a16="http://schemas.microsoft.com/office/drawing/2014/main" id="{1697DCC9-578F-5D58-53D8-F391C060E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78854" name="Object 6">
            <a:extLst>
              <a:ext uri="{FF2B5EF4-FFF2-40B4-BE49-F238E27FC236}">
                <a16:creationId xmlns:a16="http://schemas.microsoft.com/office/drawing/2014/main" id="{2270C675-7B66-5CA7-B7BD-0C2BF1F7C8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29718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533169" progId="Equation.3">
                  <p:embed/>
                </p:oleObj>
              </mc:Choice>
              <mc:Fallback>
                <p:oleObj name="Equation" r:id="rId2" imgW="431613" imgH="533169" progId="Equation.3">
                  <p:embed/>
                  <p:pic>
                    <p:nvPicPr>
                      <p:cNvPr id="78854" name="Object 6">
                        <a:extLst>
                          <a:ext uri="{FF2B5EF4-FFF2-40B4-BE49-F238E27FC236}">
                            <a16:creationId xmlns:a16="http://schemas.microsoft.com/office/drawing/2014/main" id="{2270C675-7B66-5CA7-B7BD-0C2BF1F7C8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29718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5" name="Oval 7">
            <a:extLst>
              <a:ext uri="{FF2B5EF4-FFF2-40B4-BE49-F238E27FC236}">
                <a16:creationId xmlns:a16="http://schemas.microsoft.com/office/drawing/2014/main" id="{BB532723-9357-2477-EA78-8CA77330B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8856" name="Oval 8">
            <a:extLst>
              <a:ext uri="{FF2B5EF4-FFF2-40B4-BE49-F238E27FC236}">
                <a16:creationId xmlns:a16="http://schemas.microsoft.com/office/drawing/2014/main" id="{62427B23-823C-EE21-A231-1C211245F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8857" name="Oval 9">
            <a:extLst>
              <a:ext uri="{FF2B5EF4-FFF2-40B4-BE49-F238E27FC236}">
                <a16:creationId xmlns:a16="http://schemas.microsoft.com/office/drawing/2014/main" id="{3E7DCF85-E809-4CF5-2CF8-627546E40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8858" name="Oval 10">
            <a:extLst>
              <a:ext uri="{FF2B5EF4-FFF2-40B4-BE49-F238E27FC236}">
                <a16:creationId xmlns:a16="http://schemas.microsoft.com/office/drawing/2014/main" id="{DA04FAD1-5A7E-4D53-0CEF-F61F8E932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8859" name="Line 11">
            <a:extLst>
              <a:ext uri="{FF2B5EF4-FFF2-40B4-BE49-F238E27FC236}">
                <a16:creationId xmlns:a16="http://schemas.microsoft.com/office/drawing/2014/main" id="{7580702B-EAF3-5515-8405-39933CA45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3276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0" name="Oval 12">
            <a:extLst>
              <a:ext uri="{FF2B5EF4-FFF2-40B4-BE49-F238E27FC236}">
                <a16:creationId xmlns:a16="http://schemas.microsoft.com/office/drawing/2014/main" id="{65D10587-AE78-C089-4447-CE4CE82B8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295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8861" name="Line 13">
            <a:extLst>
              <a:ext uri="{FF2B5EF4-FFF2-40B4-BE49-F238E27FC236}">
                <a16:creationId xmlns:a16="http://schemas.microsoft.com/office/drawing/2014/main" id="{E9473A19-0D8B-2C3D-CE20-786A33C3F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2" name="Line 14">
            <a:extLst>
              <a:ext uri="{FF2B5EF4-FFF2-40B4-BE49-F238E27FC236}">
                <a16:creationId xmlns:a16="http://schemas.microsoft.com/office/drawing/2014/main" id="{536A65AF-6FE5-19EA-7063-99F9EC265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3" name="Line 15">
            <a:extLst>
              <a:ext uri="{FF2B5EF4-FFF2-40B4-BE49-F238E27FC236}">
                <a16:creationId xmlns:a16="http://schemas.microsoft.com/office/drawing/2014/main" id="{4998EF2A-DCDF-9046-B317-079B05AD76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15000" y="2057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4" name="Line 16">
            <a:extLst>
              <a:ext uri="{FF2B5EF4-FFF2-40B4-BE49-F238E27FC236}">
                <a16:creationId xmlns:a16="http://schemas.microsoft.com/office/drawing/2014/main" id="{26EEA07B-EA73-1CE7-56BB-139D12FE45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5" name="Freeform 17">
            <a:extLst>
              <a:ext uri="{FF2B5EF4-FFF2-40B4-BE49-F238E27FC236}">
                <a16:creationId xmlns:a16="http://schemas.microsoft.com/office/drawing/2014/main" id="{495A4EFC-58D5-AF53-7BF9-CC6E8BEDF1EB}"/>
              </a:ext>
            </a:extLst>
          </p:cNvPr>
          <p:cNvSpPr>
            <a:spLocks/>
          </p:cNvSpPr>
          <p:nvPr/>
        </p:nvSpPr>
        <p:spPr bwMode="auto">
          <a:xfrm>
            <a:off x="4495800" y="3505200"/>
            <a:ext cx="5410200" cy="800100"/>
          </a:xfrm>
          <a:custGeom>
            <a:avLst/>
            <a:gdLst>
              <a:gd name="T0" fmla="*/ 2147483646 w 3408"/>
              <a:gd name="T1" fmla="*/ 0 h 504"/>
              <a:gd name="T2" fmla="*/ 2147483646 w 3408"/>
              <a:gd name="T3" fmla="*/ 2147483646 h 504"/>
              <a:gd name="T4" fmla="*/ 2147483646 w 3408"/>
              <a:gd name="T5" fmla="*/ 2147483646 h 504"/>
              <a:gd name="T6" fmla="*/ 0 w 3408"/>
              <a:gd name="T7" fmla="*/ 2147483646 h 504"/>
              <a:gd name="T8" fmla="*/ 0 60000 65536"/>
              <a:gd name="T9" fmla="*/ 0 60000 65536"/>
              <a:gd name="T10" fmla="*/ 0 60000 65536"/>
              <a:gd name="T11" fmla="*/ 0 60000 65536"/>
              <a:gd name="T12" fmla="*/ 0 w 3408"/>
              <a:gd name="T13" fmla="*/ 0 h 504"/>
              <a:gd name="T14" fmla="*/ 3408 w 3408"/>
              <a:gd name="T15" fmla="*/ 504 h 5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8866" name="Object 18">
            <a:extLst>
              <a:ext uri="{FF2B5EF4-FFF2-40B4-BE49-F238E27FC236}">
                <a16:creationId xmlns:a16="http://schemas.microsoft.com/office/drawing/2014/main" id="{B52FCC22-1E65-D02D-00CA-BA5905A545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1" y="38862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668" imgH="380835" progId="Equation.3">
                  <p:embed/>
                </p:oleObj>
              </mc:Choice>
              <mc:Fallback>
                <p:oleObj name="Equation" r:id="rId4" imgW="304668" imgH="380835" progId="Equation.3">
                  <p:embed/>
                  <p:pic>
                    <p:nvPicPr>
                      <p:cNvPr id="78866" name="Object 18">
                        <a:extLst>
                          <a:ext uri="{FF2B5EF4-FFF2-40B4-BE49-F238E27FC236}">
                            <a16:creationId xmlns:a16="http://schemas.microsoft.com/office/drawing/2014/main" id="{B52FCC22-1E65-D02D-00CA-BA5905A545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1" y="38862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7" name="Object 19">
            <a:extLst>
              <a:ext uri="{FF2B5EF4-FFF2-40B4-BE49-F238E27FC236}">
                <a16:creationId xmlns:a16="http://schemas.microsoft.com/office/drawing/2014/main" id="{FD21CD35-24F0-360E-BF00-D6561442A6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2763" y="1447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8918" imgH="533169" progId="Equation.3">
                  <p:embed/>
                </p:oleObj>
              </mc:Choice>
              <mc:Fallback>
                <p:oleObj name="Equation" r:id="rId6" imgW="418918" imgH="533169" progId="Equation.3">
                  <p:embed/>
                  <p:pic>
                    <p:nvPicPr>
                      <p:cNvPr id="78867" name="Object 19">
                        <a:extLst>
                          <a:ext uri="{FF2B5EF4-FFF2-40B4-BE49-F238E27FC236}">
                            <a16:creationId xmlns:a16="http://schemas.microsoft.com/office/drawing/2014/main" id="{FD21CD35-24F0-360E-BF00-D6561442A6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763" y="1447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8" name="Object 20">
            <a:extLst>
              <a:ext uri="{FF2B5EF4-FFF2-40B4-BE49-F238E27FC236}">
                <a16:creationId xmlns:a16="http://schemas.microsoft.com/office/drawing/2014/main" id="{E6362072-344D-4E7E-13E3-61D4A4E20C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7651" y="1452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20474" progId="Equation.3">
                  <p:embed/>
                </p:oleObj>
              </mc:Choice>
              <mc:Fallback>
                <p:oleObj name="Equation" r:id="rId8" imgW="444307" imgH="520474" progId="Equation.3">
                  <p:embed/>
                  <p:pic>
                    <p:nvPicPr>
                      <p:cNvPr id="78868" name="Object 20">
                        <a:extLst>
                          <a:ext uri="{FF2B5EF4-FFF2-40B4-BE49-F238E27FC236}">
                            <a16:creationId xmlns:a16="http://schemas.microsoft.com/office/drawing/2014/main" id="{E6362072-344D-4E7E-13E3-61D4A4E20C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1" y="1452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9" name="Object 21">
            <a:extLst>
              <a:ext uri="{FF2B5EF4-FFF2-40B4-BE49-F238E27FC236}">
                <a16:creationId xmlns:a16="http://schemas.microsoft.com/office/drawing/2014/main" id="{0029A747-77B1-767A-ED50-15EB097852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29800" y="2971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8918" imgH="533169" progId="Equation.3">
                  <p:embed/>
                </p:oleObj>
              </mc:Choice>
              <mc:Fallback>
                <p:oleObj name="Equation" r:id="rId10" imgW="418918" imgH="533169" progId="Equation.3">
                  <p:embed/>
                  <p:pic>
                    <p:nvPicPr>
                      <p:cNvPr id="78869" name="Object 21">
                        <a:extLst>
                          <a:ext uri="{FF2B5EF4-FFF2-40B4-BE49-F238E27FC236}">
                            <a16:creationId xmlns:a16="http://schemas.microsoft.com/office/drawing/2014/main" id="{0029A747-77B1-767A-ED50-15EB097852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9800" y="2971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0" name="Object 22">
            <a:extLst>
              <a:ext uri="{FF2B5EF4-FFF2-40B4-BE49-F238E27FC236}">
                <a16:creationId xmlns:a16="http://schemas.microsoft.com/office/drawing/2014/main" id="{7D806202-21D2-CFA3-2E3F-A9ADCECFD3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18451" y="2976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307" imgH="520474" progId="Equation.3">
                  <p:embed/>
                </p:oleObj>
              </mc:Choice>
              <mc:Fallback>
                <p:oleObj name="Equation" r:id="rId12" imgW="444307" imgH="520474" progId="Equation.3">
                  <p:embed/>
                  <p:pic>
                    <p:nvPicPr>
                      <p:cNvPr id="78870" name="Object 22">
                        <a:extLst>
                          <a:ext uri="{FF2B5EF4-FFF2-40B4-BE49-F238E27FC236}">
                            <a16:creationId xmlns:a16="http://schemas.microsoft.com/office/drawing/2014/main" id="{7D806202-21D2-CFA3-2E3F-A9ADCECFD3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8451" y="2976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1" name="Object 23">
            <a:extLst>
              <a:ext uri="{FF2B5EF4-FFF2-40B4-BE49-F238E27FC236}">
                <a16:creationId xmlns:a16="http://schemas.microsoft.com/office/drawing/2014/main" id="{A0B260ED-2360-9BA2-8B9F-C2BF452EA9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9963" y="2976563"/>
          <a:ext cx="36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8300" imgH="520700" progId="Equation.3">
                  <p:embed/>
                </p:oleObj>
              </mc:Choice>
              <mc:Fallback>
                <p:oleObj name="Equation" r:id="rId14" imgW="368300" imgH="520700" progId="Equation.3">
                  <p:embed/>
                  <p:pic>
                    <p:nvPicPr>
                      <p:cNvPr id="78871" name="Object 23">
                        <a:extLst>
                          <a:ext uri="{FF2B5EF4-FFF2-40B4-BE49-F238E27FC236}">
                            <a16:creationId xmlns:a16="http://schemas.microsoft.com/office/drawing/2014/main" id="{A0B260ED-2360-9BA2-8B9F-C2BF452EA9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3" y="2976563"/>
                        <a:ext cx="368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2" name="Object 24">
            <a:extLst>
              <a:ext uri="{FF2B5EF4-FFF2-40B4-BE49-F238E27FC236}">
                <a16:creationId xmlns:a16="http://schemas.microsoft.com/office/drawing/2014/main" id="{099941F0-CA31-85B0-9BDB-2F9E3188A9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1" y="2971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78872" name="Object 24">
                        <a:extLst>
                          <a:ext uri="{FF2B5EF4-FFF2-40B4-BE49-F238E27FC236}">
                            <a16:creationId xmlns:a16="http://schemas.microsoft.com/office/drawing/2014/main" id="{099941F0-CA31-85B0-9BDB-2F9E3188A9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1" y="2971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3" name="Object 25">
            <a:extLst>
              <a:ext uri="{FF2B5EF4-FFF2-40B4-BE49-F238E27FC236}">
                <a16:creationId xmlns:a16="http://schemas.microsoft.com/office/drawing/2014/main" id="{06D6F46B-7A2E-A2FC-B517-05B5038D4A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1" y="2362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78873" name="Object 25">
                        <a:extLst>
                          <a:ext uri="{FF2B5EF4-FFF2-40B4-BE49-F238E27FC236}">
                            <a16:creationId xmlns:a16="http://schemas.microsoft.com/office/drawing/2014/main" id="{06D6F46B-7A2E-A2FC-B517-05B5038D4A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2362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4" name="Object 26">
            <a:extLst>
              <a:ext uri="{FF2B5EF4-FFF2-40B4-BE49-F238E27FC236}">
                <a16:creationId xmlns:a16="http://schemas.microsoft.com/office/drawing/2014/main" id="{B8CB4276-6E7B-DA14-185C-807C2D8B69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2362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78874" name="Object 26">
                        <a:extLst>
                          <a:ext uri="{FF2B5EF4-FFF2-40B4-BE49-F238E27FC236}">
                            <a16:creationId xmlns:a16="http://schemas.microsoft.com/office/drawing/2014/main" id="{B8CB4276-6E7B-DA14-185C-807C2D8B69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2362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5" name="Object 27">
            <a:extLst>
              <a:ext uri="{FF2B5EF4-FFF2-40B4-BE49-F238E27FC236}">
                <a16:creationId xmlns:a16="http://schemas.microsoft.com/office/drawing/2014/main" id="{30B87C56-F064-B5DF-E048-6F598F6DDA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1" y="28956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890" imgH="393529" progId="Equation.3">
                  <p:embed/>
                </p:oleObj>
              </mc:Choice>
              <mc:Fallback>
                <p:oleObj name="Equation" r:id="rId18" imgW="253890" imgH="393529" progId="Equation.3">
                  <p:embed/>
                  <p:pic>
                    <p:nvPicPr>
                      <p:cNvPr id="78875" name="Object 27">
                        <a:extLst>
                          <a:ext uri="{FF2B5EF4-FFF2-40B4-BE49-F238E27FC236}">
                            <a16:creationId xmlns:a16="http://schemas.microsoft.com/office/drawing/2014/main" id="{30B87C56-F064-B5DF-E048-6F598F6DDA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1" y="28956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6" name="Object 28">
            <a:extLst>
              <a:ext uri="{FF2B5EF4-FFF2-40B4-BE49-F238E27FC236}">
                <a16:creationId xmlns:a16="http://schemas.microsoft.com/office/drawing/2014/main" id="{198E8BC7-3D84-56E8-5759-B04E960D41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15401" y="28956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04668" imgH="380835" progId="Equation.3">
                  <p:embed/>
                </p:oleObj>
              </mc:Choice>
              <mc:Fallback>
                <p:oleObj name="Equation" r:id="rId20" imgW="304668" imgH="380835" progId="Equation.3">
                  <p:embed/>
                  <p:pic>
                    <p:nvPicPr>
                      <p:cNvPr id="78876" name="Object 28">
                        <a:extLst>
                          <a:ext uri="{FF2B5EF4-FFF2-40B4-BE49-F238E27FC236}">
                            <a16:creationId xmlns:a16="http://schemas.microsoft.com/office/drawing/2014/main" id="{198E8BC7-3D84-56E8-5759-B04E960D41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1" y="28956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77" name="Object 29">
            <a:extLst>
              <a:ext uri="{FF2B5EF4-FFF2-40B4-BE49-F238E27FC236}">
                <a16:creationId xmlns:a16="http://schemas.microsoft.com/office/drawing/2014/main" id="{8199B1BC-22C6-E8EB-20F9-3C398E7E25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3549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28600" imgH="520700" progId="Equation.3">
                  <p:embed/>
                </p:oleObj>
              </mc:Choice>
              <mc:Fallback>
                <p:oleObj name="Equation" r:id="rId21" imgW="228600" imgH="520700" progId="Equation.3">
                  <p:embed/>
                  <p:pic>
                    <p:nvPicPr>
                      <p:cNvPr id="78877" name="Object 29">
                        <a:extLst>
                          <a:ext uri="{FF2B5EF4-FFF2-40B4-BE49-F238E27FC236}">
                            <a16:creationId xmlns:a16="http://schemas.microsoft.com/office/drawing/2014/main" id="{8199B1BC-22C6-E8EB-20F9-3C398E7E25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35496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78" name="Line 30">
            <a:extLst>
              <a:ext uri="{FF2B5EF4-FFF2-40B4-BE49-F238E27FC236}">
                <a16:creationId xmlns:a16="http://schemas.microsoft.com/office/drawing/2014/main" id="{53E553BE-805B-BA76-CCFC-C381D89096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8879" name="Object 31">
            <a:extLst>
              <a:ext uri="{FF2B5EF4-FFF2-40B4-BE49-F238E27FC236}">
                <a16:creationId xmlns:a16="http://schemas.microsoft.com/office/drawing/2014/main" id="{CDA57D2A-9AAD-F8AA-B7E4-87C1C841B5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3549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28600" imgH="520700" progId="Equation.3">
                  <p:embed/>
                </p:oleObj>
              </mc:Choice>
              <mc:Fallback>
                <p:oleObj name="Equation" r:id="rId21" imgW="228600" imgH="520700" progId="Equation.3">
                  <p:embed/>
                  <p:pic>
                    <p:nvPicPr>
                      <p:cNvPr id="78879" name="Object 31">
                        <a:extLst>
                          <a:ext uri="{FF2B5EF4-FFF2-40B4-BE49-F238E27FC236}">
                            <a16:creationId xmlns:a16="http://schemas.microsoft.com/office/drawing/2014/main" id="{CDA57D2A-9AAD-F8AA-B7E4-87C1C841B5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35496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80" name="Object 32">
            <a:extLst>
              <a:ext uri="{FF2B5EF4-FFF2-40B4-BE49-F238E27FC236}">
                <a16:creationId xmlns:a16="http://schemas.microsoft.com/office/drawing/2014/main" id="{64EF8EAE-33A1-2D9A-389A-B572387C63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8150" y="1041401"/>
          <a:ext cx="23876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387600" imgH="584200" progId="Equation.3">
                  <p:embed/>
                </p:oleObj>
              </mc:Choice>
              <mc:Fallback>
                <p:oleObj name="Equation" r:id="rId23" imgW="2387600" imgH="584200" progId="Equation.3">
                  <p:embed/>
                  <p:pic>
                    <p:nvPicPr>
                      <p:cNvPr id="78880" name="Object 32">
                        <a:extLst>
                          <a:ext uri="{FF2B5EF4-FFF2-40B4-BE49-F238E27FC236}">
                            <a16:creationId xmlns:a16="http://schemas.microsoft.com/office/drawing/2014/main" id="{64EF8EAE-33A1-2D9A-389A-B572387C63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1041401"/>
                        <a:ext cx="23876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81" name="Object 33">
            <a:extLst>
              <a:ext uri="{FF2B5EF4-FFF2-40B4-BE49-F238E27FC236}">
                <a16:creationId xmlns:a16="http://schemas.microsoft.com/office/drawing/2014/main" id="{8B19F316-E023-032B-5C58-54F75D2687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0050" y="5422900"/>
          <a:ext cx="4686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686300" imgH="609600" progId="Equation.3">
                  <p:embed/>
                </p:oleObj>
              </mc:Choice>
              <mc:Fallback>
                <p:oleObj name="Equation" r:id="rId25" imgW="4686300" imgH="609600" progId="Equation.3">
                  <p:embed/>
                  <p:pic>
                    <p:nvPicPr>
                      <p:cNvPr id="78881" name="Object 33">
                        <a:extLst>
                          <a:ext uri="{FF2B5EF4-FFF2-40B4-BE49-F238E27FC236}">
                            <a16:creationId xmlns:a16="http://schemas.microsoft.com/office/drawing/2014/main" id="{8B19F316-E023-032B-5C58-54F75D2687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0" y="5422900"/>
                        <a:ext cx="46863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82" name="Object 34">
            <a:extLst>
              <a:ext uri="{FF2B5EF4-FFF2-40B4-BE49-F238E27FC236}">
                <a16:creationId xmlns:a16="http://schemas.microsoft.com/office/drawing/2014/main" id="{6F2A3F96-45DF-D734-5228-9911684F55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08826" y="5580063"/>
          <a:ext cx="24987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معادلة" r:id="rId27" imgW="850531" imgH="203112" progId="Equation.3">
                  <p:embed/>
                </p:oleObj>
              </mc:Choice>
              <mc:Fallback>
                <p:oleObj name="معادلة" r:id="rId27" imgW="850531" imgH="203112" progId="Equation.3">
                  <p:embed/>
                  <p:pic>
                    <p:nvPicPr>
                      <p:cNvPr id="78882" name="Object 34">
                        <a:extLst>
                          <a:ext uri="{FF2B5EF4-FFF2-40B4-BE49-F238E27FC236}">
                            <a16:creationId xmlns:a16="http://schemas.microsoft.com/office/drawing/2014/main" id="{6F2A3F96-45DF-D734-5228-9911684F55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8826" y="5580063"/>
                        <a:ext cx="249872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83" name="Oval 37">
            <a:extLst>
              <a:ext uri="{FF2B5EF4-FFF2-40B4-BE49-F238E27FC236}">
                <a16:creationId xmlns:a16="http://schemas.microsoft.com/office/drawing/2014/main" id="{4BA982DC-00F5-A124-C0EB-6D41C7C16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3">
            <a:extLst>
              <a:ext uri="{FF2B5EF4-FFF2-40B4-BE49-F238E27FC236}">
                <a16:creationId xmlns:a16="http://schemas.microsoft.com/office/drawing/2014/main" id="{271AFCC4-B529-9508-BC9D-5D0F9B25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5FE1AAA3-38E9-49E7-A683-17B49A5A8C76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82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75" name="Rectangle 1026">
            <a:extLst>
              <a:ext uri="{FF2B5EF4-FFF2-40B4-BE49-F238E27FC236}">
                <a16:creationId xmlns:a16="http://schemas.microsoft.com/office/drawing/2014/main" id="{0F2871C6-606A-AD03-A3BB-63CA9F52D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838200"/>
            <a:ext cx="8839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 </a:t>
            </a:r>
          </a:p>
        </p:txBody>
      </p:sp>
      <p:sp>
        <p:nvSpPr>
          <p:cNvPr id="79876" name="Oval 1027">
            <a:extLst>
              <a:ext uri="{FF2B5EF4-FFF2-40B4-BE49-F238E27FC236}">
                <a16:creationId xmlns:a16="http://schemas.microsoft.com/office/drawing/2014/main" id="{59C54E71-0F85-3646-292F-C8797E32D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19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9877" name="Oval 1028">
            <a:extLst>
              <a:ext uri="{FF2B5EF4-FFF2-40B4-BE49-F238E27FC236}">
                <a16:creationId xmlns:a16="http://schemas.microsoft.com/office/drawing/2014/main" id="{339B7492-4786-5B22-0085-E396EFD7E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79878" name="Object 1029">
            <a:extLst>
              <a:ext uri="{FF2B5EF4-FFF2-40B4-BE49-F238E27FC236}">
                <a16:creationId xmlns:a16="http://schemas.microsoft.com/office/drawing/2014/main" id="{B5E1C024-75BE-2D64-154A-AD4584B900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29718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533169" progId="Equation.3">
                  <p:embed/>
                </p:oleObj>
              </mc:Choice>
              <mc:Fallback>
                <p:oleObj name="Equation" r:id="rId2" imgW="431613" imgH="533169" progId="Equation.3">
                  <p:embed/>
                  <p:pic>
                    <p:nvPicPr>
                      <p:cNvPr id="79878" name="Object 1029">
                        <a:extLst>
                          <a:ext uri="{FF2B5EF4-FFF2-40B4-BE49-F238E27FC236}">
                            <a16:creationId xmlns:a16="http://schemas.microsoft.com/office/drawing/2014/main" id="{B5E1C024-75BE-2D64-154A-AD4584B900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29718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9" name="Oval 1030">
            <a:extLst>
              <a:ext uri="{FF2B5EF4-FFF2-40B4-BE49-F238E27FC236}">
                <a16:creationId xmlns:a16="http://schemas.microsoft.com/office/drawing/2014/main" id="{3D2ABE1C-8D4B-4F09-3A80-F79317377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9880" name="Oval 1031">
            <a:extLst>
              <a:ext uri="{FF2B5EF4-FFF2-40B4-BE49-F238E27FC236}">
                <a16:creationId xmlns:a16="http://schemas.microsoft.com/office/drawing/2014/main" id="{F98AF397-E95B-062B-AA6C-1819E862A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9881" name="Oval 1032">
            <a:extLst>
              <a:ext uri="{FF2B5EF4-FFF2-40B4-BE49-F238E27FC236}">
                <a16:creationId xmlns:a16="http://schemas.microsoft.com/office/drawing/2014/main" id="{FFCCE0BF-467D-21C8-F79E-58A225830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9882" name="Oval 1033">
            <a:extLst>
              <a:ext uri="{FF2B5EF4-FFF2-40B4-BE49-F238E27FC236}">
                <a16:creationId xmlns:a16="http://schemas.microsoft.com/office/drawing/2014/main" id="{67113964-26A7-4B68-4E8A-1FEFF9D22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9883" name="Line 1034">
            <a:extLst>
              <a:ext uri="{FF2B5EF4-FFF2-40B4-BE49-F238E27FC236}">
                <a16:creationId xmlns:a16="http://schemas.microsoft.com/office/drawing/2014/main" id="{443D2DB6-B0AF-2F47-5746-1493318AB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3276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4" name="Oval 1035">
            <a:extLst>
              <a:ext uri="{FF2B5EF4-FFF2-40B4-BE49-F238E27FC236}">
                <a16:creationId xmlns:a16="http://schemas.microsoft.com/office/drawing/2014/main" id="{F5454F71-1036-4196-F72D-CDA9D5897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295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79885" name="Line 1036">
            <a:extLst>
              <a:ext uri="{FF2B5EF4-FFF2-40B4-BE49-F238E27FC236}">
                <a16:creationId xmlns:a16="http://schemas.microsoft.com/office/drawing/2014/main" id="{32C8FA01-6BD6-C380-1741-FF3B9631A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6" name="Line 1037">
            <a:extLst>
              <a:ext uri="{FF2B5EF4-FFF2-40B4-BE49-F238E27FC236}">
                <a16:creationId xmlns:a16="http://schemas.microsoft.com/office/drawing/2014/main" id="{4D8AE46F-1208-8AC1-70FF-2919B59F5DD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7" name="Line 1038">
            <a:extLst>
              <a:ext uri="{FF2B5EF4-FFF2-40B4-BE49-F238E27FC236}">
                <a16:creationId xmlns:a16="http://schemas.microsoft.com/office/drawing/2014/main" id="{1764DD91-0AB4-5A1A-11B5-CD08600396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15000" y="2057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8" name="Line 1039">
            <a:extLst>
              <a:ext uri="{FF2B5EF4-FFF2-40B4-BE49-F238E27FC236}">
                <a16:creationId xmlns:a16="http://schemas.microsoft.com/office/drawing/2014/main" id="{1AB95418-0A07-2521-DD46-A133FC525F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89" name="Freeform 1040">
            <a:extLst>
              <a:ext uri="{FF2B5EF4-FFF2-40B4-BE49-F238E27FC236}">
                <a16:creationId xmlns:a16="http://schemas.microsoft.com/office/drawing/2014/main" id="{E1D73ACF-71E6-E188-AFD3-48C470ADC371}"/>
              </a:ext>
            </a:extLst>
          </p:cNvPr>
          <p:cNvSpPr>
            <a:spLocks/>
          </p:cNvSpPr>
          <p:nvPr/>
        </p:nvSpPr>
        <p:spPr bwMode="auto">
          <a:xfrm>
            <a:off x="4495800" y="3505200"/>
            <a:ext cx="5410200" cy="800100"/>
          </a:xfrm>
          <a:custGeom>
            <a:avLst/>
            <a:gdLst>
              <a:gd name="T0" fmla="*/ 2147483646 w 3408"/>
              <a:gd name="T1" fmla="*/ 0 h 504"/>
              <a:gd name="T2" fmla="*/ 2147483646 w 3408"/>
              <a:gd name="T3" fmla="*/ 2147483646 h 504"/>
              <a:gd name="T4" fmla="*/ 2147483646 w 3408"/>
              <a:gd name="T5" fmla="*/ 2147483646 h 504"/>
              <a:gd name="T6" fmla="*/ 0 w 3408"/>
              <a:gd name="T7" fmla="*/ 2147483646 h 504"/>
              <a:gd name="T8" fmla="*/ 0 60000 65536"/>
              <a:gd name="T9" fmla="*/ 0 60000 65536"/>
              <a:gd name="T10" fmla="*/ 0 60000 65536"/>
              <a:gd name="T11" fmla="*/ 0 60000 65536"/>
              <a:gd name="T12" fmla="*/ 0 w 3408"/>
              <a:gd name="T13" fmla="*/ 0 h 504"/>
              <a:gd name="T14" fmla="*/ 3408 w 3408"/>
              <a:gd name="T15" fmla="*/ 504 h 5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9890" name="Object 1041">
            <a:extLst>
              <a:ext uri="{FF2B5EF4-FFF2-40B4-BE49-F238E27FC236}">
                <a16:creationId xmlns:a16="http://schemas.microsoft.com/office/drawing/2014/main" id="{6A581C8D-BB50-90AA-9680-CAF62AC153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1" y="38862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668" imgH="380835" progId="Equation.3">
                  <p:embed/>
                </p:oleObj>
              </mc:Choice>
              <mc:Fallback>
                <p:oleObj name="Equation" r:id="rId4" imgW="304668" imgH="380835" progId="Equation.3">
                  <p:embed/>
                  <p:pic>
                    <p:nvPicPr>
                      <p:cNvPr id="79890" name="Object 1041">
                        <a:extLst>
                          <a:ext uri="{FF2B5EF4-FFF2-40B4-BE49-F238E27FC236}">
                            <a16:creationId xmlns:a16="http://schemas.microsoft.com/office/drawing/2014/main" id="{6A581C8D-BB50-90AA-9680-CAF62AC153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1" y="38862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1" name="Object 1042">
            <a:extLst>
              <a:ext uri="{FF2B5EF4-FFF2-40B4-BE49-F238E27FC236}">
                <a16:creationId xmlns:a16="http://schemas.microsoft.com/office/drawing/2014/main" id="{6B9CCDBC-0F0E-1B6A-8734-AFF562261A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2763" y="1447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8918" imgH="533169" progId="Equation.3">
                  <p:embed/>
                </p:oleObj>
              </mc:Choice>
              <mc:Fallback>
                <p:oleObj name="Equation" r:id="rId6" imgW="418918" imgH="533169" progId="Equation.3">
                  <p:embed/>
                  <p:pic>
                    <p:nvPicPr>
                      <p:cNvPr id="79891" name="Object 1042">
                        <a:extLst>
                          <a:ext uri="{FF2B5EF4-FFF2-40B4-BE49-F238E27FC236}">
                            <a16:creationId xmlns:a16="http://schemas.microsoft.com/office/drawing/2014/main" id="{6B9CCDBC-0F0E-1B6A-8734-AFF562261A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763" y="1447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2" name="Object 1043">
            <a:extLst>
              <a:ext uri="{FF2B5EF4-FFF2-40B4-BE49-F238E27FC236}">
                <a16:creationId xmlns:a16="http://schemas.microsoft.com/office/drawing/2014/main" id="{93C42700-42C6-D6D3-88AB-3A2DB7AE8F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7651" y="1452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20474" progId="Equation.3">
                  <p:embed/>
                </p:oleObj>
              </mc:Choice>
              <mc:Fallback>
                <p:oleObj name="Equation" r:id="rId8" imgW="444307" imgH="520474" progId="Equation.3">
                  <p:embed/>
                  <p:pic>
                    <p:nvPicPr>
                      <p:cNvPr id="79892" name="Object 1043">
                        <a:extLst>
                          <a:ext uri="{FF2B5EF4-FFF2-40B4-BE49-F238E27FC236}">
                            <a16:creationId xmlns:a16="http://schemas.microsoft.com/office/drawing/2014/main" id="{93C42700-42C6-D6D3-88AB-3A2DB7AE8F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1" y="1452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3" name="Object 1044">
            <a:extLst>
              <a:ext uri="{FF2B5EF4-FFF2-40B4-BE49-F238E27FC236}">
                <a16:creationId xmlns:a16="http://schemas.microsoft.com/office/drawing/2014/main" id="{50FA4B8C-B315-1EF9-EDE1-48BA2676F1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29800" y="2971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8918" imgH="533169" progId="Equation.3">
                  <p:embed/>
                </p:oleObj>
              </mc:Choice>
              <mc:Fallback>
                <p:oleObj name="Equation" r:id="rId10" imgW="418918" imgH="533169" progId="Equation.3">
                  <p:embed/>
                  <p:pic>
                    <p:nvPicPr>
                      <p:cNvPr id="79893" name="Object 1044">
                        <a:extLst>
                          <a:ext uri="{FF2B5EF4-FFF2-40B4-BE49-F238E27FC236}">
                            <a16:creationId xmlns:a16="http://schemas.microsoft.com/office/drawing/2014/main" id="{50FA4B8C-B315-1EF9-EDE1-48BA2676F1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9800" y="2971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4" name="Object 1045">
            <a:extLst>
              <a:ext uri="{FF2B5EF4-FFF2-40B4-BE49-F238E27FC236}">
                <a16:creationId xmlns:a16="http://schemas.microsoft.com/office/drawing/2014/main" id="{5E610F03-3213-1836-1EF1-82E2198507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18451" y="2976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307" imgH="520474" progId="Equation.3">
                  <p:embed/>
                </p:oleObj>
              </mc:Choice>
              <mc:Fallback>
                <p:oleObj name="Equation" r:id="rId12" imgW="444307" imgH="520474" progId="Equation.3">
                  <p:embed/>
                  <p:pic>
                    <p:nvPicPr>
                      <p:cNvPr id="79894" name="Object 1045">
                        <a:extLst>
                          <a:ext uri="{FF2B5EF4-FFF2-40B4-BE49-F238E27FC236}">
                            <a16:creationId xmlns:a16="http://schemas.microsoft.com/office/drawing/2014/main" id="{5E610F03-3213-1836-1EF1-82E2198507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8451" y="2976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5" name="Object 1046">
            <a:extLst>
              <a:ext uri="{FF2B5EF4-FFF2-40B4-BE49-F238E27FC236}">
                <a16:creationId xmlns:a16="http://schemas.microsoft.com/office/drawing/2014/main" id="{EC34D123-11AC-7859-5D22-4F4020C371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9963" y="2976563"/>
          <a:ext cx="36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8300" imgH="520700" progId="Equation.3">
                  <p:embed/>
                </p:oleObj>
              </mc:Choice>
              <mc:Fallback>
                <p:oleObj name="Equation" r:id="rId14" imgW="368300" imgH="520700" progId="Equation.3">
                  <p:embed/>
                  <p:pic>
                    <p:nvPicPr>
                      <p:cNvPr id="79895" name="Object 1046">
                        <a:extLst>
                          <a:ext uri="{FF2B5EF4-FFF2-40B4-BE49-F238E27FC236}">
                            <a16:creationId xmlns:a16="http://schemas.microsoft.com/office/drawing/2014/main" id="{EC34D123-11AC-7859-5D22-4F4020C371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3" y="2976563"/>
                        <a:ext cx="368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6" name="Object 1047">
            <a:extLst>
              <a:ext uri="{FF2B5EF4-FFF2-40B4-BE49-F238E27FC236}">
                <a16:creationId xmlns:a16="http://schemas.microsoft.com/office/drawing/2014/main" id="{D8A158A9-A22A-C5BF-7DE3-4E75711F76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1" y="2971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79896" name="Object 1047">
                        <a:extLst>
                          <a:ext uri="{FF2B5EF4-FFF2-40B4-BE49-F238E27FC236}">
                            <a16:creationId xmlns:a16="http://schemas.microsoft.com/office/drawing/2014/main" id="{D8A158A9-A22A-C5BF-7DE3-4E75711F76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1" y="2971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7" name="Object 1048">
            <a:extLst>
              <a:ext uri="{FF2B5EF4-FFF2-40B4-BE49-F238E27FC236}">
                <a16:creationId xmlns:a16="http://schemas.microsoft.com/office/drawing/2014/main" id="{F1CC4DD0-39B7-070A-5EA8-5A6149FB27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1" y="2362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79897" name="Object 1048">
                        <a:extLst>
                          <a:ext uri="{FF2B5EF4-FFF2-40B4-BE49-F238E27FC236}">
                            <a16:creationId xmlns:a16="http://schemas.microsoft.com/office/drawing/2014/main" id="{F1CC4DD0-39B7-070A-5EA8-5A6149FB27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2362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8" name="Object 1049">
            <a:extLst>
              <a:ext uri="{FF2B5EF4-FFF2-40B4-BE49-F238E27FC236}">
                <a16:creationId xmlns:a16="http://schemas.microsoft.com/office/drawing/2014/main" id="{A5DDC6A1-1732-F0B9-BAF4-27AE30E954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2362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79898" name="Object 1049">
                        <a:extLst>
                          <a:ext uri="{FF2B5EF4-FFF2-40B4-BE49-F238E27FC236}">
                            <a16:creationId xmlns:a16="http://schemas.microsoft.com/office/drawing/2014/main" id="{A5DDC6A1-1732-F0B9-BAF4-27AE30E954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2362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99" name="Object 1050">
            <a:extLst>
              <a:ext uri="{FF2B5EF4-FFF2-40B4-BE49-F238E27FC236}">
                <a16:creationId xmlns:a16="http://schemas.microsoft.com/office/drawing/2014/main" id="{29613D28-8E93-8591-DF38-F632E9B43B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1" y="28956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3890" imgH="393529" progId="Equation.3">
                  <p:embed/>
                </p:oleObj>
              </mc:Choice>
              <mc:Fallback>
                <p:oleObj name="Equation" r:id="rId18" imgW="253890" imgH="393529" progId="Equation.3">
                  <p:embed/>
                  <p:pic>
                    <p:nvPicPr>
                      <p:cNvPr id="79899" name="Object 1050">
                        <a:extLst>
                          <a:ext uri="{FF2B5EF4-FFF2-40B4-BE49-F238E27FC236}">
                            <a16:creationId xmlns:a16="http://schemas.microsoft.com/office/drawing/2014/main" id="{29613D28-8E93-8591-DF38-F632E9B43B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1" y="28956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0" name="Object 1051">
            <a:extLst>
              <a:ext uri="{FF2B5EF4-FFF2-40B4-BE49-F238E27FC236}">
                <a16:creationId xmlns:a16="http://schemas.microsoft.com/office/drawing/2014/main" id="{B8D77D6D-53F9-08D3-985B-47826A64BE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15401" y="28956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04668" imgH="380835" progId="Equation.3">
                  <p:embed/>
                </p:oleObj>
              </mc:Choice>
              <mc:Fallback>
                <p:oleObj name="Equation" r:id="rId20" imgW="304668" imgH="380835" progId="Equation.3">
                  <p:embed/>
                  <p:pic>
                    <p:nvPicPr>
                      <p:cNvPr id="79900" name="Object 1051">
                        <a:extLst>
                          <a:ext uri="{FF2B5EF4-FFF2-40B4-BE49-F238E27FC236}">
                            <a16:creationId xmlns:a16="http://schemas.microsoft.com/office/drawing/2014/main" id="{B8D77D6D-53F9-08D3-985B-47826A64BE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1" y="28956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1" name="Object 1052">
            <a:extLst>
              <a:ext uri="{FF2B5EF4-FFF2-40B4-BE49-F238E27FC236}">
                <a16:creationId xmlns:a16="http://schemas.microsoft.com/office/drawing/2014/main" id="{C0EDA15A-4283-9303-95A2-2D554587CD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3549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28600" imgH="520700" progId="Equation.3">
                  <p:embed/>
                </p:oleObj>
              </mc:Choice>
              <mc:Fallback>
                <p:oleObj name="Equation" r:id="rId21" imgW="228600" imgH="520700" progId="Equation.3">
                  <p:embed/>
                  <p:pic>
                    <p:nvPicPr>
                      <p:cNvPr id="79901" name="Object 1052">
                        <a:extLst>
                          <a:ext uri="{FF2B5EF4-FFF2-40B4-BE49-F238E27FC236}">
                            <a16:creationId xmlns:a16="http://schemas.microsoft.com/office/drawing/2014/main" id="{C0EDA15A-4283-9303-95A2-2D554587CD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35496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02" name="Line 1053">
            <a:extLst>
              <a:ext uri="{FF2B5EF4-FFF2-40B4-BE49-F238E27FC236}">
                <a16:creationId xmlns:a16="http://schemas.microsoft.com/office/drawing/2014/main" id="{8FB82964-1C35-8A37-3EE8-188C48159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9903" name="Object 1054">
            <a:extLst>
              <a:ext uri="{FF2B5EF4-FFF2-40B4-BE49-F238E27FC236}">
                <a16:creationId xmlns:a16="http://schemas.microsoft.com/office/drawing/2014/main" id="{287D0B5D-26D1-BD7C-5273-7A2343A693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3549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28600" imgH="520700" progId="Equation.3">
                  <p:embed/>
                </p:oleObj>
              </mc:Choice>
              <mc:Fallback>
                <p:oleObj name="Equation" r:id="rId21" imgW="228600" imgH="520700" progId="Equation.3">
                  <p:embed/>
                  <p:pic>
                    <p:nvPicPr>
                      <p:cNvPr id="79903" name="Object 1054">
                        <a:extLst>
                          <a:ext uri="{FF2B5EF4-FFF2-40B4-BE49-F238E27FC236}">
                            <a16:creationId xmlns:a16="http://schemas.microsoft.com/office/drawing/2014/main" id="{287D0B5D-26D1-BD7C-5273-7A2343A693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35496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4" name="Object 1055">
            <a:extLst>
              <a:ext uri="{FF2B5EF4-FFF2-40B4-BE49-F238E27FC236}">
                <a16:creationId xmlns:a16="http://schemas.microsoft.com/office/drawing/2014/main" id="{CCA455AA-6D88-59DB-0CDC-09517B98E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8150" y="1041401"/>
          <a:ext cx="23876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387600" imgH="584200" progId="Equation.3">
                  <p:embed/>
                </p:oleObj>
              </mc:Choice>
              <mc:Fallback>
                <p:oleObj name="Equation" r:id="rId23" imgW="2387600" imgH="584200" progId="Equation.3">
                  <p:embed/>
                  <p:pic>
                    <p:nvPicPr>
                      <p:cNvPr id="79904" name="Object 1055">
                        <a:extLst>
                          <a:ext uri="{FF2B5EF4-FFF2-40B4-BE49-F238E27FC236}">
                            <a16:creationId xmlns:a16="http://schemas.microsoft.com/office/drawing/2014/main" id="{CCA455AA-6D88-59DB-0CDC-09517B98EC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1041401"/>
                        <a:ext cx="23876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5" name="Object 1056">
            <a:extLst>
              <a:ext uri="{FF2B5EF4-FFF2-40B4-BE49-F238E27FC236}">
                <a16:creationId xmlns:a16="http://schemas.microsoft.com/office/drawing/2014/main" id="{7EEBC9E9-8343-72D2-BB6E-424B561276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2650" y="5435600"/>
          <a:ext cx="3721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721100" imgH="584200" progId="Equation.3">
                  <p:embed/>
                </p:oleObj>
              </mc:Choice>
              <mc:Fallback>
                <p:oleObj name="Equation" r:id="rId25" imgW="3721100" imgH="584200" progId="Equation.3">
                  <p:embed/>
                  <p:pic>
                    <p:nvPicPr>
                      <p:cNvPr id="79905" name="Object 1056">
                        <a:extLst>
                          <a:ext uri="{FF2B5EF4-FFF2-40B4-BE49-F238E27FC236}">
                            <a16:creationId xmlns:a16="http://schemas.microsoft.com/office/drawing/2014/main" id="{7EEBC9E9-8343-72D2-BB6E-424B561276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5435600"/>
                        <a:ext cx="37211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6" name="Object 1057">
            <a:extLst>
              <a:ext uri="{FF2B5EF4-FFF2-40B4-BE49-F238E27FC236}">
                <a16:creationId xmlns:a16="http://schemas.microsoft.com/office/drawing/2014/main" id="{1BB9990E-E412-D205-7DEA-BE43BA6CBC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0" y="5410200"/>
          <a:ext cx="2438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438400" imgH="558800" progId="Equation.3">
                  <p:embed/>
                </p:oleObj>
              </mc:Choice>
              <mc:Fallback>
                <p:oleObj name="Equation" r:id="rId27" imgW="2438400" imgH="558800" progId="Equation.3">
                  <p:embed/>
                  <p:pic>
                    <p:nvPicPr>
                      <p:cNvPr id="79906" name="Object 1057">
                        <a:extLst>
                          <a:ext uri="{FF2B5EF4-FFF2-40B4-BE49-F238E27FC236}">
                            <a16:creationId xmlns:a16="http://schemas.microsoft.com/office/drawing/2014/main" id="{1BB9990E-E412-D205-7DEA-BE43BA6CBC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5410200"/>
                        <a:ext cx="24384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07" name="Oval 1058">
            <a:extLst>
              <a:ext uri="{FF2B5EF4-FFF2-40B4-BE49-F238E27FC236}">
                <a16:creationId xmlns:a16="http://schemas.microsoft.com/office/drawing/2014/main" id="{B15DED1D-ED0D-3972-4C1A-B7412CF06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>
            <a:extLst>
              <a:ext uri="{FF2B5EF4-FFF2-40B4-BE49-F238E27FC236}">
                <a16:creationId xmlns:a16="http://schemas.microsoft.com/office/drawing/2014/main" id="{3C3584C1-7F94-3888-B66B-EBCF4C6F5A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ar-SA"/>
              <a:t>  </a:t>
            </a:r>
          </a:p>
        </p:txBody>
      </p:sp>
      <p:sp>
        <p:nvSpPr>
          <p:cNvPr id="80899" name="Slide Number Placeholder 5">
            <a:extLst>
              <a:ext uri="{FF2B5EF4-FFF2-40B4-BE49-F238E27FC236}">
                <a16:creationId xmlns:a16="http://schemas.microsoft.com/office/drawing/2014/main" id="{CCC9A463-0D22-AA88-108B-FFAFB44F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E7ED16A7-7BAE-4206-A9E5-2E51255C5E9C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83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0" name="Oval 4">
            <a:extLst>
              <a:ext uri="{FF2B5EF4-FFF2-40B4-BE49-F238E27FC236}">
                <a16:creationId xmlns:a16="http://schemas.microsoft.com/office/drawing/2014/main" id="{01F69769-3827-104B-619A-D94ACCF12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19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0901" name="Oval 5">
            <a:extLst>
              <a:ext uri="{FF2B5EF4-FFF2-40B4-BE49-F238E27FC236}">
                <a16:creationId xmlns:a16="http://schemas.microsoft.com/office/drawing/2014/main" id="{DCB9070B-EC2F-610F-481A-5EA7D1F08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80902" name="Object 0">
            <a:extLst>
              <a:ext uri="{FF2B5EF4-FFF2-40B4-BE49-F238E27FC236}">
                <a16:creationId xmlns:a16="http://schemas.microsoft.com/office/drawing/2014/main" id="{0B8248E1-E6CF-982F-BCBA-17C57F510E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1" y="29718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533169" progId="Equation.3">
                  <p:embed/>
                </p:oleObj>
              </mc:Choice>
              <mc:Fallback>
                <p:oleObj name="Equation" r:id="rId2" imgW="431613" imgH="533169" progId="Equation.3">
                  <p:embed/>
                  <p:pic>
                    <p:nvPicPr>
                      <p:cNvPr id="80902" name="Object 0">
                        <a:extLst>
                          <a:ext uri="{FF2B5EF4-FFF2-40B4-BE49-F238E27FC236}">
                            <a16:creationId xmlns:a16="http://schemas.microsoft.com/office/drawing/2014/main" id="{0B8248E1-E6CF-982F-BCBA-17C57F510E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1" y="29718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3" name="Oval 7">
            <a:extLst>
              <a:ext uri="{FF2B5EF4-FFF2-40B4-BE49-F238E27FC236}">
                <a16:creationId xmlns:a16="http://schemas.microsoft.com/office/drawing/2014/main" id="{F05ABEEC-91CF-2570-652E-51859B433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0904" name="Oval 8">
            <a:extLst>
              <a:ext uri="{FF2B5EF4-FFF2-40B4-BE49-F238E27FC236}">
                <a16:creationId xmlns:a16="http://schemas.microsoft.com/office/drawing/2014/main" id="{BCE5C867-3D8A-117A-4566-949CF4959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0905" name="Oval 9">
            <a:extLst>
              <a:ext uri="{FF2B5EF4-FFF2-40B4-BE49-F238E27FC236}">
                <a16:creationId xmlns:a16="http://schemas.microsoft.com/office/drawing/2014/main" id="{B6EB999D-AE35-C138-44F5-B5DF351CD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0906" name="Oval 10">
            <a:extLst>
              <a:ext uri="{FF2B5EF4-FFF2-40B4-BE49-F238E27FC236}">
                <a16:creationId xmlns:a16="http://schemas.microsoft.com/office/drawing/2014/main" id="{26B537BE-B703-4294-4A22-7D5EC4205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0907" name="Line 11">
            <a:extLst>
              <a:ext uri="{FF2B5EF4-FFF2-40B4-BE49-F238E27FC236}">
                <a16:creationId xmlns:a16="http://schemas.microsoft.com/office/drawing/2014/main" id="{73878CC0-80EF-BAB9-DD3B-A663E3D2F6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3276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08" name="Oval 12">
            <a:extLst>
              <a:ext uri="{FF2B5EF4-FFF2-40B4-BE49-F238E27FC236}">
                <a16:creationId xmlns:a16="http://schemas.microsoft.com/office/drawing/2014/main" id="{9D901151-3400-80C7-87ED-B0F7CE576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295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0909" name="Line 13">
            <a:extLst>
              <a:ext uri="{FF2B5EF4-FFF2-40B4-BE49-F238E27FC236}">
                <a16:creationId xmlns:a16="http://schemas.microsoft.com/office/drawing/2014/main" id="{3B836038-A450-7B9A-9AFC-DD8C935291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10" name="Line 14">
            <a:extLst>
              <a:ext uri="{FF2B5EF4-FFF2-40B4-BE49-F238E27FC236}">
                <a16:creationId xmlns:a16="http://schemas.microsoft.com/office/drawing/2014/main" id="{57C34BFE-A2E1-E8F3-5902-CA68D8E0D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11" name="Line 15">
            <a:extLst>
              <a:ext uri="{FF2B5EF4-FFF2-40B4-BE49-F238E27FC236}">
                <a16:creationId xmlns:a16="http://schemas.microsoft.com/office/drawing/2014/main" id="{42333809-6555-568E-9C0C-D8513DF05E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15000" y="2057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12" name="Line 16">
            <a:extLst>
              <a:ext uri="{FF2B5EF4-FFF2-40B4-BE49-F238E27FC236}">
                <a16:creationId xmlns:a16="http://schemas.microsoft.com/office/drawing/2014/main" id="{E518BF62-7777-875F-BEBF-5B8ABF7E9B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13" name="Freeform 17">
            <a:extLst>
              <a:ext uri="{FF2B5EF4-FFF2-40B4-BE49-F238E27FC236}">
                <a16:creationId xmlns:a16="http://schemas.microsoft.com/office/drawing/2014/main" id="{584E0792-A918-B2B0-023E-C1AF12A8E07A}"/>
              </a:ext>
            </a:extLst>
          </p:cNvPr>
          <p:cNvSpPr>
            <a:spLocks/>
          </p:cNvSpPr>
          <p:nvPr/>
        </p:nvSpPr>
        <p:spPr bwMode="auto">
          <a:xfrm>
            <a:off x="4495800" y="3505200"/>
            <a:ext cx="5410200" cy="800100"/>
          </a:xfrm>
          <a:custGeom>
            <a:avLst/>
            <a:gdLst>
              <a:gd name="T0" fmla="*/ 2147483646 w 3408"/>
              <a:gd name="T1" fmla="*/ 0 h 504"/>
              <a:gd name="T2" fmla="*/ 2147483646 w 3408"/>
              <a:gd name="T3" fmla="*/ 2147483646 h 504"/>
              <a:gd name="T4" fmla="*/ 2147483646 w 3408"/>
              <a:gd name="T5" fmla="*/ 2147483646 h 504"/>
              <a:gd name="T6" fmla="*/ 0 w 3408"/>
              <a:gd name="T7" fmla="*/ 2147483646 h 504"/>
              <a:gd name="T8" fmla="*/ 0 60000 65536"/>
              <a:gd name="T9" fmla="*/ 0 60000 65536"/>
              <a:gd name="T10" fmla="*/ 0 60000 65536"/>
              <a:gd name="T11" fmla="*/ 0 60000 65536"/>
              <a:gd name="T12" fmla="*/ 0 w 3408"/>
              <a:gd name="T13" fmla="*/ 0 h 504"/>
              <a:gd name="T14" fmla="*/ 3408 w 3408"/>
              <a:gd name="T15" fmla="*/ 504 h 5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0914" name="Object 1">
            <a:extLst>
              <a:ext uri="{FF2B5EF4-FFF2-40B4-BE49-F238E27FC236}">
                <a16:creationId xmlns:a16="http://schemas.microsoft.com/office/drawing/2014/main" id="{D32889AF-630D-D3F0-208D-36C30A6489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1" y="38862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668" imgH="380835" progId="Equation.3">
                  <p:embed/>
                </p:oleObj>
              </mc:Choice>
              <mc:Fallback>
                <p:oleObj name="Equation" r:id="rId4" imgW="304668" imgH="380835" progId="Equation.3">
                  <p:embed/>
                  <p:pic>
                    <p:nvPicPr>
                      <p:cNvPr id="80914" name="Object 1">
                        <a:extLst>
                          <a:ext uri="{FF2B5EF4-FFF2-40B4-BE49-F238E27FC236}">
                            <a16:creationId xmlns:a16="http://schemas.microsoft.com/office/drawing/2014/main" id="{D32889AF-630D-D3F0-208D-36C30A6489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1" y="38862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5" name="Object 2">
            <a:extLst>
              <a:ext uri="{FF2B5EF4-FFF2-40B4-BE49-F238E27FC236}">
                <a16:creationId xmlns:a16="http://schemas.microsoft.com/office/drawing/2014/main" id="{448AE646-41E3-46F9-2D4D-A71BA0E180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2763" y="1447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8918" imgH="533169" progId="Equation.3">
                  <p:embed/>
                </p:oleObj>
              </mc:Choice>
              <mc:Fallback>
                <p:oleObj name="Equation" r:id="rId6" imgW="418918" imgH="533169" progId="Equation.3">
                  <p:embed/>
                  <p:pic>
                    <p:nvPicPr>
                      <p:cNvPr id="80915" name="Object 2">
                        <a:extLst>
                          <a:ext uri="{FF2B5EF4-FFF2-40B4-BE49-F238E27FC236}">
                            <a16:creationId xmlns:a16="http://schemas.microsoft.com/office/drawing/2014/main" id="{448AE646-41E3-46F9-2D4D-A71BA0E180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763" y="1447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6" name="Object 3">
            <a:extLst>
              <a:ext uri="{FF2B5EF4-FFF2-40B4-BE49-F238E27FC236}">
                <a16:creationId xmlns:a16="http://schemas.microsoft.com/office/drawing/2014/main" id="{97D1C250-F215-BFB3-1FEC-FE1923A01B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7651" y="1452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20474" progId="Equation.3">
                  <p:embed/>
                </p:oleObj>
              </mc:Choice>
              <mc:Fallback>
                <p:oleObj name="Equation" r:id="rId8" imgW="444307" imgH="520474" progId="Equation.3">
                  <p:embed/>
                  <p:pic>
                    <p:nvPicPr>
                      <p:cNvPr id="80916" name="Object 3">
                        <a:extLst>
                          <a:ext uri="{FF2B5EF4-FFF2-40B4-BE49-F238E27FC236}">
                            <a16:creationId xmlns:a16="http://schemas.microsoft.com/office/drawing/2014/main" id="{97D1C250-F215-BFB3-1FEC-FE1923A01B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1" y="1452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7" name="Object 4">
            <a:extLst>
              <a:ext uri="{FF2B5EF4-FFF2-40B4-BE49-F238E27FC236}">
                <a16:creationId xmlns:a16="http://schemas.microsoft.com/office/drawing/2014/main" id="{550566B2-AFDF-661B-443B-C96BF3E606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29800" y="2971801"/>
          <a:ext cx="419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8918" imgH="533169" progId="Equation.3">
                  <p:embed/>
                </p:oleObj>
              </mc:Choice>
              <mc:Fallback>
                <p:oleObj name="Equation" r:id="rId10" imgW="418918" imgH="533169" progId="Equation.3">
                  <p:embed/>
                  <p:pic>
                    <p:nvPicPr>
                      <p:cNvPr id="80917" name="Object 4">
                        <a:extLst>
                          <a:ext uri="{FF2B5EF4-FFF2-40B4-BE49-F238E27FC236}">
                            <a16:creationId xmlns:a16="http://schemas.microsoft.com/office/drawing/2014/main" id="{550566B2-AFDF-661B-443B-C96BF3E606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9800" y="2971801"/>
                        <a:ext cx="419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8" name="Object 5">
            <a:extLst>
              <a:ext uri="{FF2B5EF4-FFF2-40B4-BE49-F238E27FC236}">
                <a16:creationId xmlns:a16="http://schemas.microsoft.com/office/drawing/2014/main" id="{8A29C1E0-1AA1-5943-B14A-05F0326557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18451" y="29765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44307" imgH="520474" progId="Equation.3">
                  <p:embed/>
                </p:oleObj>
              </mc:Choice>
              <mc:Fallback>
                <p:oleObj name="Equation" r:id="rId12" imgW="444307" imgH="520474" progId="Equation.3">
                  <p:embed/>
                  <p:pic>
                    <p:nvPicPr>
                      <p:cNvPr id="80918" name="Object 5">
                        <a:extLst>
                          <a:ext uri="{FF2B5EF4-FFF2-40B4-BE49-F238E27FC236}">
                            <a16:creationId xmlns:a16="http://schemas.microsoft.com/office/drawing/2014/main" id="{8A29C1E0-1AA1-5943-B14A-05F0326557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8451" y="2976563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9" name="Object 6">
            <a:extLst>
              <a:ext uri="{FF2B5EF4-FFF2-40B4-BE49-F238E27FC236}">
                <a16:creationId xmlns:a16="http://schemas.microsoft.com/office/drawing/2014/main" id="{70526037-1682-509A-0BCB-18083DFB52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9963" y="2976563"/>
          <a:ext cx="368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68300" imgH="520700" progId="Equation.3">
                  <p:embed/>
                </p:oleObj>
              </mc:Choice>
              <mc:Fallback>
                <p:oleObj name="Equation" r:id="rId14" imgW="368300" imgH="520700" progId="Equation.3">
                  <p:embed/>
                  <p:pic>
                    <p:nvPicPr>
                      <p:cNvPr id="80919" name="Object 6">
                        <a:extLst>
                          <a:ext uri="{FF2B5EF4-FFF2-40B4-BE49-F238E27FC236}">
                            <a16:creationId xmlns:a16="http://schemas.microsoft.com/office/drawing/2014/main" id="{70526037-1682-509A-0BCB-18083DFB52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3" y="2976563"/>
                        <a:ext cx="368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0" name="Object 7">
            <a:extLst>
              <a:ext uri="{FF2B5EF4-FFF2-40B4-BE49-F238E27FC236}">
                <a16:creationId xmlns:a16="http://schemas.microsoft.com/office/drawing/2014/main" id="{CFD8F4B1-6873-D6B4-BE79-9BE9F4B1AB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1" y="2971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80920" name="Object 7">
                        <a:extLst>
                          <a:ext uri="{FF2B5EF4-FFF2-40B4-BE49-F238E27FC236}">
                            <a16:creationId xmlns:a16="http://schemas.microsoft.com/office/drawing/2014/main" id="{CFD8F4B1-6873-D6B4-BE79-9BE9F4B1AB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1" y="2971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1" name="Object 8">
            <a:extLst>
              <a:ext uri="{FF2B5EF4-FFF2-40B4-BE49-F238E27FC236}">
                <a16:creationId xmlns:a16="http://schemas.microsoft.com/office/drawing/2014/main" id="{C2D93FEA-BF32-0D52-31DB-DFF3263143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1" y="2362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80921" name="Object 8">
                        <a:extLst>
                          <a:ext uri="{FF2B5EF4-FFF2-40B4-BE49-F238E27FC236}">
                            <a16:creationId xmlns:a16="http://schemas.microsoft.com/office/drawing/2014/main" id="{C2D93FEA-BF32-0D52-31DB-DFF3263143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1" y="2362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2" name="Object 9">
            <a:extLst>
              <a:ext uri="{FF2B5EF4-FFF2-40B4-BE49-F238E27FC236}">
                <a16:creationId xmlns:a16="http://schemas.microsoft.com/office/drawing/2014/main" id="{CC5161F7-8991-16C7-DDBE-1C7C70B071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1" y="2362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80922" name="Object 9">
                        <a:extLst>
                          <a:ext uri="{FF2B5EF4-FFF2-40B4-BE49-F238E27FC236}">
                            <a16:creationId xmlns:a16="http://schemas.microsoft.com/office/drawing/2014/main" id="{CC5161F7-8991-16C7-DDBE-1C7C70B071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2362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3" name="Object 10">
            <a:extLst>
              <a:ext uri="{FF2B5EF4-FFF2-40B4-BE49-F238E27FC236}">
                <a16:creationId xmlns:a16="http://schemas.microsoft.com/office/drawing/2014/main" id="{CB2616EA-717C-C6EB-C84E-202E79C30E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1" y="2895601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3890" imgH="393529" progId="Equation.3">
                  <p:embed/>
                </p:oleObj>
              </mc:Choice>
              <mc:Fallback>
                <p:oleObj name="Equation" r:id="rId19" imgW="253890" imgH="393529" progId="Equation.3">
                  <p:embed/>
                  <p:pic>
                    <p:nvPicPr>
                      <p:cNvPr id="80923" name="Object 10">
                        <a:extLst>
                          <a:ext uri="{FF2B5EF4-FFF2-40B4-BE49-F238E27FC236}">
                            <a16:creationId xmlns:a16="http://schemas.microsoft.com/office/drawing/2014/main" id="{CB2616EA-717C-C6EB-C84E-202E79C30E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1" y="2895601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4" name="Object 11">
            <a:extLst>
              <a:ext uri="{FF2B5EF4-FFF2-40B4-BE49-F238E27FC236}">
                <a16:creationId xmlns:a16="http://schemas.microsoft.com/office/drawing/2014/main" id="{730513B4-9180-1AA0-6418-E1B78F5F3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15401" y="28956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04668" imgH="380835" progId="Equation.3">
                  <p:embed/>
                </p:oleObj>
              </mc:Choice>
              <mc:Fallback>
                <p:oleObj name="Equation" r:id="rId21" imgW="304668" imgH="380835" progId="Equation.3">
                  <p:embed/>
                  <p:pic>
                    <p:nvPicPr>
                      <p:cNvPr id="80924" name="Object 11">
                        <a:extLst>
                          <a:ext uri="{FF2B5EF4-FFF2-40B4-BE49-F238E27FC236}">
                            <a16:creationId xmlns:a16="http://schemas.microsoft.com/office/drawing/2014/main" id="{730513B4-9180-1AA0-6418-E1B78F5F38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1" y="28956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25" name="Object 12">
            <a:extLst>
              <a:ext uri="{FF2B5EF4-FFF2-40B4-BE49-F238E27FC236}">
                <a16:creationId xmlns:a16="http://schemas.microsoft.com/office/drawing/2014/main" id="{D4A24542-6D04-9CE8-1BF1-3BB1A1D574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3549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8600" imgH="520700" progId="Equation.3">
                  <p:embed/>
                </p:oleObj>
              </mc:Choice>
              <mc:Fallback>
                <p:oleObj name="Equation" r:id="rId22" imgW="228600" imgH="520700" progId="Equation.3">
                  <p:embed/>
                  <p:pic>
                    <p:nvPicPr>
                      <p:cNvPr id="80925" name="Object 12">
                        <a:extLst>
                          <a:ext uri="{FF2B5EF4-FFF2-40B4-BE49-F238E27FC236}">
                            <a16:creationId xmlns:a16="http://schemas.microsoft.com/office/drawing/2014/main" id="{D4A24542-6D04-9CE8-1BF1-3BB1A1D574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35496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26" name="Line 30">
            <a:extLst>
              <a:ext uri="{FF2B5EF4-FFF2-40B4-BE49-F238E27FC236}">
                <a16:creationId xmlns:a16="http://schemas.microsoft.com/office/drawing/2014/main" id="{3BEF9F6A-8C61-BA9D-9930-590A33EBF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0927" name="Object 13">
            <a:extLst>
              <a:ext uri="{FF2B5EF4-FFF2-40B4-BE49-F238E27FC236}">
                <a16:creationId xmlns:a16="http://schemas.microsoft.com/office/drawing/2014/main" id="{FAEB2703-E2BF-F07E-E204-974A46DA85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0" y="3549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8600" imgH="520700" progId="Equation.3">
                  <p:embed/>
                </p:oleObj>
              </mc:Choice>
              <mc:Fallback>
                <p:oleObj name="Equation" r:id="rId22" imgW="228600" imgH="520700" progId="Equation.3">
                  <p:embed/>
                  <p:pic>
                    <p:nvPicPr>
                      <p:cNvPr id="80927" name="Object 13">
                        <a:extLst>
                          <a:ext uri="{FF2B5EF4-FFF2-40B4-BE49-F238E27FC236}">
                            <a16:creationId xmlns:a16="http://schemas.microsoft.com/office/drawing/2014/main" id="{FAEB2703-E2BF-F07E-E204-974A46DA85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35496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28" name="Oval 33">
            <a:extLst>
              <a:ext uri="{FF2B5EF4-FFF2-40B4-BE49-F238E27FC236}">
                <a16:creationId xmlns:a16="http://schemas.microsoft.com/office/drawing/2014/main" id="{49879303-FBEA-F75B-103D-79179BE6C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80929" name="Object 14">
            <a:extLst>
              <a:ext uri="{FF2B5EF4-FFF2-40B4-BE49-F238E27FC236}">
                <a16:creationId xmlns:a16="http://schemas.microsoft.com/office/drawing/2014/main" id="{D64EE625-E4FB-72E5-C2A7-9FCCB7E66B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2476" y="4778375"/>
          <a:ext cx="7993063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معادلة" r:id="rId24" imgW="3632200" imgH="596900" progId="Equation.3">
                  <p:embed/>
                </p:oleObj>
              </mc:Choice>
              <mc:Fallback>
                <p:oleObj name="معادلة" r:id="rId24" imgW="3632200" imgH="596900" progId="Equation.3">
                  <p:embed/>
                  <p:pic>
                    <p:nvPicPr>
                      <p:cNvPr id="80929" name="Object 14">
                        <a:extLst>
                          <a:ext uri="{FF2B5EF4-FFF2-40B4-BE49-F238E27FC236}">
                            <a16:creationId xmlns:a16="http://schemas.microsoft.com/office/drawing/2014/main" id="{D64EE625-E4FB-72E5-C2A7-9FCCB7E66B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6" y="4778375"/>
                        <a:ext cx="7993063" cy="131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3" name="Rectangle 2">
            <a:extLst>
              <a:ext uri="{FF2B5EF4-FFF2-40B4-BE49-F238E27FC236}">
                <a16:creationId xmlns:a16="http://schemas.microsoft.com/office/drawing/2014/main" id="{99C71C6C-6BBC-A3A5-E293-5EBFF8B61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0611" y="264988"/>
            <a:ext cx="11040977" cy="1325563"/>
          </a:xfrm>
        </p:spPr>
        <p:txBody>
          <a:bodyPr rtlCol="1">
            <a:noAutofit/>
          </a:bodyPr>
          <a:lstStyle/>
          <a:p>
            <a:pPr algn="r">
              <a:defRPr/>
            </a:pPr>
            <a:r>
              <a:rPr lang="ar-SA" altLang="ar-SA" sz="4000" dirty="0">
                <a:cs typeface="+mj-cs"/>
              </a:rPr>
              <a:t>نقول أن الآلة تقبل المتسلسلة إذا أدت قراءة المتسلسلة إلى مجموعة حالات بينها واحدة على الأقل تنتمي إلى </a:t>
            </a:r>
            <a:r>
              <a:rPr lang="en-US" altLang="ar-SA" sz="4000" dirty="0">
                <a:cs typeface="+mj-cs"/>
              </a:rPr>
              <a:t>F </a:t>
            </a:r>
            <a:r>
              <a:rPr lang="ar-SA" altLang="ar-SA" sz="4000" dirty="0">
                <a:cs typeface="+mj-cs"/>
              </a:rPr>
              <a:t>(مجموعة حالات القبول).</a:t>
            </a:r>
            <a:endParaRPr lang="en-US" altLang="ar-SA" sz="4000" dirty="0">
              <a:cs typeface="+mj-cs"/>
            </a:endParaRP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125F499-BCE4-AECB-339E-752D895604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l" rtl="0" eaLnBrk="1" hangingPunct="1">
              <a:buFontTx/>
              <a:buNone/>
            </a:pPr>
            <a:r>
              <a:rPr lang="en-US" altLang="ar-SA"/>
              <a:t>The language accepted by NFA            is:</a:t>
            </a:r>
          </a:p>
          <a:p>
            <a:pPr eaLnBrk="1" hangingPunct="1">
              <a:buFontTx/>
              <a:buNone/>
            </a:pPr>
            <a:endParaRPr lang="en-US" altLang="ar-SA"/>
          </a:p>
          <a:p>
            <a:pPr eaLnBrk="1" hangingPunct="1">
              <a:buFontTx/>
              <a:buNone/>
            </a:pPr>
            <a:endParaRPr lang="en-US" altLang="ar-SA"/>
          </a:p>
          <a:p>
            <a:pPr eaLnBrk="1" hangingPunct="1">
              <a:buFontTx/>
              <a:buNone/>
            </a:pPr>
            <a:endParaRPr lang="en-US" altLang="ar-SA"/>
          </a:p>
          <a:p>
            <a:pPr eaLnBrk="1" hangingPunct="1">
              <a:buFontTx/>
              <a:buNone/>
            </a:pPr>
            <a:endParaRPr lang="en-US" altLang="ar-SA"/>
          </a:p>
          <a:p>
            <a:pPr algn="l" rtl="0" eaLnBrk="1" hangingPunct="1">
              <a:buFontTx/>
              <a:buNone/>
            </a:pPr>
            <a:r>
              <a:rPr lang="en-US" altLang="ar-SA"/>
              <a:t>where</a:t>
            </a:r>
          </a:p>
          <a:p>
            <a:pPr eaLnBrk="1" hangingPunct="1">
              <a:buFontTx/>
              <a:buNone/>
            </a:pPr>
            <a:endParaRPr lang="en-US" altLang="ar-SA"/>
          </a:p>
          <a:p>
            <a:pPr eaLnBrk="1" hangingPunct="1">
              <a:buFontTx/>
              <a:buNone/>
            </a:pPr>
            <a:endParaRPr lang="en-US" altLang="ar-SA"/>
          </a:p>
          <a:p>
            <a:pPr algn="l" rtl="0" eaLnBrk="1" hangingPunct="1">
              <a:buFontTx/>
              <a:buNone/>
            </a:pPr>
            <a:r>
              <a:rPr lang="en-US" altLang="ar-SA"/>
              <a:t>and there is some </a:t>
            </a:r>
          </a:p>
        </p:txBody>
      </p:sp>
      <p:sp>
        <p:nvSpPr>
          <p:cNvPr id="81924" name="Slide Number Placeholder 5">
            <a:extLst>
              <a:ext uri="{FF2B5EF4-FFF2-40B4-BE49-F238E27FC236}">
                <a16:creationId xmlns:a16="http://schemas.microsoft.com/office/drawing/2014/main" id="{77DD5F43-77D2-3478-7CC1-03F4E1A4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86101E71-7F85-444A-AD04-C92A03DBD455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84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1925" name="Object 1024">
            <a:extLst>
              <a:ext uri="{FF2B5EF4-FFF2-40B4-BE49-F238E27FC236}">
                <a16:creationId xmlns:a16="http://schemas.microsoft.com/office/drawing/2014/main" id="{F2A3BCCD-F425-4320-8AE0-CE57C33DD7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1488" y="1787525"/>
          <a:ext cx="5445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5863" imgH="393529" progId="Equation.3">
                  <p:embed/>
                </p:oleObj>
              </mc:Choice>
              <mc:Fallback>
                <p:oleObj name="Equation" r:id="rId2" imgW="545863" imgH="393529" progId="Equation.3">
                  <p:embed/>
                  <p:pic>
                    <p:nvPicPr>
                      <p:cNvPr id="81925" name="Object 1024">
                        <a:extLst>
                          <a:ext uri="{FF2B5EF4-FFF2-40B4-BE49-F238E27FC236}">
                            <a16:creationId xmlns:a16="http://schemas.microsoft.com/office/drawing/2014/main" id="{F2A3BCCD-F425-4320-8AE0-CE57C33DD7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1488" y="1787525"/>
                        <a:ext cx="5445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6" name="Object 1025">
            <a:extLst>
              <a:ext uri="{FF2B5EF4-FFF2-40B4-BE49-F238E27FC236}">
                <a16:creationId xmlns:a16="http://schemas.microsoft.com/office/drawing/2014/main" id="{C61F90F7-C992-0204-31E4-97C768BD53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7150" y="2605088"/>
          <a:ext cx="44577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57700" imgH="584200" progId="Equation.3">
                  <p:embed/>
                </p:oleObj>
              </mc:Choice>
              <mc:Fallback>
                <p:oleObj name="Equation" r:id="rId4" imgW="4457700" imgH="584200" progId="Equation.3">
                  <p:embed/>
                  <p:pic>
                    <p:nvPicPr>
                      <p:cNvPr id="81926" name="Object 1025">
                        <a:extLst>
                          <a:ext uri="{FF2B5EF4-FFF2-40B4-BE49-F238E27FC236}">
                            <a16:creationId xmlns:a16="http://schemas.microsoft.com/office/drawing/2014/main" id="{C61F90F7-C992-0204-31E4-97C768BD53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7150" y="2605088"/>
                        <a:ext cx="44577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7" name="Object 1026">
            <a:extLst>
              <a:ext uri="{FF2B5EF4-FFF2-40B4-BE49-F238E27FC236}">
                <a16:creationId xmlns:a16="http://schemas.microsoft.com/office/drawing/2014/main" id="{DB8768ED-BE2A-7423-31E7-BA9F67EFEE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6300" y="3733800"/>
          <a:ext cx="4876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76800" imgH="660400" progId="Equation.3">
                  <p:embed/>
                </p:oleObj>
              </mc:Choice>
              <mc:Fallback>
                <p:oleObj name="Equation" r:id="rId6" imgW="4876800" imgH="660400" progId="Equation.3">
                  <p:embed/>
                  <p:pic>
                    <p:nvPicPr>
                      <p:cNvPr id="81927" name="Object 1026">
                        <a:extLst>
                          <a:ext uri="{FF2B5EF4-FFF2-40B4-BE49-F238E27FC236}">
                            <a16:creationId xmlns:a16="http://schemas.microsoft.com/office/drawing/2014/main" id="{DB8768ED-BE2A-7423-31E7-BA9F67EFEE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3733800"/>
                        <a:ext cx="48768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8" name="Object 1027">
            <a:extLst>
              <a:ext uri="{FF2B5EF4-FFF2-40B4-BE49-F238E27FC236}">
                <a16:creationId xmlns:a16="http://schemas.microsoft.com/office/drawing/2014/main" id="{8A7F9676-1A4D-B42E-CA52-D34CB5D19B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5486401"/>
          <a:ext cx="1397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394" imgH="583947" progId="Equation.3">
                  <p:embed/>
                </p:oleObj>
              </mc:Choice>
              <mc:Fallback>
                <p:oleObj name="Equation" r:id="rId8" imgW="1396394" imgH="583947" progId="Equation.3">
                  <p:embed/>
                  <p:pic>
                    <p:nvPicPr>
                      <p:cNvPr id="81928" name="Object 1027">
                        <a:extLst>
                          <a:ext uri="{FF2B5EF4-FFF2-40B4-BE49-F238E27FC236}">
                            <a16:creationId xmlns:a16="http://schemas.microsoft.com/office/drawing/2014/main" id="{8A7F9676-1A4D-B42E-CA52-D34CB5D19B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5486401"/>
                        <a:ext cx="1397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9" name="Text Box 11">
            <a:extLst>
              <a:ext uri="{FF2B5EF4-FFF2-40B4-BE49-F238E27FC236}">
                <a16:creationId xmlns:a16="http://schemas.microsoft.com/office/drawing/2014/main" id="{1953E2F5-A8B2-5DD0-8EB6-CF15E97E6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486400"/>
            <a:ext cx="247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ar-SA"/>
              <a:t>(final state)</a:t>
            </a:r>
          </a:p>
        </p:txBody>
      </p:sp>
      <p:sp>
        <p:nvSpPr>
          <p:cNvPr id="81930" name="Line 12">
            <a:extLst>
              <a:ext uri="{FF2B5EF4-FFF2-40B4-BE49-F238E27FC236}">
                <a16:creationId xmlns:a16="http://schemas.microsoft.com/office/drawing/2014/main" id="{0D3C155F-859A-AE76-BB1B-E63856B6E1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4572000"/>
            <a:ext cx="12192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>
            <a:extLst>
              <a:ext uri="{FF2B5EF4-FFF2-40B4-BE49-F238E27FC236}">
                <a16:creationId xmlns:a16="http://schemas.microsoft.com/office/drawing/2014/main" id="{3CC18666-B903-C3D9-7C7A-B06EF585EB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ar-SA"/>
              <a:t> </a:t>
            </a:r>
          </a:p>
        </p:txBody>
      </p:sp>
      <p:sp>
        <p:nvSpPr>
          <p:cNvPr id="82947" name="Slide Number Placeholder 5">
            <a:extLst>
              <a:ext uri="{FF2B5EF4-FFF2-40B4-BE49-F238E27FC236}">
                <a16:creationId xmlns:a16="http://schemas.microsoft.com/office/drawing/2014/main" id="{7BB7BD6F-2FBD-3640-2E4A-49414B47C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06582544-3350-4C7F-8E53-45BB6D056325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85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8" name="Oval 4">
            <a:extLst>
              <a:ext uri="{FF2B5EF4-FFF2-40B4-BE49-F238E27FC236}">
                <a16:creationId xmlns:a16="http://schemas.microsoft.com/office/drawing/2014/main" id="{74E46B21-08C2-C6D9-66D5-81C46A864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352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2949" name="Oval 5">
            <a:extLst>
              <a:ext uri="{FF2B5EF4-FFF2-40B4-BE49-F238E27FC236}">
                <a16:creationId xmlns:a16="http://schemas.microsoft.com/office/drawing/2014/main" id="{7C1693F9-02F1-6532-6D1C-EB2210BCE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905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2950" name="Oval 6">
            <a:extLst>
              <a:ext uri="{FF2B5EF4-FFF2-40B4-BE49-F238E27FC236}">
                <a16:creationId xmlns:a16="http://schemas.microsoft.com/office/drawing/2014/main" id="{C036ECCD-FF08-F406-C27B-BFC01B832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495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2951" name="Oval 7">
            <a:extLst>
              <a:ext uri="{FF2B5EF4-FFF2-40B4-BE49-F238E27FC236}">
                <a16:creationId xmlns:a16="http://schemas.microsoft.com/office/drawing/2014/main" id="{65BDB74B-C58D-CAA8-D6A1-642663D81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124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2952" name="Oval 8">
            <a:extLst>
              <a:ext uri="{FF2B5EF4-FFF2-40B4-BE49-F238E27FC236}">
                <a16:creationId xmlns:a16="http://schemas.microsoft.com/office/drawing/2014/main" id="{C10EBE33-80DD-9E91-A6C2-21F546B3F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9718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sp>
        <p:nvSpPr>
          <p:cNvPr id="82953" name="Line 9">
            <a:extLst>
              <a:ext uri="{FF2B5EF4-FFF2-40B4-BE49-F238E27FC236}">
                <a16:creationId xmlns:a16="http://schemas.microsoft.com/office/drawing/2014/main" id="{6895BCA6-37E6-2956-5DC4-446465447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657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4" name="Freeform 10">
            <a:extLst>
              <a:ext uri="{FF2B5EF4-FFF2-40B4-BE49-F238E27FC236}">
                <a16:creationId xmlns:a16="http://schemas.microsoft.com/office/drawing/2014/main" id="{1AB5DF7D-8BF5-E770-8412-09F332ABDFAD}"/>
              </a:ext>
            </a:extLst>
          </p:cNvPr>
          <p:cNvSpPr>
            <a:spLocks/>
          </p:cNvSpPr>
          <p:nvPr/>
        </p:nvSpPr>
        <p:spPr bwMode="auto">
          <a:xfrm>
            <a:off x="4470400" y="1866900"/>
            <a:ext cx="2540000" cy="1562100"/>
          </a:xfrm>
          <a:custGeom>
            <a:avLst/>
            <a:gdLst>
              <a:gd name="T0" fmla="*/ 2147483646 w 1600"/>
              <a:gd name="T1" fmla="*/ 2147483646 h 984"/>
              <a:gd name="T2" fmla="*/ 2147483646 w 1600"/>
              <a:gd name="T3" fmla="*/ 2147483646 h 984"/>
              <a:gd name="T4" fmla="*/ 2147483646 w 1600"/>
              <a:gd name="T5" fmla="*/ 2147483646 h 984"/>
              <a:gd name="T6" fmla="*/ 2147483646 w 1600"/>
              <a:gd name="T7" fmla="*/ 2147483646 h 984"/>
              <a:gd name="T8" fmla="*/ 2147483646 w 1600"/>
              <a:gd name="T9" fmla="*/ 2147483646 h 984"/>
              <a:gd name="T10" fmla="*/ 2147483646 w 1600"/>
              <a:gd name="T11" fmla="*/ 2147483646 h 984"/>
              <a:gd name="T12" fmla="*/ 2147483646 w 1600"/>
              <a:gd name="T13" fmla="*/ 2147483646 h 9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00"/>
              <a:gd name="T22" fmla="*/ 0 h 984"/>
              <a:gd name="T23" fmla="*/ 1600 w 1600"/>
              <a:gd name="T24" fmla="*/ 984 h 9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00" h="984">
                <a:moveTo>
                  <a:pt x="16" y="984"/>
                </a:moveTo>
                <a:cubicBezTo>
                  <a:pt x="8" y="796"/>
                  <a:pt x="0" y="608"/>
                  <a:pt x="112" y="552"/>
                </a:cubicBezTo>
                <a:cubicBezTo>
                  <a:pt x="224" y="496"/>
                  <a:pt x="576" y="712"/>
                  <a:pt x="688" y="648"/>
                </a:cubicBezTo>
                <a:cubicBezTo>
                  <a:pt x="800" y="584"/>
                  <a:pt x="712" y="272"/>
                  <a:pt x="784" y="168"/>
                </a:cubicBezTo>
                <a:cubicBezTo>
                  <a:pt x="856" y="64"/>
                  <a:pt x="1024" y="0"/>
                  <a:pt x="1120" y="24"/>
                </a:cubicBezTo>
                <a:cubicBezTo>
                  <a:pt x="1216" y="48"/>
                  <a:pt x="1280" y="272"/>
                  <a:pt x="1360" y="312"/>
                </a:cubicBezTo>
                <a:cubicBezTo>
                  <a:pt x="1440" y="352"/>
                  <a:pt x="1520" y="308"/>
                  <a:pt x="1600" y="26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5" name="Freeform 11">
            <a:extLst>
              <a:ext uri="{FF2B5EF4-FFF2-40B4-BE49-F238E27FC236}">
                <a16:creationId xmlns:a16="http://schemas.microsoft.com/office/drawing/2014/main" id="{9C966894-3BC1-BE32-2213-02C88470682C}"/>
              </a:ext>
            </a:extLst>
          </p:cNvPr>
          <p:cNvSpPr>
            <a:spLocks/>
          </p:cNvSpPr>
          <p:nvPr/>
        </p:nvSpPr>
        <p:spPr bwMode="auto">
          <a:xfrm>
            <a:off x="4648200" y="3124200"/>
            <a:ext cx="2286000" cy="990600"/>
          </a:xfrm>
          <a:custGeom>
            <a:avLst/>
            <a:gdLst>
              <a:gd name="T0" fmla="*/ 0 w 1440"/>
              <a:gd name="T1" fmla="*/ 2147483646 h 624"/>
              <a:gd name="T2" fmla="*/ 2147483646 w 1440"/>
              <a:gd name="T3" fmla="*/ 2147483646 h 624"/>
              <a:gd name="T4" fmla="*/ 2147483646 w 1440"/>
              <a:gd name="T5" fmla="*/ 2147483646 h 624"/>
              <a:gd name="T6" fmla="*/ 2147483646 w 1440"/>
              <a:gd name="T7" fmla="*/ 2147483646 h 624"/>
              <a:gd name="T8" fmla="*/ 2147483646 w 1440"/>
              <a:gd name="T9" fmla="*/ 2147483646 h 624"/>
              <a:gd name="T10" fmla="*/ 2147483646 w 1440"/>
              <a:gd name="T11" fmla="*/ 2147483646 h 624"/>
              <a:gd name="T12" fmla="*/ 2147483646 w 1440"/>
              <a:gd name="T13" fmla="*/ 2147483646 h 624"/>
              <a:gd name="T14" fmla="*/ 2147483646 w 1440"/>
              <a:gd name="T15" fmla="*/ 2147483646 h 62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40"/>
              <a:gd name="T25" fmla="*/ 0 h 624"/>
              <a:gd name="T26" fmla="*/ 1440 w 1440"/>
              <a:gd name="T27" fmla="*/ 624 h 62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40" h="624">
                <a:moveTo>
                  <a:pt x="0" y="384"/>
                </a:moveTo>
                <a:cubicBezTo>
                  <a:pt x="116" y="504"/>
                  <a:pt x="232" y="624"/>
                  <a:pt x="336" y="624"/>
                </a:cubicBezTo>
                <a:cubicBezTo>
                  <a:pt x="440" y="624"/>
                  <a:pt x="584" y="472"/>
                  <a:pt x="624" y="384"/>
                </a:cubicBezTo>
                <a:cubicBezTo>
                  <a:pt x="664" y="296"/>
                  <a:pt x="520" y="152"/>
                  <a:pt x="576" y="96"/>
                </a:cubicBezTo>
                <a:cubicBezTo>
                  <a:pt x="632" y="40"/>
                  <a:pt x="880" y="0"/>
                  <a:pt x="960" y="48"/>
                </a:cubicBezTo>
                <a:cubicBezTo>
                  <a:pt x="1040" y="96"/>
                  <a:pt x="1000" y="336"/>
                  <a:pt x="1056" y="384"/>
                </a:cubicBezTo>
                <a:cubicBezTo>
                  <a:pt x="1112" y="432"/>
                  <a:pt x="1232" y="368"/>
                  <a:pt x="1296" y="336"/>
                </a:cubicBezTo>
                <a:cubicBezTo>
                  <a:pt x="1360" y="304"/>
                  <a:pt x="1400" y="248"/>
                  <a:pt x="1440" y="1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6" name="Freeform 12">
            <a:extLst>
              <a:ext uri="{FF2B5EF4-FFF2-40B4-BE49-F238E27FC236}">
                <a16:creationId xmlns:a16="http://schemas.microsoft.com/office/drawing/2014/main" id="{0F1B3F12-16B6-81FB-FFE1-38C103E5EE02}"/>
              </a:ext>
            </a:extLst>
          </p:cNvPr>
          <p:cNvSpPr>
            <a:spLocks/>
          </p:cNvSpPr>
          <p:nvPr/>
        </p:nvSpPr>
        <p:spPr bwMode="auto">
          <a:xfrm>
            <a:off x="4343400" y="3962400"/>
            <a:ext cx="2743200" cy="1600200"/>
          </a:xfrm>
          <a:custGeom>
            <a:avLst/>
            <a:gdLst>
              <a:gd name="T0" fmla="*/ 0 w 1728"/>
              <a:gd name="T1" fmla="*/ 0 h 1008"/>
              <a:gd name="T2" fmla="*/ 2147483646 w 1728"/>
              <a:gd name="T3" fmla="*/ 2147483646 h 1008"/>
              <a:gd name="T4" fmla="*/ 2147483646 w 1728"/>
              <a:gd name="T5" fmla="*/ 2147483646 h 1008"/>
              <a:gd name="T6" fmla="*/ 2147483646 w 1728"/>
              <a:gd name="T7" fmla="*/ 2147483646 h 1008"/>
              <a:gd name="T8" fmla="*/ 2147483646 w 1728"/>
              <a:gd name="T9" fmla="*/ 2147483646 h 1008"/>
              <a:gd name="T10" fmla="*/ 2147483646 w 1728"/>
              <a:gd name="T11" fmla="*/ 2147483646 h 1008"/>
              <a:gd name="T12" fmla="*/ 2147483646 w 1728"/>
              <a:gd name="T13" fmla="*/ 2147483646 h 1008"/>
              <a:gd name="T14" fmla="*/ 2147483646 w 1728"/>
              <a:gd name="T15" fmla="*/ 2147483646 h 10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728"/>
              <a:gd name="T25" fmla="*/ 0 h 1008"/>
              <a:gd name="T26" fmla="*/ 1728 w 1728"/>
              <a:gd name="T27" fmla="*/ 1008 h 10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728" h="1008">
                <a:moveTo>
                  <a:pt x="0" y="0"/>
                </a:moveTo>
                <a:cubicBezTo>
                  <a:pt x="88" y="220"/>
                  <a:pt x="176" y="440"/>
                  <a:pt x="288" y="480"/>
                </a:cubicBezTo>
                <a:cubicBezTo>
                  <a:pt x="400" y="520"/>
                  <a:pt x="592" y="184"/>
                  <a:pt x="672" y="240"/>
                </a:cubicBezTo>
                <a:cubicBezTo>
                  <a:pt x="752" y="296"/>
                  <a:pt x="712" y="768"/>
                  <a:pt x="768" y="816"/>
                </a:cubicBezTo>
                <a:cubicBezTo>
                  <a:pt x="824" y="864"/>
                  <a:pt x="920" y="496"/>
                  <a:pt x="1008" y="528"/>
                </a:cubicBezTo>
                <a:cubicBezTo>
                  <a:pt x="1096" y="560"/>
                  <a:pt x="1208" y="1008"/>
                  <a:pt x="1296" y="1008"/>
                </a:cubicBezTo>
                <a:cubicBezTo>
                  <a:pt x="1384" y="1008"/>
                  <a:pt x="1464" y="616"/>
                  <a:pt x="1536" y="528"/>
                </a:cubicBezTo>
                <a:cubicBezTo>
                  <a:pt x="1608" y="440"/>
                  <a:pt x="1668" y="460"/>
                  <a:pt x="1728" y="4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57" name="Oval 13">
            <a:extLst>
              <a:ext uri="{FF2B5EF4-FFF2-40B4-BE49-F238E27FC236}">
                <a16:creationId xmlns:a16="http://schemas.microsoft.com/office/drawing/2014/main" id="{CCB92F9D-4170-D55A-FE2A-C7A11D94B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600200"/>
            <a:ext cx="1371600" cy="388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20000"/>
              </a:spcBef>
            </a:pPr>
            <a:endParaRPr lang="ar-JO" altLang="ar-SA"/>
          </a:p>
        </p:txBody>
      </p:sp>
      <p:graphicFrame>
        <p:nvGraphicFramePr>
          <p:cNvPr id="82958" name="Object 1024">
            <a:extLst>
              <a:ext uri="{FF2B5EF4-FFF2-40B4-BE49-F238E27FC236}">
                <a16:creationId xmlns:a16="http://schemas.microsoft.com/office/drawing/2014/main" id="{B09DCDBA-FE37-F878-2556-41B6771480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1" y="3352801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13" imgH="533169" progId="Equation.3">
                  <p:embed/>
                </p:oleObj>
              </mc:Choice>
              <mc:Fallback>
                <p:oleObj name="Equation" r:id="rId2" imgW="431613" imgH="533169" progId="Equation.3">
                  <p:embed/>
                  <p:pic>
                    <p:nvPicPr>
                      <p:cNvPr id="82958" name="Object 1024">
                        <a:extLst>
                          <a:ext uri="{FF2B5EF4-FFF2-40B4-BE49-F238E27FC236}">
                            <a16:creationId xmlns:a16="http://schemas.microsoft.com/office/drawing/2014/main" id="{B09DCDBA-FE37-F878-2556-41B6771480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1" y="3352801"/>
                        <a:ext cx="4302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9" name="Object 1025">
            <a:extLst>
              <a:ext uri="{FF2B5EF4-FFF2-40B4-BE49-F238E27FC236}">
                <a16:creationId xmlns:a16="http://schemas.microsoft.com/office/drawing/2014/main" id="{10170CE7-7FD2-0CEA-27A7-F6365F0491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1" y="3124201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307" imgH="533169" progId="Equation.3">
                  <p:embed/>
                </p:oleObj>
              </mc:Choice>
              <mc:Fallback>
                <p:oleObj name="Equation" r:id="rId4" imgW="444307" imgH="533169" progId="Equation.3">
                  <p:embed/>
                  <p:pic>
                    <p:nvPicPr>
                      <p:cNvPr id="82959" name="Object 1025">
                        <a:extLst>
                          <a:ext uri="{FF2B5EF4-FFF2-40B4-BE49-F238E27FC236}">
                            <a16:creationId xmlns:a16="http://schemas.microsoft.com/office/drawing/2014/main" id="{10170CE7-7FD2-0CEA-27A7-F6365F0491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1" y="3124201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0" name="Object 1026">
            <a:extLst>
              <a:ext uri="{FF2B5EF4-FFF2-40B4-BE49-F238E27FC236}">
                <a16:creationId xmlns:a16="http://schemas.microsoft.com/office/drawing/2014/main" id="{00B3241B-BA23-2786-077B-FB58A68A71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2438400"/>
          <a:ext cx="330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200" imgH="279400" progId="Equation.3">
                  <p:embed/>
                </p:oleObj>
              </mc:Choice>
              <mc:Fallback>
                <p:oleObj name="Equation" r:id="rId6" imgW="330200" imgH="279400" progId="Equation.3">
                  <p:embed/>
                  <p:pic>
                    <p:nvPicPr>
                      <p:cNvPr id="82960" name="Object 1026">
                        <a:extLst>
                          <a:ext uri="{FF2B5EF4-FFF2-40B4-BE49-F238E27FC236}">
                            <a16:creationId xmlns:a16="http://schemas.microsoft.com/office/drawing/2014/main" id="{00B3241B-BA23-2786-077B-FB58A68A71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438400"/>
                        <a:ext cx="330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1" name="Object 1027">
            <a:extLst>
              <a:ext uri="{FF2B5EF4-FFF2-40B4-BE49-F238E27FC236}">
                <a16:creationId xmlns:a16="http://schemas.microsoft.com/office/drawing/2014/main" id="{3CBA9463-9908-EC5A-C75A-C16E690F10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4495800"/>
          <a:ext cx="330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200" imgH="279400" progId="Equation.3">
                  <p:embed/>
                </p:oleObj>
              </mc:Choice>
              <mc:Fallback>
                <p:oleObj name="Equation" r:id="rId6" imgW="330200" imgH="279400" progId="Equation.3">
                  <p:embed/>
                  <p:pic>
                    <p:nvPicPr>
                      <p:cNvPr id="82961" name="Object 1027">
                        <a:extLst>
                          <a:ext uri="{FF2B5EF4-FFF2-40B4-BE49-F238E27FC236}">
                            <a16:creationId xmlns:a16="http://schemas.microsoft.com/office/drawing/2014/main" id="{3CBA9463-9908-EC5A-C75A-C16E690F10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495800"/>
                        <a:ext cx="330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2" name="Object 1028">
            <a:extLst>
              <a:ext uri="{FF2B5EF4-FFF2-40B4-BE49-F238E27FC236}">
                <a16:creationId xmlns:a16="http://schemas.microsoft.com/office/drawing/2014/main" id="{98CA7D9F-74B0-5392-198D-04E1F683ED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3657600"/>
          <a:ext cx="330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200" imgH="279400" progId="Equation.3">
                  <p:embed/>
                </p:oleObj>
              </mc:Choice>
              <mc:Fallback>
                <p:oleObj name="Equation" r:id="rId8" imgW="330200" imgH="279400" progId="Equation.3">
                  <p:embed/>
                  <p:pic>
                    <p:nvPicPr>
                      <p:cNvPr id="82962" name="Object 1028">
                        <a:extLst>
                          <a:ext uri="{FF2B5EF4-FFF2-40B4-BE49-F238E27FC236}">
                            <a16:creationId xmlns:a16="http://schemas.microsoft.com/office/drawing/2014/main" id="{98CA7D9F-74B0-5392-198D-04E1F683ED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657600"/>
                        <a:ext cx="330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3" name="Object 1029">
            <a:extLst>
              <a:ext uri="{FF2B5EF4-FFF2-40B4-BE49-F238E27FC236}">
                <a16:creationId xmlns:a16="http://schemas.microsoft.com/office/drawing/2014/main" id="{D05774E6-1A55-76BB-C9D3-9FF17FEF2B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0100" y="877888"/>
          <a:ext cx="2057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57400" imgH="584200" progId="Equation.3">
                  <p:embed/>
                </p:oleObj>
              </mc:Choice>
              <mc:Fallback>
                <p:oleObj name="Equation" r:id="rId9" imgW="2057400" imgH="584200" progId="Equation.3">
                  <p:embed/>
                  <p:pic>
                    <p:nvPicPr>
                      <p:cNvPr id="82963" name="Object 1029">
                        <a:extLst>
                          <a:ext uri="{FF2B5EF4-FFF2-40B4-BE49-F238E27FC236}">
                            <a16:creationId xmlns:a16="http://schemas.microsoft.com/office/drawing/2014/main" id="{D05774E6-1A55-76BB-C9D3-9FF17FEF2B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877888"/>
                        <a:ext cx="2057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4" name="Object 1030">
            <a:extLst>
              <a:ext uri="{FF2B5EF4-FFF2-40B4-BE49-F238E27FC236}">
                <a16:creationId xmlns:a16="http://schemas.microsoft.com/office/drawing/2014/main" id="{B73C71C3-BF20-4E50-1B2E-A3FAAAB1BD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9900" y="406400"/>
          <a:ext cx="1993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93900" imgH="558800" progId="Equation.3">
                  <p:embed/>
                </p:oleObj>
              </mc:Choice>
              <mc:Fallback>
                <p:oleObj name="Equation" r:id="rId11" imgW="1993900" imgH="558800" progId="Equation.3">
                  <p:embed/>
                  <p:pic>
                    <p:nvPicPr>
                      <p:cNvPr id="82964" name="Object 1030">
                        <a:extLst>
                          <a:ext uri="{FF2B5EF4-FFF2-40B4-BE49-F238E27FC236}">
                            <a16:creationId xmlns:a16="http://schemas.microsoft.com/office/drawing/2014/main" id="{B73C71C3-BF20-4E50-1B2E-A3FAAAB1BD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406400"/>
                        <a:ext cx="19939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5" name="Object 1031">
            <a:extLst>
              <a:ext uri="{FF2B5EF4-FFF2-40B4-BE49-F238E27FC236}">
                <a16:creationId xmlns:a16="http://schemas.microsoft.com/office/drawing/2014/main" id="{36A362CD-5B6C-9B84-4926-022AB9A96C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45550" y="3175001"/>
          <a:ext cx="1397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394" imgH="583947" progId="Equation.3">
                  <p:embed/>
                </p:oleObj>
              </mc:Choice>
              <mc:Fallback>
                <p:oleObj name="Equation" r:id="rId13" imgW="1396394" imgH="583947" progId="Equation.3">
                  <p:embed/>
                  <p:pic>
                    <p:nvPicPr>
                      <p:cNvPr id="82965" name="Object 1031">
                        <a:extLst>
                          <a:ext uri="{FF2B5EF4-FFF2-40B4-BE49-F238E27FC236}">
                            <a16:creationId xmlns:a16="http://schemas.microsoft.com/office/drawing/2014/main" id="{36A362CD-5B6C-9B84-4926-022AB9A96C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5550" y="3175001"/>
                        <a:ext cx="1397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6" name="Object 1032">
            <a:extLst>
              <a:ext uri="{FF2B5EF4-FFF2-40B4-BE49-F238E27FC236}">
                <a16:creationId xmlns:a16="http://schemas.microsoft.com/office/drawing/2014/main" id="{368FC068-8D10-FBE5-F108-75724D824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24701" y="1905001"/>
          <a:ext cx="3540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55446" imgH="533169" progId="Equation.3">
                  <p:embed/>
                </p:oleObj>
              </mc:Choice>
              <mc:Fallback>
                <p:oleObj name="Equation" r:id="rId15" imgW="355446" imgH="533169" progId="Equation.3">
                  <p:embed/>
                  <p:pic>
                    <p:nvPicPr>
                      <p:cNvPr id="82966" name="Object 1032">
                        <a:extLst>
                          <a:ext uri="{FF2B5EF4-FFF2-40B4-BE49-F238E27FC236}">
                            <a16:creationId xmlns:a16="http://schemas.microsoft.com/office/drawing/2014/main" id="{368FC068-8D10-FBE5-F108-75724D824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701" y="1905001"/>
                        <a:ext cx="3540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7" name="Object 1033">
            <a:extLst>
              <a:ext uri="{FF2B5EF4-FFF2-40B4-BE49-F238E27FC236}">
                <a16:creationId xmlns:a16="http://schemas.microsoft.com/office/drawing/2014/main" id="{BA77F141-06F4-1E22-6F74-1766A22B13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56451" y="4457700"/>
          <a:ext cx="4429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44307" imgH="609336" progId="Equation.3">
                  <p:embed/>
                </p:oleObj>
              </mc:Choice>
              <mc:Fallback>
                <p:oleObj name="Equation" r:id="rId17" imgW="444307" imgH="609336" progId="Equation.3">
                  <p:embed/>
                  <p:pic>
                    <p:nvPicPr>
                      <p:cNvPr id="82967" name="Object 1033">
                        <a:extLst>
                          <a:ext uri="{FF2B5EF4-FFF2-40B4-BE49-F238E27FC236}">
                            <a16:creationId xmlns:a16="http://schemas.microsoft.com/office/drawing/2014/main" id="{BA77F141-06F4-1E22-6F74-1766A22B13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6451" y="4457700"/>
                        <a:ext cx="4429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F00F4F1B-F9F4-A834-3971-4BAFB6923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838200"/>
            <a:ext cx="624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>
                <a:solidFill>
                  <a:schemeClr val="tx2"/>
                </a:solidFill>
              </a:rPr>
              <a:t>Some exercises</a:t>
            </a:r>
            <a:endParaRPr lang="en-US" altLang="en-US" sz="3200"/>
          </a:p>
        </p:txBody>
      </p:sp>
      <p:grpSp>
        <p:nvGrpSpPr>
          <p:cNvPr id="14339" name="Group 3">
            <a:extLst>
              <a:ext uri="{FF2B5EF4-FFF2-40B4-BE49-F238E27FC236}">
                <a16:creationId xmlns:a16="http://schemas.microsoft.com/office/drawing/2014/main" id="{0172588D-DFFD-5226-5951-611A592DC85F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098676"/>
            <a:ext cx="4357688" cy="1254125"/>
            <a:chOff x="1296" y="1706"/>
            <a:chExt cx="2745" cy="790"/>
          </a:xfrm>
        </p:grpSpPr>
        <p:sp>
          <p:nvSpPr>
            <p:cNvPr id="14346" name="Oval 4">
              <a:extLst>
                <a:ext uri="{FF2B5EF4-FFF2-40B4-BE49-F238E27FC236}">
                  <a16:creationId xmlns:a16="http://schemas.microsoft.com/office/drawing/2014/main" id="{7B155D5B-A52C-57D1-5ACE-4AC9D713C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20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7" name="Oval 5">
              <a:extLst>
                <a:ext uri="{FF2B5EF4-FFF2-40B4-BE49-F238E27FC236}">
                  <a16:creationId xmlns:a16="http://schemas.microsoft.com/office/drawing/2014/main" id="{3392460C-D169-775B-9253-626DA240B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20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8" name="Line 6">
              <a:extLst>
                <a:ext uri="{FF2B5EF4-FFF2-40B4-BE49-F238E27FC236}">
                  <a16:creationId xmlns:a16="http://schemas.microsoft.com/office/drawing/2014/main" id="{B20F0F87-190A-6F0E-6D14-2BB872102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35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9" name="Line 7">
              <a:extLst>
                <a:ext uri="{FF2B5EF4-FFF2-40B4-BE49-F238E27FC236}">
                  <a16:creationId xmlns:a16="http://schemas.microsoft.com/office/drawing/2014/main" id="{B7F0EC06-F86B-95C8-B739-E5E04E6E30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3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0" name="Line 8">
              <a:extLst>
                <a:ext uri="{FF2B5EF4-FFF2-40B4-BE49-F238E27FC236}">
                  <a16:creationId xmlns:a16="http://schemas.microsoft.com/office/drawing/2014/main" id="{1DB6AC46-4804-5A9F-E003-5D4E379A3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3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1" name="Freeform 9">
              <a:extLst>
                <a:ext uri="{FF2B5EF4-FFF2-40B4-BE49-F238E27FC236}">
                  <a16:creationId xmlns:a16="http://schemas.microsoft.com/office/drawing/2014/main" id="{E45BB9C4-819D-0938-A016-39A1E4403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" y="1972"/>
              <a:ext cx="302" cy="259"/>
            </a:xfrm>
            <a:custGeom>
              <a:avLst/>
              <a:gdLst>
                <a:gd name="T0" fmla="*/ 237 w 302"/>
                <a:gd name="T1" fmla="*/ 259 h 259"/>
                <a:gd name="T2" fmla="*/ 302 w 302"/>
                <a:gd name="T3" fmla="*/ 156 h 259"/>
                <a:gd name="T4" fmla="*/ 265 w 302"/>
                <a:gd name="T5" fmla="*/ 34 h 259"/>
                <a:gd name="T6" fmla="*/ 208 w 302"/>
                <a:gd name="T7" fmla="*/ 15 h 259"/>
                <a:gd name="T8" fmla="*/ 180 w 302"/>
                <a:gd name="T9" fmla="*/ 6 h 259"/>
                <a:gd name="T10" fmla="*/ 77 w 302"/>
                <a:gd name="T11" fmla="*/ 15 h 259"/>
                <a:gd name="T12" fmla="*/ 40 w 302"/>
                <a:gd name="T13" fmla="*/ 72 h 259"/>
                <a:gd name="T14" fmla="*/ 21 w 302"/>
                <a:gd name="T15" fmla="*/ 100 h 259"/>
                <a:gd name="T16" fmla="*/ 21 w 302"/>
                <a:gd name="T17" fmla="*/ 203 h 259"/>
                <a:gd name="T18" fmla="*/ 68 w 302"/>
                <a:gd name="T19" fmla="*/ 259 h 25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2"/>
                <a:gd name="T31" fmla="*/ 0 h 259"/>
                <a:gd name="T32" fmla="*/ 302 w 302"/>
                <a:gd name="T33" fmla="*/ 259 h 25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2" h="259">
                  <a:moveTo>
                    <a:pt x="237" y="259"/>
                  </a:moveTo>
                  <a:cubicBezTo>
                    <a:pt x="290" y="242"/>
                    <a:pt x="290" y="205"/>
                    <a:pt x="302" y="156"/>
                  </a:cubicBezTo>
                  <a:cubicBezTo>
                    <a:pt x="299" y="132"/>
                    <a:pt x="296" y="54"/>
                    <a:pt x="265" y="34"/>
                  </a:cubicBezTo>
                  <a:cubicBezTo>
                    <a:pt x="248" y="23"/>
                    <a:pt x="227" y="21"/>
                    <a:pt x="208" y="15"/>
                  </a:cubicBezTo>
                  <a:cubicBezTo>
                    <a:pt x="199" y="12"/>
                    <a:pt x="180" y="6"/>
                    <a:pt x="180" y="6"/>
                  </a:cubicBezTo>
                  <a:cubicBezTo>
                    <a:pt x="146" y="9"/>
                    <a:pt x="108" y="0"/>
                    <a:pt x="77" y="15"/>
                  </a:cubicBezTo>
                  <a:cubicBezTo>
                    <a:pt x="57" y="25"/>
                    <a:pt x="52" y="53"/>
                    <a:pt x="40" y="72"/>
                  </a:cubicBezTo>
                  <a:cubicBezTo>
                    <a:pt x="34" y="81"/>
                    <a:pt x="21" y="100"/>
                    <a:pt x="21" y="100"/>
                  </a:cubicBezTo>
                  <a:cubicBezTo>
                    <a:pt x="8" y="139"/>
                    <a:pt x="0" y="151"/>
                    <a:pt x="21" y="203"/>
                  </a:cubicBezTo>
                  <a:cubicBezTo>
                    <a:pt x="29" y="223"/>
                    <a:pt x="97" y="230"/>
                    <a:pt x="68" y="25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2" name="Freeform 10">
              <a:extLst>
                <a:ext uri="{FF2B5EF4-FFF2-40B4-BE49-F238E27FC236}">
                  <a16:creationId xmlns:a16="http://schemas.microsoft.com/office/drawing/2014/main" id="{5C982F29-6821-8AA1-066A-70D0B616D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1965"/>
              <a:ext cx="302" cy="259"/>
            </a:xfrm>
            <a:custGeom>
              <a:avLst/>
              <a:gdLst>
                <a:gd name="T0" fmla="*/ 237 w 302"/>
                <a:gd name="T1" fmla="*/ 259 h 259"/>
                <a:gd name="T2" fmla="*/ 302 w 302"/>
                <a:gd name="T3" fmla="*/ 156 h 259"/>
                <a:gd name="T4" fmla="*/ 265 w 302"/>
                <a:gd name="T5" fmla="*/ 34 h 259"/>
                <a:gd name="T6" fmla="*/ 208 w 302"/>
                <a:gd name="T7" fmla="*/ 15 h 259"/>
                <a:gd name="T8" fmla="*/ 180 w 302"/>
                <a:gd name="T9" fmla="*/ 6 h 259"/>
                <a:gd name="T10" fmla="*/ 77 w 302"/>
                <a:gd name="T11" fmla="*/ 15 h 259"/>
                <a:gd name="T12" fmla="*/ 40 w 302"/>
                <a:gd name="T13" fmla="*/ 72 h 259"/>
                <a:gd name="T14" fmla="*/ 21 w 302"/>
                <a:gd name="T15" fmla="*/ 100 h 259"/>
                <a:gd name="T16" fmla="*/ 21 w 302"/>
                <a:gd name="T17" fmla="*/ 203 h 259"/>
                <a:gd name="T18" fmla="*/ 68 w 302"/>
                <a:gd name="T19" fmla="*/ 259 h 25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2"/>
                <a:gd name="T31" fmla="*/ 0 h 259"/>
                <a:gd name="T32" fmla="*/ 302 w 302"/>
                <a:gd name="T33" fmla="*/ 259 h 25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2" h="259">
                  <a:moveTo>
                    <a:pt x="237" y="259"/>
                  </a:moveTo>
                  <a:cubicBezTo>
                    <a:pt x="290" y="242"/>
                    <a:pt x="290" y="205"/>
                    <a:pt x="302" y="156"/>
                  </a:cubicBezTo>
                  <a:cubicBezTo>
                    <a:pt x="299" y="132"/>
                    <a:pt x="296" y="54"/>
                    <a:pt x="265" y="34"/>
                  </a:cubicBezTo>
                  <a:cubicBezTo>
                    <a:pt x="248" y="23"/>
                    <a:pt x="227" y="21"/>
                    <a:pt x="208" y="15"/>
                  </a:cubicBezTo>
                  <a:cubicBezTo>
                    <a:pt x="199" y="12"/>
                    <a:pt x="180" y="6"/>
                    <a:pt x="180" y="6"/>
                  </a:cubicBezTo>
                  <a:cubicBezTo>
                    <a:pt x="146" y="9"/>
                    <a:pt x="108" y="0"/>
                    <a:pt x="77" y="15"/>
                  </a:cubicBezTo>
                  <a:cubicBezTo>
                    <a:pt x="57" y="25"/>
                    <a:pt x="52" y="53"/>
                    <a:pt x="40" y="72"/>
                  </a:cubicBezTo>
                  <a:cubicBezTo>
                    <a:pt x="34" y="81"/>
                    <a:pt x="21" y="100"/>
                    <a:pt x="21" y="100"/>
                  </a:cubicBezTo>
                  <a:cubicBezTo>
                    <a:pt x="8" y="139"/>
                    <a:pt x="0" y="151"/>
                    <a:pt x="21" y="203"/>
                  </a:cubicBezTo>
                  <a:cubicBezTo>
                    <a:pt x="29" y="223"/>
                    <a:pt x="97" y="230"/>
                    <a:pt x="68" y="25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3" name="Freeform 11">
              <a:extLst>
                <a:ext uri="{FF2B5EF4-FFF2-40B4-BE49-F238E27FC236}">
                  <a16:creationId xmlns:a16="http://schemas.microsoft.com/office/drawing/2014/main" id="{16A432DF-970D-5FDB-459C-34862B4C2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968"/>
              <a:ext cx="326" cy="263"/>
            </a:xfrm>
            <a:custGeom>
              <a:avLst/>
              <a:gdLst>
                <a:gd name="T0" fmla="*/ 438 w 302"/>
                <a:gd name="T1" fmla="*/ 291 h 259"/>
                <a:gd name="T2" fmla="*/ 557 w 302"/>
                <a:gd name="T3" fmla="*/ 177 h 259"/>
                <a:gd name="T4" fmla="*/ 490 w 302"/>
                <a:gd name="T5" fmla="*/ 42 h 259"/>
                <a:gd name="T6" fmla="*/ 383 w 302"/>
                <a:gd name="T7" fmla="*/ 15 h 259"/>
                <a:gd name="T8" fmla="*/ 331 w 302"/>
                <a:gd name="T9" fmla="*/ 6 h 259"/>
                <a:gd name="T10" fmla="*/ 142 w 302"/>
                <a:gd name="T11" fmla="*/ 15 h 259"/>
                <a:gd name="T12" fmla="*/ 73 w 302"/>
                <a:gd name="T13" fmla="*/ 80 h 259"/>
                <a:gd name="T14" fmla="*/ 39 w 302"/>
                <a:gd name="T15" fmla="*/ 116 h 259"/>
                <a:gd name="T16" fmla="*/ 39 w 302"/>
                <a:gd name="T17" fmla="*/ 227 h 259"/>
                <a:gd name="T18" fmla="*/ 125 w 302"/>
                <a:gd name="T19" fmla="*/ 291 h 25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2"/>
                <a:gd name="T31" fmla="*/ 0 h 259"/>
                <a:gd name="T32" fmla="*/ 302 w 302"/>
                <a:gd name="T33" fmla="*/ 259 h 25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2" h="259">
                  <a:moveTo>
                    <a:pt x="237" y="259"/>
                  </a:moveTo>
                  <a:cubicBezTo>
                    <a:pt x="290" y="242"/>
                    <a:pt x="290" y="205"/>
                    <a:pt x="302" y="156"/>
                  </a:cubicBezTo>
                  <a:cubicBezTo>
                    <a:pt x="299" y="132"/>
                    <a:pt x="296" y="54"/>
                    <a:pt x="265" y="34"/>
                  </a:cubicBezTo>
                  <a:cubicBezTo>
                    <a:pt x="248" y="23"/>
                    <a:pt x="227" y="21"/>
                    <a:pt x="208" y="15"/>
                  </a:cubicBezTo>
                  <a:cubicBezTo>
                    <a:pt x="199" y="12"/>
                    <a:pt x="180" y="6"/>
                    <a:pt x="180" y="6"/>
                  </a:cubicBezTo>
                  <a:cubicBezTo>
                    <a:pt x="146" y="9"/>
                    <a:pt x="108" y="0"/>
                    <a:pt x="77" y="15"/>
                  </a:cubicBezTo>
                  <a:cubicBezTo>
                    <a:pt x="57" y="25"/>
                    <a:pt x="52" y="53"/>
                    <a:pt x="40" y="72"/>
                  </a:cubicBezTo>
                  <a:cubicBezTo>
                    <a:pt x="34" y="81"/>
                    <a:pt x="21" y="100"/>
                    <a:pt x="21" y="100"/>
                  </a:cubicBezTo>
                  <a:cubicBezTo>
                    <a:pt x="8" y="139"/>
                    <a:pt x="0" y="151"/>
                    <a:pt x="21" y="203"/>
                  </a:cubicBezTo>
                  <a:cubicBezTo>
                    <a:pt x="29" y="223"/>
                    <a:pt x="97" y="230"/>
                    <a:pt x="68" y="25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4" name="Text Box 12">
              <a:extLst>
                <a:ext uri="{FF2B5EF4-FFF2-40B4-BE49-F238E27FC236}">
                  <a16:creationId xmlns:a16="http://schemas.microsoft.com/office/drawing/2014/main" id="{2928086E-AE7D-0BA9-5515-C3691716C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" y="1706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/>
                <a:t>a</a:t>
              </a:r>
            </a:p>
          </p:txBody>
        </p:sp>
        <p:sp>
          <p:nvSpPr>
            <p:cNvPr id="14355" name="Text Box 13">
              <a:extLst>
                <a:ext uri="{FF2B5EF4-FFF2-40B4-BE49-F238E27FC236}">
                  <a16:creationId xmlns:a16="http://schemas.microsoft.com/office/drawing/2014/main" id="{93F5F86E-3CE4-3F47-0E30-41A69921A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8" y="209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/>
                <a:t>b</a:t>
              </a:r>
            </a:p>
          </p:txBody>
        </p:sp>
        <p:sp>
          <p:nvSpPr>
            <p:cNvPr id="14356" name="Text Box 14">
              <a:extLst>
                <a:ext uri="{FF2B5EF4-FFF2-40B4-BE49-F238E27FC236}">
                  <a16:creationId xmlns:a16="http://schemas.microsoft.com/office/drawing/2014/main" id="{E7EC0EE7-5D52-65C0-8B66-746271FC0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0" y="170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/>
                <a:t>b</a:t>
              </a:r>
            </a:p>
          </p:txBody>
        </p:sp>
        <p:sp>
          <p:nvSpPr>
            <p:cNvPr id="14357" name="Text Box 15">
              <a:extLst>
                <a:ext uri="{FF2B5EF4-FFF2-40B4-BE49-F238E27FC236}">
                  <a16:creationId xmlns:a16="http://schemas.microsoft.com/office/drawing/2014/main" id="{0396E9B3-1032-90B6-7113-401BE1B81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090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/>
                <a:t>a</a:t>
              </a:r>
            </a:p>
          </p:txBody>
        </p:sp>
        <p:sp>
          <p:nvSpPr>
            <p:cNvPr id="14358" name="Text Box 16">
              <a:extLst>
                <a:ext uri="{FF2B5EF4-FFF2-40B4-BE49-F238E27FC236}">
                  <a16:creationId xmlns:a16="http://schemas.microsoft.com/office/drawing/2014/main" id="{32F443CA-795C-91C4-1F44-A8D995B4C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728"/>
              <a:ext cx="3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/>
                <a:t>a,b</a:t>
              </a:r>
            </a:p>
          </p:txBody>
        </p:sp>
        <p:sp>
          <p:nvSpPr>
            <p:cNvPr id="14359" name="Oval 17">
              <a:extLst>
                <a:ext uri="{FF2B5EF4-FFF2-40B4-BE49-F238E27FC236}">
                  <a16:creationId xmlns:a16="http://schemas.microsoft.com/office/drawing/2014/main" id="{EAAFFD44-5C83-6E9C-1925-3CF84B9B6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220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60" name="Oval 18">
              <a:extLst>
                <a:ext uri="{FF2B5EF4-FFF2-40B4-BE49-F238E27FC236}">
                  <a16:creationId xmlns:a16="http://schemas.microsoft.com/office/drawing/2014/main" id="{71681558-F1DA-36CF-24FA-B3DF83640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1" y="2234"/>
              <a:ext cx="231" cy="2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4340" name="Rectangle 20">
            <a:extLst>
              <a:ext uri="{FF2B5EF4-FFF2-40B4-BE49-F238E27FC236}">
                <a16:creationId xmlns:a16="http://schemas.microsoft.com/office/drawing/2014/main" id="{608D1AF2-3EFC-2826-BAC8-796736EF8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572001"/>
            <a:ext cx="7696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/>
              <a:t>Use set notation to describe the language accepted by the above DFA</a:t>
            </a:r>
          </a:p>
        </p:txBody>
      </p:sp>
      <p:sp>
        <p:nvSpPr>
          <p:cNvPr id="14341" name="Text Box 22">
            <a:extLst>
              <a:ext uri="{FF2B5EF4-FFF2-40B4-BE49-F238E27FC236}">
                <a16:creationId xmlns:a16="http://schemas.microsoft.com/office/drawing/2014/main" id="{C21864C8-A176-C3CB-F95E-43C6E65AD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895601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0</a:t>
            </a:r>
            <a:endParaRPr lang="en-US" altLang="en-US"/>
          </a:p>
        </p:txBody>
      </p:sp>
      <p:sp>
        <p:nvSpPr>
          <p:cNvPr id="14342" name="Text Box 23">
            <a:extLst>
              <a:ext uri="{FF2B5EF4-FFF2-40B4-BE49-F238E27FC236}">
                <a16:creationId xmlns:a16="http://schemas.microsoft.com/office/drawing/2014/main" id="{98CE51E1-0CF9-3428-1667-77207DBD7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895601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1</a:t>
            </a:r>
            <a:endParaRPr lang="en-US" altLang="en-US"/>
          </a:p>
        </p:txBody>
      </p:sp>
      <p:sp>
        <p:nvSpPr>
          <p:cNvPr id="14343" name="Text Box 24">
            <a:extLst>
              <a:ext uri="{FF2B5EF4-FFF2-40B4-BE49-F238E27FC236}">
                <a16:creationId xmlns:a16="http://schemas.microsoft.com/office/drawing/2014/main" id="{F4467BCA-2488-2381-CA7F-D7C30A915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895601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2</a:t>
            </a:r>
            <a:endParaRPr lang="en-US" altLang="en-US"/>
          </a:p>
        </p:txBody>
      </p:sp>
      <p:sp>
        <p:nvSpPr>
          <p:cNvPr id="14344" name="عنصر نائب للتذييل 25">
            <a:extLst>
              <a:ext uri="{FF2B5EF4-FFF2-40B4-BE49-F238E27FC236}">
                <a16:creationId xmlns:a16="http://schemas.microsoft.com/office/drawing/2014/main" id="{04F8A3D3-4885-FB40-A3D2-EC9400617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/>
              <a:t>Limits of DFA  &amp;  NDFA</a:t>
            </a:r>
          </a:p>
        </p:txBody>
      </p:sp>
      <p:sp>
        <p:nvSpPr>
          <p:cNvPr id="14345" name="عنصر نائب لرقم الشريحة 24">
            <a:extLst>
              <a:ext uri="{FF2B5EF4-FFF2-40B4-BE49-F238E27FC236}">
                <a16:creationId xmlns:a16="http://schemas.microsoft.com/office/drawing/2014/main" id="{5900CB90-C29D-4486-E0E4-6385DD93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D1E216B-CC1F-4CC4-BE9A-1C0C285CA139}" type="slidenum">
              <a:rPr lang="en-US" altLang="en-US" sz="1400"/>
              <a:pPr/>
              <a:t>86</a:t>
            </a:fld>
            <a:endParaRPr lang="en-US" altLang="en-US" sz="14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026">
            <a:extLst>
              <a:ext uri="{FF2B5EF4-FFF2-40B4-BE49-F238E27FC236}">
                <a16:creationId xmlns:a16="http://schemas.microsoft.com/office/drawing/2014/main" id="{E14422AE-7C6D-7DFA-4DDA-E32EB12A7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838200"/>
            <a:ext cx="624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>
                <a:solidFill>
                  <a:schemeClr val="tx2"/>
                </a:solidFill>
              </a:rPr>
              <a:t>Some exercises</a:t>
            </a:r>
            <a:endParaRPr lang="en-US" altLang="en-US" sz="3200"/>
          </a:p>
        </p:txBody>
      </p:sp>
      <p:sp>
        <p:nvSpPr>
          <p:cNvPr id="15363" name="Rectangle 1043">
            <a:extLst>
              <a:ext uri="{FF2B5EF4-FFF2-40B4-BE49-F238E27FC236}">
                <a16:creationId xmlns:a16="http://schemas.microsoft.com/office/drawing/2014/main" id="{2F81906B-161A-7BB3-2FA7-65967CDA3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5720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/>
              <a:t>L(M) = {a</a:t>
            </a:r>
            <a:r>
              <a:rPr lang="en-US" altLang="en-US" sz="2400" baseline="30000"/>
              <a:t>n</a:t>
            </a:r>
            <a:r>
              <a:rPr lang="en-US" altLang="en-US" sz="2400"/>
              <a:t>b</a:t>
            </a:r>
            <a:r>
              <a:rPr lang="en-US" altLang="en-US" sz="2400" baseline="30000"/>
              <a:t>m</a:t>
            </a:r>
            <a:r>
              <a:rPr lang="en-US" altLang="en-US" sz="2400"/>
              <a:t>}, where n </a:t>
            </a:r>
            <a:r>
              <a:rPr lang="en-US" altLang="en-US" sz="2400">
                <a:sym typeface="Symbol" panose="05050102010706020507" pitchFamily="18" charset="2"/>
              </a:rPr>
              <a:t></a:t>
            </a:r>
            <a:r>
              <a:rPr lang="en-US" altLang="en-US" sz="2400"/>
              <a:t> 0 and m </a:t>
            </a:r>
            <a:r>
              <a:rPr lang="en-US" altLang="en-US" sz="2400">
                <a:sym typeface="Symbol" panose="05050102010706020507" pitchFamily="18" charset="2"/>
              </a:rPr>
              <a:t></a:t>
            </a:r>
            <a:r>
              <a:rPr lang="en-US" altLang="en-US" sz="2400"/>
              <a:t> 1</a:t>
            </a:r>
          </a:p>
        </p:txBody>
      </p:sp>
      <p:sp>
        <p:nvSpPr>
          <p:cNvPr id="15364" name="Text Box 1044">
            <a:extLst>
              <a:ext uri="{FF2B5EF4-FFF2-40B4-BE49-F238E27FC236}">
                <a16:creationId xmlns:a16="http://schemas.microsoft.com/office/drawing/2014/main" id="{45D66AAF-EAD2-EBCC-C853-F7FBFF871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895601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0</a:t>
            </a:r>
            <a:endParaRPr lang="en-US" altLang="en-US"/>
          </a:p>
        </p:txBody>
      </p:sp>
      <p:sp>
        <p:nvSpPr>
          <p:cNvPr id="15365" name="Text Box 1045">
            <a:extLst>
              <a:ext uri="{FF2B5EF4-FFF2-40B4-BE49-F238E27FC236}">
                <a16:creationId xmlns:a16="http://schemas.microsoft.com/office/drawing/2014/main" id="{2330D304-5E5C-9038-3A84-C785F10C4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895601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1</a:t>
            </a:r>
            <a:endParaRPr lang="en-US" altLang="en-US"/>
          </a:p>
        </p:txBody>
      </p:sp>
      <p:sp>
        <p:nvSpPr>
          <p:cNvPr id="15366" name="Text Box 1046">
            <a:extLst>
              <a:ext uri="{FF2B5EF4-FFF2-40B4-BE49-F238E27FC236}">
                <a16:creationId xmlns:a16="http://schemas.microsoft.com/office/drawing/2014/main" id="{C3F04892-18AD-01A8-EE01-9B0FC8E52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895601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q</a:t>
            </a:r>
            <a:r>
              <a:rPr lang="en-US" altLang="en-US" baseline="-25000"/>
              <a:t>2</a:t>
            </a:r>
            <a:endParaRPr lang="en-US" altLang="en-US"/>
          </a:p>
        </p:txBody>
      </p:sp>
      <p:grpSp>
        <p:nvGrpSpPr>
          <p:cNvPr id="15367" name="Group 1047">
            <a:extLst>
              <a:ext uri="{FF2B5EF4-FFF2-40B4-BE49-F238E27FC236}">
                <a16:creationId xmlns:a16="http://schemas.microsoft.com/office/drawing/2014/main" id="{7A3F0F01-EECA-A166-CF92-56FFBDFC0631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098676"/>
            <a:ext cx="4357688" cy="1254125"/>
            <a:chOff x="1296" y="1706"/>
            <a:chExt cx="2745" cy="790"/>
          </a:xfrm>
        </p:grpSpPr>
        <p:sp>
          <p:nvSpPr>
            <p:cNvPr id="15370" name="Oval 1048">
              <a:extLst>
                <a:ext uri="{FF2B5EF4-FFF2-40B4-BE49-F238E27FC236}">
                  <a16:creationId xmlns:a16="http://schemas.microsoft.com/office/drawing/2014/main" id="{74BACCD3-39C0-EAEB-85BA-5E196D6D2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20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1" name="Oval 1049">
              <a:extLst>
                <a:ext uri="{FF2B5EF4-FFF2-40B4-BE49-F238E27FC236}">
                  <a16:creationId xmlns:a16="http://schemas.microsoft.com/office/drawing/2014/main" id="{1285ADB6-D76E-60BE-FBE2-4BB5D961C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20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2" name="Line 1050">
              <a:extLst>
                <a:ext uri="{FF2B5EF4-FFF2-40B4-BE49-F238E27FC236}">
                  <a16:creationId xmlns:a16="http://schemas.microsoft.com/office/drawing/2014/main" id="{13CE4D8F-0B46-A4BD-A94B-F91A0A86C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35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3" name="Line 1051">
              <a:extLst>
                <a:ext uri="{FF2B5EF4-FFF2-40B4-BE49-F238E27FC236}">
                  <a16:creationId xmlns:a16="http://schemas.microsoft.com/office/drawing/2014/main" id="{217CABE1-124E-E5F6-1594-D045A1354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3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4" name="Line 1052">
              <a:extLst>
                <a:ext uri="{FF2B5EF4-FFF2-40B4-BE49-F238E27FC236}">
                  <a16:creationId xmlns:a16="http://schemas.microsoft.com/office/drawing/2014/main" id="{320DAFDE-A5F4-AAA8-92B9-156995900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23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5" name="Freeform 1053">
              <a:extLst>
                <a:ext uri="{FF2B5EF4-FFF2-40B4-BE49-F238E27FC236}">
                  <a16:creationId xmlns:a16="http://schemas.microsoft.com/office/drawing/2014/main" id="{1F3BC45C-6E1F-8232-9B41-BBFAB09F7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" y="1972"/>
              <a:ext cx="302" cy="259"/>
            </a:xfrm>
            <a:custGeom>
              <a:avLst/>
              <a:gdLst>
                <a:gd name="T0" fmla="*/ 237 w 302"/>
                <a:gd name="T1" fmla="*/ 259 h 259"/>
                <a:gd name="T2" fmla="*/ 302 w 302"/>
                <a:gd name="T3" fmla="*/ 156 h 259"/>
                <a:gd name="T4" fmla="*/ 265 w 302"/>
                <a:gd name="T5" fmla="*/ 34 h 259"/>
                <a:gd name="T6" fmla="*/ 208 w 302"/>
                <a:gd name="T7" fmla="*/ 15 h 259"/>
                <a:gd name="T8" fmla="*/ 180 w 302"/>
                <a:gd name="T9" fmla="*/ 6 h 259"/>
                <a:gd name="T10" fmla="*/ 77 w 302"/>
                <a:gd name="T11" fmla="*/ 15 h 259"/>
                <a:gd name="T12" fmla="*/ 40 w 302"/>
                <a:gd name="T13" fmla="*/ 72 h 259"/>
                <a:gd name="T14" fmla="*/ 21 w 302"/>
                <a:gd name="T15" fmla="*/ 100 h 259"/>
                <a:gd name="T16" fmla="*/ 21 w 302"/>
                <a:gd name="T17" fmla="*/ 203 h 259"/>
                <a:gd name="T18" fmla="*/ 68 w 302"/>
                <a:gd name="T19" fmla="*/ 259 h 25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2"/>
                <a:gd name="T31" fmla="*/ 0 h 259"/>
                <a:gd name="T32" fmla="*/ 302 w 302"/>
                <a:gd name="T33" fmla="*/ 259 h 25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2" h="259">
                  <a:moveTo>
                    <a:pt x="237" y="259"/>
                  </a:moveTo>
                  <a:cubicBezTo>
                    <a:pt x="290" y="242"/>
                    <a:pt x="290" y="205"/>
                    <a:pt x="302" y="156"/>
                  </a:cubicBezTo>
                  <a:cubicBezTo>
                    <a:pt x="299" y="132"/>
                    <a:pt x="296" y="54"/>
                    <a:pt x="265" y="34"/>
                  </a:cubicBezTo>
                  <a:cubicBezTo>
                    <a:pt x="248" y="23"/>
                    <a:pt x="227" y="21"/>
                    <a:pt x="208" y="15"/>
                  </a:cubicBezTo>
                  <a:cubicBezTo>
                    <a:pt x="199" y="12"/>
                    <a:pt x="180" y="6"/>
                    <a:pt x="180" y="6"/>
                  </a:cubicBezTo>
                  <a:cubicBezTo>
                    <a:pt x="146" y="9"/>
                    <a:pt x="108" y="0"/>
                    <a:pt x="77" y="15"/>
                  </a:cubicBezTo>
                  <a:cubicBezTo>
                    <a:pt x="57" y="25"/>
                    <a:pt x="52" y="53"/>
                    <a:pt x="40" y="72"/>
                  </a:cubicBezTo>
                  <a:cubicBezTo>
                    <a:pt x="34" y="81"/>
                    <a:pt x="21" y="100"/>
                    <a:pt x="21" y="100"/>
                  </a:cubicBezTo>
                  <a:cubicBezTo>
                    <a:pt x="8" y="139"/>
                    <a:pt x="0" y="151"/>
                    <a:pt x="21" y="203"/>
                  </a:cubicBezTo>
                  <a:cubicBezTo>
                    <a:pt x="29" y="223"/>
                    <a:pt x="97" y="230"/>
                    <a:pt x="68" y="25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6" name="Freeform 1054">
              <a:extLst>
                <a:ext uri="{FF2B5EF4-FFF2-40B4-BE49-F238E27FC236}">
                  <a16:creationId xmlns:a16="http://schemas.microsoft.com/office/drawing/2014/main" id="{68A080E7-5C2A-4D93-B129-C85A7D0D6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1965"/>
              <a:ext cx="302" cy="259"/>
            </a:xfrm>
            <a:custGeom>
              <a:avLst/>
              <a:gdLst>
                <a:gd name="T0" fmla="*/ 237 w 302"/>
                <a:gd name="T1" fmla="*/ 259 h 259"/>
                <a:gd name="T2" fmla="*/ 302 w 302"/>
                <a:gd name="T3" fmla="*/ 156 h 259"/>
                <a:gd name="T4" fmla="*/ 265 w 302"/>
                <a:gd name="T5" fmla="*/ 34 h 259"/>
                <a:gd name="T6" fmla="*/ 208 w 302"/>
                <a:gd name="T7" fmla="*/ 15 h 259"/>
                <a:gd name="T8" fmla="*/ 180 w 302"/>
                <a:gd name="T9" fmla="*/ 6 h 259"/>
                <a:gd name="T10" fmla="*/ 77 w 302"/>
                <a:gd name="T11" fmla="*/ 15 h 259"/>
                <a:gd name="T12" fmla="*/ 40 w 302"/>
                <a:gd name="T13" fmla="*/ 72 h 259"/>
                <a:gd name="T14" fmla="*/ 21 w 302"/>
                <a:gd name="T15" fmla="*/ 100 h 259"/>
                <a:gd name="T16" fmla="*/ 21 w 302"/>
                <a:gd name="T17" fmla="*/ 203 h 259"/>
                <a:gd name="T18" fmla="*/ 68 w 302"/>
                <a:gd name="T19" fmla="*/ 259 h 25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2"/>
                <a:gd name="T31" fmla="*/ 0 h 259"/>
                <a:gd name="T32" fmla="*/ 302 w 302"/>
                <a:gd name="T33" fmla="*/ 259 h 25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2" h="259">
                  <a:moveTo>
                    <a:pt x="237" y="259"/>
                  </a:moveTo>
                  <a:cubicBezTo>
                    <a:pt x="290" y="242"/>
                    <a:pt x="290" y="205"/>
                    <a:pt x="302" y="156"/>
                  </a:cubicBezTo>
                  <a:cubicBezTo>
                    <a:pt x="299" y="132"/>
                    <a:pt x="296" y="54"/>
                    <a:pt x="265" y="34"/>
                  </a:cubicBezTo>
                  <a:cubicBezTo>
                    <a:pt x="248" y="23"/>
                    <a:pt x="227" y="21"/>
                    <a:pt x="208" y="15"/>
                  </a:cubicBezTo>
                  <a:cubicBezTo>
                    <a:pt x="199" y="12"/>
                    <a:pt x="180" y="6"/>
                    <a:pt x="180" y="6"/>
                  </a:cubicBezTo>
                  <a:cubicBezTo>
                    <a:pt x="146" y="9"/>
                    <a:pt x="108" y="0"/>
                    <a:pt x="77" y="15"/>
                  </a:cubicBezTo>
                  <a:cubicBezTo>
                    <a:pt x="57" y="25"/>
                    <a:pt x="52" y="53"/>
                    <a:pt x="40" y="72"/>
                  </a:cubicBezTo>
                  <a:cubicBezTo>
                    <a:pt x="34" y="81"/>
                    <a:pt x="21" y="100"/>
                    <a:pt x="21" y="100"/>
                  </a:cubicBezTo>
                  <a:cubicBezTo>
                    <a:pt x="8" y="139"/>
                    <a:pt x="0" y="151"/>
                    <a:pt x="21" y="203"/>
                  </a:cubicBezTo>
                  <a:cubicBezTo>
                    <a:pt x="29" y="223"/>
                    <a:pt x="97" y="230"/>
                    <a:pt x="68" y="25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7" name="Freeform 1055">
              <a:extLst>
                <a:ext uri="{FF2B5EF4-FFF2-40B4-BE49-F238E27FC236}">
                  <a16:creationId xmlns:a16="http://schemas.microsoft.com/office/drawing/2014/main" id="{ED747794-BEA2-6E69-90E4-B94D265A8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968"/>
              <a:ext cx="326" cy="263"/>
            </a:xfrm>
            <a:custGeom>
              <a:avLst/>
              <a:gdLst>
                <a:gd name="T0" fmla="*/ 438 w 302"/>
                <a:gd name="T1" fmla="*/ 291 h 259"/>
                <a:gd name="T2" fmla="*/ 557 w 302"/>
                <a:gd name="T3" fmla="*/ 177 h 259"/>
                <a:gd name="T4" fmla="*/ 490 w 302"/>
                <a:gd name="T5" fmla="*/ 42 h 259"/>
                <a:gd name="T6" fmla="*/ 383 w 302"/>
                <a:gd name="T7" fmla="*/ 15 h 259"/>
                <a:gd name="T8" fmla="*/ 331 w 302"/>
                <a:gd name="T9" fmla="*/ 6 h 259"/>
                <a:gd name="T10" fmla="*/ 142 w 302"/>
                <a:gd name="T11" fmla="*/ 15 h 259"/>
                <a:gd name="T12" fmla="*/ 73 w 302"/>
                <a:gd name="T13" fmla="*/ 80 h 259"/>
                <a:gd name="T14" fmla="*/ 39 w 302"/>
                <a:gd name="T15" fmla="*/ 116 h 259"/>
                <a:gd name="T16" fmla="*/ 39 w 302"/>
                <a:gd name="T17" fmla="*/ 227 h 259"/>
                <a:gd name="T18" fmla="*/ 125 w 302"/>
                <a:gd name="T19" fmla="*/ 291 h 25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2"/>
                <a:gd name="T31" fmla="*/ 0 h 259"/>
                <a:gd name="T32" fmla="*/ 302 w 302"/>
                <a:gd name="T33" fmla="*/ 259 h 25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2" h="259">
                  <a:moveTo>
                    <a:pt x="237" y="259"/>
                  </a:moveTo>
                  <a:cubicBezTo>
                    <a:pt x="290" y="242"/>
                    <a:pt x="290" y="205"/>
                    <a:pt x="302" y="156"/>
                  </a:cubicBezTo>
                  <a:cubicBezTo>
                    <a:pt x="299" y="132"/>
                    <a:pt x="296" y="54"/>
                    <a:pt x="265" y="34"/>
                  </a:cubicBezTo>
                  <a:cubicBezTo>
                    <a:pt x="248" y="23"/>
                    <a:pt x="227" y="21"/>
                    <a:pt x="208" y="15"/>
                  </a:cubicBezTo>
                  <a:cubicBezTo>
                    <a:pt x="199" y="12"/>
                    <a:pt x="180" y="6"/>
                    <a:pt x="180" y="6"/>
                  </a:cubicBezTo>
                  <a:cubicBezTo>
                    <a:pt x="146" y="9"/>
                    <a:pt x="108" y="0"/>
                    <a:pt x="77" y="15"/>
                  </a:cubicBezTo>
                  <a:cubicBezTo>
                    <a:pt x="57" y="25"/>
                    <a:pt x="52" y="53"/>
                    <a:pt x="40" y="72"/>
                  </a:cubicBezTo>
                  <a:cubicBezTo>
                    <a:pt x="34" y="81"/>
                    <a:pt x="21" y="100"/>
                    <a:pt x="21" y="100"/>
                  </a:cubicBezTo>
                  <a:cubicBezTo>
                    <a:pt x="8" y="139"/>
                    <a:pt x="0" y="151"/>
                    <a:pt x="21" y="203"/>
                  </a:cubicBezTo>
                  <a:cubicBezTo>
                    <a:pt x="29" y="223"/>
                    <a:pt x="97" y="230"/>
                    <a:pt x="68" y="25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8" name="Text Box 1056">
              <a:extLst>
                <a:ext uri="{FF2B5EF4-FFF2-40B4-BE49-F238E27FC236}">
                  <a16:creationId xmlns:a16="http://schemas.microsoft.com/office/drawing/2014/main" id="{B42EFDF2-222B-6105-AAEE-5DAE70082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6" y="1706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/>
                <a:t>a</a:t>
              </a:r>
            </a:p>
          </p:txBody>
        </p:sp>
        <p:sp>
          <p:nvSpPr>
            <p:cNvPr id="15379" name="Text Box 1057">
              <a:extLst>
                <a:ext uri="{FF2B5EF4-FFF2-40B4-BE49-F238E27FC236}">
                  <a16:creationId xmlns:a16="http://schemas.microsoft.com/office/drawing/2014/main" id="{141D11E1-C61C-309B-6FC7-29DC8539C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8" y="209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/>
                <a:t>b</a:t>
              </a:r>
            </a:p>
          </p:txBody>
        </p:sp>
        <p:sp>
          <p:nvSpPr>
            <p:cNvPr id="15380" name="Text Box 1058">
              <a:extLst>
                <a:ext uri="{FF2B5EF4-FFF2-40B4-BE49-F238E27FC236}">
                  <a16:creationId xmlns:a16="http://schemas.microsoft.com/office/drawing/2014/main" id="{30E8EB4C-54A8-3A62-B0ED-9D94CC7A5F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0" y="170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/>
                <a:t>b</a:t>
              </a:r>
            </a:p>
          </p:txBody>
        </p:sp>
        <p:sp>
          <p:nvSpPr>
            <p:cNvPr id="15381" name="Text Box 1059">
              <a:extLst>
                <a:ext uri="{FF2B5EF4-FFF2-40B4-BE49-F238E27FC236}">
                  <a16:creationId xmlns:a16="http://schemas.microsoft.com/office/drawing/2014/main" id="{06F970B2-5337-19E3-0731-1D010ABBC4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090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/>
                <a:t>a</a:t>
              </a:r>
            </a:p>
          </p:txBody>
        </p:sp>
        <p:sp>
          <p:nvSpPr>
            <p:cNvPr id="15382" name="Text Box 1060">
              <a:extLst>
                <a:ext uri="{FF2B5EF4-FFF2-40B4-BE49-F238E27FC236}">
                  <a16:creationId xmlns:a16="http://schemas.microsoft.com/office/drawing/2014/main" id="{F96800C9-BDA7-E881-7CEA-E205BF53F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728"/>
              <a:ext cx="3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400"/>
                <a:t>a,b</a:t>
              </a:r>
            </a:p>
          </p:txBody>
        </p:sp>
        <p:sp>
          <p:nvSpPr>
            <p:cNvPr id="15383" name="Oval 1061">
              <a:extLst>
                <a:ext uri="{FF2B5EF4-FFF2-40B4-BE49-F238E27FC236}">
                  <a16:creationId xmlns:a16="http://schemas.microsoft.com/office/drawing/2014/main" id="{9B391279-0CF1-BE3E-4EED-666C6B2D0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220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84" name="Oval 1062">
              <a:extLst>
                <a:ext uri="{FF2B5EF4-FFF2-40B4-BE49-F238E27FC236}">
                  <a16:creationId xmlns:a16="http://schemas.microsoft.com/office/drawing/2014/main" id="{35C01834-3F57-26E0-1533-F6A41F659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1" y="2234"/>
              <a:ext cx="231" cy="2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5368" name="عنصر نائب للتذييل 25">
            <a:extLst>
              <a:ext uri="{FF2B5EF4-FFF2-40B4-BE49-F238E27FC236}">
                <a16:creationId xmlns:a16="http://schemas.microsoft.com/office/drawing/2014/main" id="{514713F9-B9F1-4E2E-C3A5-D94BFE38A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/>
              <a:t>Limits of DFA  &amp;  NDFA</a:t>
            </a:r>
          </a:p>
        </p:txBody>
      </p:sp>
      <p:sp>
        <p:nvSpPr>
          <p:cNvPr id="15369" name="عنصر نائب لرقم الشريحة 24">
            <a:extLst>
              <a:ext uri="{FF2B5EF4-FFF2-40B4-BE49-F238E27FC236}">
                <a16:creationId xmlns:a16="http://schemas.microsoft.com/office/drawing/2014/main" id="{DAB32498-DA9D-862D-D170-7EAC3875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F70D8E-E868-4A57-B98D-001DD7FA863F}" type="slidenum">
              <a:rPr lang="en-US" altLang="en-US" sz="1400"/>
              <a:pPr/>
              <a:t>87</a:t>
            </a:fld>
            <a:endParaRPr lang="en-US" altLang="en-US" sz="14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مستطيل 4">
            <a:extLst>
              <a:ext uri="{FF2B5EF4-FFF2-40B4-BE49-F238E27FC236}">
                <a16:creationId xmlns:a16="http://schemas.microsoft.com/office/drawing/2014/main" id="{8E27886D-DB07-2F9F-4E08-2BE83E352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349375"/>
            <a:ext cx="87630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sz="2800"/>
              <a:t> For any alphabet  , there exists a language that cannot be recognized by any finite automaton (</a:t>
            </a:r>
            <a:r>
              <a:rPr lang="en-US" altLang="en-US" sz="2800" u="sng"/>
              <a:t>the set of languages ​​is much larger than the one of automata</a:t>
            </a:r>
            <a:r>
              <a:rPr lang="en-US" altLang="en-US" sz="2800"/>
              <a:t>)</a:t>
            </a:r>
          </a:p>
        </p:txBody>
      </p:sp>
      <p:sp>
        <p:nvSpPr>
          <p:cNvPr id="1032" name="مستطيل 5">
            <a:extLst>
              <a:ext uri="{FF2B5EF4-FFF2-40B4-BE49-F238E27FC236}">
                <a16:creationId xmlns:a16="http://schemas.microsoft.com/office/drawing/2014/main" id="{F4399613-3458-19BB-E322-E16D09D60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04800"/>
            <a:ext cx="457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/>
              <a:t>Limits of  DFA</a:t>
            </a:r>
          </a:p>
        </p:txBody>
      </p:sp>
      <p:sp>
        <p:nvSpPr>
          <p:cNvPr id="1033" name="مستطيل 6">
            <a:extLst>
              <a:ext uri="{FF2B5EF4-FFF2-40B4-BE49-F238E27FC236}">
                <a16:creationId xmlns:a16="http://schemas.microsoft.com/office/drawing/2014/main" id="{F5B27054-4590-4097-E0AF-8D421D901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914401"/>
            <a:ext cx="1374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b="1">
                <a:solidFill>
                  <a:srgbClr val="FF0000"/>
                </a:solidFill>
                <a:sym typeface="Symbol" panose="05050102010706020507" pitchFamily="18" charset="2"/>
              </a:rPr>
              <a:t>Theorem</a:t>
            </a:r>
            <a:endParaRPr lang="en-US" altLang="en-US" sz="2400" b="1"/>
          </a:p>
        </p:txBody>
      </p:sp>
      <p:sp>
        <p:nvSpPr>
          <p:cNvPr id="1034" name="Rectangle 1">
            <a:extLst>
              <a:ext uri="{FF2B5EF4-FFF2-40B4-BE49-F238E27FC236}">
                <a16:creationId xmlns:a16="http://schemas.microsoft.com/office/drawing/2014/main" id="{E072FD9F-0105-BFA3-D355-EA9C3E18E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003550"/>
            <a:ext cx="8610600" cy="2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 b="1">
                <a:solidFill>
                  <a:srgbClr val="FF0000"/>
                </a:solidFill>
                <a:ea typeface="Calibri" panose="020F0502020204030204" pitchFamily="34" charset="0"/>
                <a:cs typeface="Bookman-Light" charset="0"/>
              </a:rPr>
              <a:t>Example 1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altLang="en-US" sz="2800">
                <a:ea typeface="Calibri" panose="020F0502020204030204" pitchFamily="34" charset="0"/>
                <a:cs typeface="Bookman-Light" charset="0"/>
              </a:rPr>
              <a:t> The language consisting of all </a:t>
            </a:r>
            <a:r>
              <a:rPr lang="en-US" altLang="en-US" sz="2800">
                <a:ea typeface="Calibri" panose="020F0502020204030204" pitchFamily="34" charset="0"/>
                <a:cs typeface="Bookman-LightItalic"/>
              </a:rPr>
              <a:t>palindromes </a:t>
            </a:r>
            <a:r>
              <a:rPr lang="en-US" altLang="en-US" sz="2800">
                <a:ea typeface="Calibri" panose="020F0502020204030204" pitchFamily="34" charset="0"/>
                <a:cs typeface="Bookman-Light" charset="0"/>
              </a:rPr>
              <a:t>over the alphabet</a:t>
            </a:r>
            <a:r>
              <a:rPr lang="en-US" altLang="en-US" sz="2800">
                <a:ea typeface="Calibri" panose="020F0502020204030204" pitchFamily="34" charset="0"/>
                <a:cs typeface="A"/>
              </a:rPr>
              <a:t>    </a:t>
            </a:r>
            <a:r>
              <a:rPr lang="en-US" altLang="en-US" sz="2800">
                <a:ea typeface="Calibri" panose="020F0502020204030204" pitchFamily="34" charset="0"/>
                <a:cs typeface="Bookman-Light" charset="0"/>
              </a:rPr>
              <a:t>, cannot be accepted by any  DFA. Therefore it is not a regular language. If we take the alphabet    = {a, b}, some examples of palindromes are :</a:t>
            </a:r>
          </a:p>
          <a:p>
            <a:pPr algn="just"/>
            <a:endParaRPr lang="en-US" altLang="en-US" sz="2400">
              <a:ea typeface="Calibri" panose="020F0502020204030204" pitchFamily="34" charset="0"/>
              <a:cs typeface="Bookman-Light" charset="0"/>
            </a:endParaRPr>
          </a:p>
          <a:p>
            <a:pPr algn="just"/>
            <a:r>
              <a:rPr lang="en-US" altLang="en-US" sz="2400">
                <a:cs typeface="Calibri" panose="020F0502020204030204" pitchFamily="34" charset="0"/>
              </a:rPr>
              <a:t>	</a:t>
            </a:r>
            <a:r>
              <a:rPr lang="en-US" altLang="en-US" sz="2800">
                <a:cs typeface="Calibri" panose="020F0502020204030204" pitchFamily="34" charset="0"/>
              </a:rPr>
              <a:t>              {a, b, aa, bb, aaa, aba, . . .}</a:t>
            </a:r>
            <a:endParaRPr lang="en-US" altLang="en-US" sz="2800"/>
          </a:p>
        </p:txBody>
      </p:sp>
      <p:graphicFrame>
        <p:nvGraphicFramePr>
          <p:cNvPr id="1026" name="Object 5">
            <a:extLst>
              <a:ext uri="{FF2B5EF4-FFF2-40B4-BE49-F238E27FC236}">
                <a16:creationId xmlns:a16="http://schemas.microsoft.com/office/drawing/2014/main" id="{5D28C6A2-B116-935E-7E38-54B2749C7B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96401" y="4267201"/>
          <a:ext cx="3286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20" imgH="393480" progId="Equation.3">
                  <p:embed/>
                </p:oleObj>
              </mc:Choice>
              <mc:Fallback>
                <p:oleObj name="Equation" r:id="rId2" imgW="330120" imgH="393480" progId="Equation.3">
                  <p:embed/>
                  <p:pic>
                    <p:nvPicPr>
                      <p:cNvPr id="1026" name="Object 5">
                        <a:extLst>
                          <a:ext uri="{FF2B5EF4-FFF2-40B4-BE49-F238E27FC236}">
                            <a16:creationId xmlns:a16="http://schemas.microsoft.com/office/drawing/2014/main" id="{5D28C6A2-B116-935E-7E38-54B2749C7B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1" y="4267201"/>
                        <a:ext cx="3286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>
            <a:extLst>
              <a:ext uri="{FF2B5EF4-FFF2-40B4-BE49-F238E27FC236}">
                <a16:creationId xmlns:a16="http://schemas.microsoft.com/office/drawing/2014/main" id="{41AB8AF9-593E-607B-7E8C-9B3D8701EB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2788" y="3875088"/>
          <a:ext cx="32861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20" imgH="393480" progId="Equation.3">
                  <p:embed/>
                </p:oleObj>
              </mc:Choice>
              <mc:Fallback>
                <p:oleObj name="Equation" r:id="rId2" imgW="330120" imgH="393480" progId="Equation.3">
                  <p:embed/>
                  <p:pic>
                    <p:nvPicPr>
                      <p:cNvPr id="1027" name="Object 5">
                        <a:extLst>
                          <a:ext uri="{FF2B5EF4-FFF2-40B4-BE49-F238E27FC236}">
                            <a16:creationId xmlns:a16="http://schemas.microsoft.com/office/drawing/2014/main" id="{41AB8AF9-593E-607B-7E8C-9B3D8701EB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788" y="3875088"/>
                        <a:ext cx="328612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5">
            <a:extLst>
              <a:ext uri="{FF2B5EF4-FFF2-40B4-BE49-F238E27FC236}">
                <a16:creationId xmlns:a16="http://schemas.microsoft.com/office/drawing/2014/main" id="{50F5D58A-A706-6177-201F-1CBB11E9BC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1988" y="1371601"/>
          <a:ext cx="32861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20" imgH="393480" progId="Equation.3">
                  <p:embed/>
                </p:oleObj>
              </mc:Choice>
              <mc:Fallback>
                <p:oleObj name="Equation" r:id="rId2" imgW="330120" imgH="393480" progId="Equation.3">
                  <p:embed/>
                  <p:pic>
                    <p:nvPicPr>
                      <p:cNvPr id="1028" name="Object 5">
                        <a:extLst>
                          <a:ext uri="{FF2B5EF4-FFF2-40B4-BE49-F238E27FC236}">
                            <a16:creationId xmlns:a16="http://schemas.microsoft.com/office/drawing/2014/main" id="{50F5D58A-A706-6177-201F-1CBB11E9BC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1371601"/>
                        <a:ext cx="328612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>
            <a:extLst>
              <a:ext uri="{FF2B5EF4-FFF2-40B4-BE49-F238E27FC236}">
                <a16:creationId xmlns:a16="http://schemas.microsoft.com/office/drawing/2014/main" id="{392D3011-A76F-2FA0-6218-8D973D7D2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826059"/>
            <a:ext cx="91440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  <a:ea typeface="Calibri" pitchFamily="34" charset="0"/>
                <a:cs typeface="Bookman-Light"/>
              </a:rPr>
              <a:t>Example 2</a:t>
            </a:r>
          </a:p>
          <a:p>
            <a:pPr algn="just">
              <a:buFont typeface="Wingdings" pitchFamily="2" charset="2"/>
              <a:buChar char="§"/>
              <a:defRPr/>
            </a:pPr>
            <a:r>
              <a:rPr lang="en-US" sz="2800" dirty="0">
                <a:ea typeface="Calibri" pitchFamily="34" charset="0"/>
                <a:cs typeface="Arial" pitchFamily="34" charset="0"/>
              </a:rPr>
              <a:t> there exists no DFA which can determine if the arithmetic expression parentheses are properly balanced</a:t>
            </a:r>
            <a:endParaRPr lang="en-US" sz="2800" dirty="0"/>
          </a:p>
          <a:p>
            <a:pPr lvl="3">
              <a:defRPr/>
            </a:pPr>
            <a:endParaRPr lang="fr-FR" dirty="0">
              <a:ea typeface="Calibri" pitchFamily="34" charset="0"/>
              <a:cs typeface="Bookman-Light" charset="0"/>
            </a:endParaRPr>
          </a:p>
          <a:p>
            <a:pPr lvl="7" algn="l" rtl="0">
              <a:defRPr/>
            </a:pPr>
            <a:r>
              <a:rPr lang="en-US" sz="2800" dirty="0">
                <a:ea typeface="Calibri" pitchFamily="34" charset="0"/>
                <a:cs typeface="Bookman-Light" charset="0"/>
              </a:rPr>
              <a:t>a + b ) / c * (a - d)  False</a:t>
            </a:r>
            <a:endParaRPr lang="en-US" sz="2800" dirty="0"/>
          </a:p>
          <a:p>
            <a:pPr lvl="7" algn="l" rtl="0">
              <a:defRPr/>
            </a:pPr>
            <a:r>
              <a:rPr lang="en-US" sz="2800" dirty="0">
                <a:ea typeface="Calibri" pitchFamily="34" charset="0"/>
                <a:cs typeface="Bookman-Light" charset="0"/>
              </a:rPr>
              <a:t>a+ ( b / c * (a  - d) + g)   True </a:t>
            </a:r>
            <a:endParaRPr lang="en-US" sz="2800" dirty="0"/>
          </a:p>
          <a:p>
            <a:pPr>
              <a:defRPr/>
            </a:pPr>
            <a:endParaRPr lang="en-US" b="1" dirty="0">
              <a:solidFill>
                <a:srgbClr val="FF0000"/>
              </a:solidFill>
              <a:ea typeface="Calibri" pitchFamily="34" charset="0"/>
              <a:cs typeface="Bookman-Light"/>
            </a:endParaRPr>
          </a:p>
          <a:p>
            <a:pPr>
              <a:defRPr/>
            </a:pPr>
            <a:r>
              <a:rPr lang="en-US" b="1" dirty="0">
                <a:solidFill>
                  <a:srgbClr val="FF0000"/>
                </a:solidFill>
                <a:ea typeface="Calibri" pitchFamily="34" charset="0"/>
                <a:cs typeface="Bookman-Light"/>
              </a:rPr>
              <a:t>Example 3</a:t>
            </a:r>
          </a:p>
          <a:p>
            <a:pPr>
              <a:buFont typeface="Wingdings" pitchFamily="2" charset="2"/>
              <a:buChar char="§"/>
              <a:defRPr/>
            </a:pPr>
            <a:r>
              <a:rPr lang="en-US" sz="2800" dirty="0">
                <a:ea typeface="Calibri" pitchFamily="34" charset="0"/>
                <a:cs typeface="Arial" pitchFamily="34" charset="0"/>
              </a:rPr>
              <a:t> there exists no DFA having the language L (M) </a:t>
            </a:r>
            <a:r>
              <a:rPr lang="en-US" dirty="0">
                <a:solidFill>
                  <a:srgbClr val="333333"/>
                </a:solidFill>
                <a:ea typeface="Calibri" pitchFamily="34" charset="0"/>
                <a:cs typeface="Arial" pitchFamily="34" charset="0"/>
              </a:rPr>
              <a:t>=  </a:t>
            </a:r>
            <a:r>
              <a:rPr lang="en-US" sz="2800" dirty="0">
                <a:solidFill>
                  <a:srgbClr val="333333"/>
                </a:solidFill>
                <a:ea typeface="Calibri" pitchFamily="34" charset="0"/>
                <a:cs typeface="Arial" pitchFamily="34" charset="0"/>
              </a:rPr>
              <a:t>a</a:t>
            </a:r>
            <a:r>
              <a:rPr lang="en-US" sz="2800" baseline="30000" dirty="0">
                <a:solidFill>
                  <a:srgbClr val="333333"/>
                </a:solidFill>
                <a:ea typeface="Calibri" pitchFamily="34" charset="0"/>
                <a:cs typeface="Arial" pitchFamily="34" charset="0"/>
              </a:rPr>
              <a:t>n</a:t>
            </a:r>
            <a:r>
              <a:rPr lang="en-US" sz="2800" dirty="0">
                <a:solidFill>
                  <a:srgbClr val="333333"/>
                </a:solidFill>
                <a:ea typeface="Calibri" pitchFamily="34" charset="0"/>
                <a:cs typeface="Arial" pitchFamily="34" charset="0"/>
              </a:rPr>
              <a:t>b</a:t>
            </a:r>
            <a:r>
              <a:rPr lang="en-US" sz="2800" baseline="30000" dirty="0">
                <a:solidFill>
                  <a:srgbClr val="333333"/>
                </a:solidFill>
                <a:ea typeface="Calibri" pitchFamily="34" charset="0"/>
                <a:cs typeface="Arial" pitchFamily="34" charset="0"/>
              </a:rPr>
              <a:t>n</a:t>
            </a:r>
            <a:r>
              <a:rPr lang="en-US" sz="2800" dirty="0">
                <a:solidFill>
                  <a:srgbClr val="333333"/>
                </a:solidFill>
                <a:ea typeface="Calibri" pitchFamily="34" charset="0"/>
                <a:cs typeface="Arial" pitchFamily="34" charset="0"/>
              </a:rPr>
              <a:t>, n&gt;=0</a:t>
            </a:r>
            <a:endParaRPr lang="en-US" sz="2800" dirty="0"/>
          </a:p>
        </p:txBody>
      </p:sp>
      <p:sp>
        <p:nvSpPr>
          <p:cNvPr id="16389" name="مستطيل 5">
            <a:extLst>
              <a:ext uri="{FF2B5EF4-FFF2-40B4-BE49-F238E27FC236}">
                <a16:creationId xmlns:a16="http://schemas.microsoft.com/office/drawing/2014/main" id="{00710D88-1BBC-5B5D-496A-AD1414AB3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0"/>
            <a:ext cx="457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3200"/>
              <a:t>Limits of  DFA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9CD233A-4DE9-B5F4-4456-F4DEA5A39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845185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+mn-cs"/>
              </a:rPr>
              <a:t>NDFA</a:t>
            </a:r>
          </a:p>
        </p:txBody>
      </p:sp>
      <p:sp>
        <p:nvSpPr>
          <p:cNvPr id="17429" name="Text Box 37">
            <a:extLst>
              <a:ext uri="{FF2B5EF4-FFF2-40B4-BE49-F238E27FC236}">
                <a16:creationId xmlns:a16="http://schemas.microsoft.com/office/drawing/2014/main" id="{C2E90983-F73D-CD5D-BB55-9E3DE2C2B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947" y="1366926"/>
            <a:ext cx="10571747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An NDFA can be non-deterministic by: </a:t>
            </a:r>
          </a:p>
          <a:p>
            <a:pPr>
              <a:spcBef>
                <a:spcPct val="50000"/>
              </a:spcBef>
              <a:buFontTx/>
              <a:buAutoNum type="arabicParenBoth"/>
            </a:pPr>
            <a:r>
              <a:rPr lang="en-US" altLang="en-US" dirty="0"/>
              <a:t>having more than one edge with the same label originate from one vertex: see state q</a:t>
            </a:r>
            <a:r>
              <a:rPr lang="en-US" altLang="en-US" baseline="-25000" dirty="0"/>
              <a:t>1</a:t>
            </a:r>
            <a:r>
              <a:rPr lang="en-US" altLang="en-US" dirty="0"/>
              <a:t>, which has two arcs labeled 0 emanating from it</a:t>
            </a:r>
          </a:p>
          <a:p>
            <a:pPr>
              <a:spcBef>
                <a:spcPct val="50000"/>
              </a:spcBef>
              <a:buFontTx/>
              <a:buAutoNum type="arabicParenBoth"/>
            </a:pPr>
            <a:r>
              <a:rPr lang="en-US" altLang="en-US" dirty="0"/>
              <a:t>having states without an edge originating from it for some symbol: see state q</a:t>
            </a:r>
            <a:r>
              <a:rPr lang="en-US" altLang="en-US" baseline="-25000" dirty="0"/>
              <a:t>2</a:t>
            </a:r>
            <a:r>
              <a:rPr lang="en-US" altLang="en-US" dirty="0"/>
              <a:t>, which has no edges labeled 0 or 1.  (This may be interpreted as a transition to the empty set.)</a:t>
            </a:r>
          </a:p>
          <a:p>
            <a:pPr>
              <a:spcBef>
                <a:spcPct val="50000"/>
              </a:spcBef>
              <a:buFontTx/>
              <a:buAutoNum type="arabicParenBoth"/>
            </a:pPr>
            <a:r>
              <a:rPr lang="en-US" altLang="en-US" dirty="0"/>
              <a:t>having lambda-transitions: see state q</a:t>
            </a:r>
            <a:r>
              <a:rPr lang="en-US" altLang="en-US" baseline="-25000" dirty="0"/>
              <a:t>0</a:t>
            </a:r>
            <a:r>
              <a:rPr lang="en-US" altLang="en-US" dirty="0"/>
              <a:t>, which has an arc indicating that a </a:t>
            </a:r>
            <a:r>
              <a:rPr lang="en-US" altLang="en-US" dirty="0">
                <a:sym typeface="Symbol" panose="05050102010706020507" pitchFamily="18" charset="2"/>
              </a:rPr>
              <a:t></a:t>
            </a:r>
            <a:r>
              <a:rPr lang="en-US" altLang="en-US" dirty="0"/>
              <a:t>-move from q</a:t>
            </a:r>
            <a:r>
              <a:rPr lang="en-US" altLang="en-US" baseline="-25000" dirty="0"/>
              <a:t>0</a:t>
            </a:r>
            <a:r>
              <a:rPr lang="en-US" altLang="en-US" dirty="0"/>
              <a:t> to q</a:t>
            </a:r>
            <a:r>
              <a:rPr lang="en-US" altLang="en-US" baseline="-25000" dirty="0"/>
              <a:t>2</a:t>
            </a:r>
            <a:r>
              <a:rPr lang="en-US" altLang="en-US" dirty="0"/>
              <a:t> is possible</a:t>
            </a:r>
          </a:p>
        </p:txBody>
      </p:sp>
      <p:grpSp>
        <p:nvGrpSpPr>
          <p:cNvPr id="3" name="مجموعة 2">
            <a:extLst>
              <a:ext uri="{FF2B5EF4-FFF2-40B4-BE49-F238E27FC236}">
                <a16:creationId xmlns:a16="http://schemas.microsoft.com/office/drawing/2014/main" id="{9C936F5A-66DD-9367-A109-5E8695962DF1}"/>
              </a:ext>
            </a:extLst>
          </p:cNvPr>
          <p:cNvGrpSpPr/>
          <p:nvPr/>
        </p:nvGrpSpPr>
        <p:grpSpPr>
          <a:xfrm>
            <a:off x="6954253" y="3730786"/>
            <a:ext cx="4114800" cy="2222499"/>
            <a:chOff x="2438400" y="4114801"/>
            <a:chExt cx="4114800" cy="2222499"/>
          </a:xfrm>
        </p:grpSpPr>
        <p:sp>
          <p:nvSpPr>
            <p:cNvPr id="17415" name="Text Box 10">
              <a:extLst>
                <a:ext uri="{FF2B5EF4-FFF2-40B4-BE49-F238E27FC236}">
                  <a16:creationId xmlns:a16="http://schemas.microsoft.com/office/drawing/2014/main" id="{2D55973D-0F02-9449-C662-12527F479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4114801"/>
              <a:ext cx="304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dirty="0">
                  <a:cs typeface="Times New Roman" panose="02020603050405020304" pitchFamily="18" charset="0"/>
                </a:rPr>
                <a:t>1</a:t>
              </a:r>
              <a:endParaRPr lang="el-GR" altLang="en-US" dirty="0">
                <a:cs typeface="Times New Roman" panose="02020603050405020304" pitchFamily="18" charset="0"/>
              </a:endParaRPr>
            </a:p>
          </p:txBody>
        </p:sp>
        <p:grpSp>
          <p:nvGrpSpPr>
            <p:cNvPr id="2" name="مجموعة 1">
              <a:extLst>
                <a:ext uri="{FF2B5EF4-FFF2-40B4-BE49-F238E27FC236}">
                  <a16:creationId xmlns:a16="http://schemas.microsoft.com/office/drawing/2014/main" id="{C4A4DE49-30EC-2E66-C1E4-CE6DA156FDCB}"/>
                </a:ext>
              </a:extLst>
            </p:cNvPr>
            <p:cNvGrpSpPr/>
            <p:nvPr/>
          </p:nvGrpSpPr>
          <p:grpSpPr>
            <a:xfrm>
              <a:off x="2438400" y="4495800"/>
              <a:ext cx="4114800" cy="1841500"/>
              <a:chOff x="2438400" y="4495800"/>
              <a:chExt cx="4114800" cy="1841500"/>
            </a:xfrm>
          </p:grpSpPr>
          <p:sp>
            <p:nvSpPr>
              <p:cNvPr id="17411" name="Oval 3">
                <a:extLst>
                  <a:ext uri="{FF2B5EF4-FFF2-40B4-BE49-F238E27FC236}">
                    <a16:creationId xmlns:a16="http://schemas.microsoft.com/office/drawing/2014/main" id="{ED09DE17-C9AF-C18E-817D-8E855B764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5600" y="4648200"/>
                <a:ext cx="533400" cy="533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7412" name="Oval 4">
                <a:extLst>
                  <a:ext uri="{FF2B5EF4-FFF2-40B4-BE49-F238E27FC236}">
                    <a16:creationId xmlns:a16="http://schemas.microsoft.com/office/drawing/2014/main" id="{7F93001B-6684-ABAC-1E8D-BA8CD96AC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9400" y="4572000"/>
                <a:ext cx="685800" cy="6858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7413" name="Oval 6">
                <a:extLst>
                  <a:ext uri="{FF2B5EF4-FFF2-40B4-BE49-F238E27FC236}">
                    <a16:creationId xmlns:a16="http://schemas.microsoft.com/office/drawing/2014/main" id="{E1C95B81-0A74-DB75-AEA9-9DF8C4302D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5800" y="4648200"/>
                <a:ext cx="533400" cy="533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7414" name="Text Box 7">
                <a:extLst>
                  <a:ext uri="{FF2B5EF4-FFF2-40B4-BE49-F238E27FC236}">
                    <a16:creationId xmlns:a16="http://schemas.microsoft.com/office/drawing/2014/main" id="{5D799AF6-C14F-113E-0CFD-F92D85EF1A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1800" y="4724401"/>
                <a:ext cx="45720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>
                    <a:cs typeface="Times New Roman" panose="02020603050405020304" pitchFamily="18" charset="0"/>
                  </a:rPr>
                  <a:t>q</a:t>
                </a:r>
                <a:r>
                  <a:rPr lang="en-US" altLang="en-US" baseline="-25000">
                    <a:cs typeface="Times New Roman" panose="02020603050405020304" pitchFamily="18" charset="0"/>
                  </a:rPr>
                  <a:t>0</a:t>
                </a:r>
                <a:endParaRPr lang="el-GR" altLang="en-US" baseline="-25000">
                  <a:cs typeface="Times New Roman" panose="02020603050405020304" pitchFamily="18" charset="0"/>
                </a:endParaRPr>
              </a:p>
            </p:txBody>
          </p:sp>
          <p:sp>
            <p:nvSpPr>
              <p:cNvPr id="17416" name="Text Box 12">
                <a:extLst>
                  <a:ext uri="{FF2B5EF4-FFF2-40B4-BE49-F238E27FC236}">
                    <a16:creationId xmlns:a16="http://schemas.microsoft.com/office/drawing/2014/main" id="{7E8F1DD8-1280-53E7-AA22-3844DF7D5B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0" y="4724401"/>
                <a:ext cx="45720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dirty="0"/>
                  <a:t>q</a:t>
                </a:r>
                <a:r>
                  <a:rPr lang="en-US" altLang="en-US" baseline="-25000" dirty="0"/>
                  <a:t>1</a:t>
                </a:r>
              </a:p>
            </p:txBody>
          </p:sp>
          <p:sp>
            <p:nvSpPr>
              <p:cNvPr id="17417" name="Line 13">
                <a:extLst>
                  <a:ext uri="{FF2B5EF4-FFF2-40B4-BE49-F238E27FC236}">
                    <a16:creationId xmlns:a16="http://schemas.microsoft.com/office/drawing/2014/main" id="{D53077CD-A941-4D70-66B6-3C71DD537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9200" y="4953000"/>
                <a:ext cx="838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18" name="Oval 14">
                <a:extLst>
                  <a:ext uri="{FF2B5EF4-FFF2-40B4-BE49-F238E27FC236}">
                    <a16:creationId xmlns:a16="http://schemas.microsoft.com/office/drawing/2014/main" id="{8E53BDCB-7391-138B-3405-2ABBE555AA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43600" y="4648200"/>
                <a:ext cx="533400" cy="533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7419" name="Text Box 15">
                <a:extLst>
                  <a:ext uri="{FF2B5EF4-FFF2-40B4-BE49-F238E27FC236}">
                    <a16:creationId xmlns:a16="http://schemas.microsoft.com/office/drawing/2014/main" id="{C8E6F658-512F-9E9A-DAB3-B704654487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9800" y="4724401"/>
                <a:ext cx="53340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q</a:t>
                </a:r>
                <a:r>
                  <a:rPr lang="en-US" altLang="en-US" baseline="-25000"/>
                  <a:t>2</a:t>
                </a:r>
              </a:p>
            </p:txBody>
          </p:sp>
          <p:sp>
            <p:nvSpPr>
              <p:cNvPr id="17420" name="Text Box 16">
                <a:extLst>
                  <a:ext uri="{FF2B5EF4-FFF2-40B4-BE49-F238E27FC236}">
                    <a16:creationId xmlns:a16="http://schemas.microsoft.com/office/drawing/2014/main" id="{AB065371-79D7-F225-308E-789AA61C83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57800" y="4572001"/>
                <a:ext cx="68580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dirty="0"/>
                  <a:t>0,1</a:t>
                </a:r>
              </a:p>
            </p:txBody>
          </p:sp>
          <p:sp>
            <p:nvSpPr>
              <p:cNvPr id="17421" name="Freeform 27">
                <a:extLst>
                  <a:ext uri="{FF2B5EF4-FFF2-40B4-BE49-F238E27FC236}">
                    <a16:creationId xmlns:a16="http://schemas.microsoft.com/office/drawing/2014/main" id="{D414DC94-B114-D1E0-A1B1-924EEAF6F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0" y="4495800"/>
                <a:ext cx="1066800" cy="228600"/>
              </a:xfrm>
              <a:custGeom>
                <a:avLst/>
                <a:gdLst>
                  <a:gd name="T0" fmla="*/ 0 w 672"/>
                  <a:gd name="T1" fmla="*/ 2147483647 h 144"/>
                  <a:gd name="T2" fmla="*/ 2147483647 w 672"/>
                  <a:gd name="T3" fmla="*/ 0 h 144"/>
                  <a:gd name="T4" fmla="*/ 2147483647 w 672"/>
                  <a:gd name="T5" fmla="*/ 2147483647 h 144"/>
                  <a:gd name="T6" fmla="*/ 0 60000 65536"/>
                  <a:gd name="T7" fmla="*/ 0 60000 65536"/>
                  <a:gd name="T8" fmla="*/ 0 60000 65536"/>
                  <a:gd name="T9" fmla="*/ 0 w 672"/>
                  <a:gd name="T10" fmla="*/ 0 h 144"/>
                  <a:gd name="T11" fmla="*/ 672 w 67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72" h="144">
                    <a:moveTo>
                      <a:pt x="0" y="144"/>
                    </a:moveTo>
                    <a:cubicBezTo>
                      <a:pt x="88" y="72"/>
                      <a:pt x="176" y="0"/>
                      <a:pt x="288" y="0"/>
                    </a:cubicBezTo>
                    <a:cubicBezTo>
                      <a:pt x="400" y="0"/>
                      <a:pt x="608" y="128"/>
                      <a:pt x="672" y="144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2" name="Freeform 28">
                <a:extLst>
                  <a:ext uri="{FF2B5EF4-FFF2-40B4-BE49-F238E27FC236}">
                    <a16:creationId xmlns:a16="http://schemas.microsoft.com/office/drawing/2014/main" id="{76F1B72A-1D1E-75E2-B43A-689780E15CE8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505200" y="5105400"/>
                <a:ext cx="1066800" cy="228600"/>
              </a:xfrm>
              <a:custGeom>
                <a:avLst/>
                <a:gdLst>
                  <a:gd name="T0" fmla="*/ 0 w 672"/>
                  <a:gd name="T1" fmla="*/ 2147483647 h 144"/>
                  <a:gd name="T2" fmla="*/ 2147483647 w 672"/>
                  <a:gd name="T3" fmla="*/ 0 h 144"/>
                  <a:gd name="T4" fmla="*/ 2147483647 w 672"/>
                  <a:gd name="T5" fmla="*/ 2147483647 h 144"/>
                  <a:gd name="T6" fmla="*/ 0 60000 65536"/>
                  <a:gd name="T7" fmla="*/ 0 60000 65536"/>
                  <a:gd name="T8" fmla="*/ 0 60000 65536"/>
                  <a:gd name="T9" fmla="*/ 0 w 672"/>
                  <a:gd name="T10" fmla="*/ 0 h 144"/>
                  <a:gd name="T11" fmla="*/ 672 w 67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72" h="144">
                    <a:moveTo>
                      <a:pt x="0" y="144"/>
                    </a:moveTo>
                    <a:cubicBezTo>
                      <a:pt x="88" y="72"/>
                      <a:pt x="176" y="0"/>
                      <a:pt x="288" y="0"/>
                    </a:cubicBezTo>
                    <a:cubicBezTo>
                      <a:pt x="400" y="0"/>
                      <a:pt x="608" y="128"/>
                      <a:pt x="672" y="144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3" name="Line 29">
                <a:extLst>
                  <a:ext uri="{FF2B5EF4-FFF2-40B4-BE49-F238E27FC236}">
                    <a16:creationId xmlns:a16="http://schemas.microsoft.com/office/drawing/2014/main" id="{015234DA-FA64-320B-3FBA-4CB26503A7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5800" y="4724400"/>
                <a:ext cx="7620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4" name="Line 30">
                <a:extLst>
                  <a:ext uri="{FF2B5EF4-FFF2-40B4-BE49-F238E27FC236}">
                    <a16:creationId xmlns:a16="http://schemas.microsoft.com/office/drawing/2014/main" id="{809BFC52-915D-33DB-E611-C7C449299B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29000" y="5105400"/>
                <a:ext cx="76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5" name="Text Box 31">
                <a:extLst>
                  <a:ext uri="{FF2B5EF4-FFF2-40B4-BE49-F238E27FC236}">
                    <a16:creationId xmlns:a16="http://schemas.microsoft.com/office/drawing/2014/main" id="{1863B2E8-9B0A-92CB-17F0-C690FB7EDD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3800" y="5334001"/>
                <a:ext cx="38100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/>
                  <a:t>0</a:t>
                </a:r>
              </a:p>
            </p:txBody>
          </p:sp>
          <p:sp>
            <p:nvSpPr>
              <p:cNvPr id="17426" name="Freeform 34">
                <a:extLst>
                  <a:ext uri="{FF2B5EF4-FFF2-40B4-BE49-F238E27FC236}">
                    <a16:creationId xmlns:a16="http://schemas.microsoft.com/office/drawing/2014/main" id="{7DFABD46-F970-95BD-EB95-BCEAFB660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4200" y="5181600"/>
                <a:ext cx="2971800" cy="1155700"/>
              </a:xfrm>
              <a:custGeom>
                <a:avLst/>
                <a:gdLst>
                  <a:gd name="T0" fmla="*/ 0 w 1872"/>
                  <a:gd name="T1" fmla="*/ 2147483647 h 728"/>
                  <a:gd name="T2" fmla="*/ 2147483647 w 1872"/>
                  <a:gd name="T3" fmla="*/ 2147483647 h 728"/>
                  <a:gd name="T4" fmla="*/ 2147483647 w 1872"/>
                  <a:gd name="T5" fmla="*/ 0 h 728"/>
                  <a:gd name="T6" fmla="*/ 0 60000 65536"/>
                  <a:gd name="T7" fmla="*/ 0 60000 65536"/>
                  <a:gd name="T8" fmla="*/ 0 60000 65536"/>
                  <a:gd name="T9" fmla="*/ 0 w 1872"/>
                  <a:gd name="T10" fmla="*/ 0 h 728"/>
                  <a:gd name="T11" fmla="*/ 1872 w 1872"/>
                  <a:gd name="T12" fmla="*/ 728 h 7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72" h="728">
                    <a:moveTo>
                      <a:pt x="0" y="48"/>
                    </a:moveTo>
                    <a:cubicBezTo>
                      <a:pt x="348" y="388"/>
                      <a:pt x="696" y="728"/>
                      <a:pt x="1008" y="720"/>
                    </a:cubicBezTo>
                    <a:cubicBezTo>
                      <a:pt x="1320" y="712"/>
                      <a:pt x="1728" y="120"/>
                      <a:pt x="1872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7" name="Line 35">
                <a:extLst>
                  <a:ext uri="{FF2B5EF4-FFF2-40B4-BE49-F238E27FC236}">
                    <a16:creationId xmlns:a16="http://schemas.microsoft.com/office/drawing/2014/main" id="{DF9EEE17-9464-41C3-C995-50CB890BB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019800" y="5181600"/>
                <a:ext cx="7620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8" name="Text Box 36">
                <a:extLst>
                  <a:ext uri="{FF2B5EF4-FFF2-40B4-BE49-F238E27FC236}">
                    <a16:creationId xmlns:a16="http://schemas.microsoft.com/office/drawing/2014/main" id="{76102315-FD13-F3F1-589B-DE1721F0E9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9600" y="5867401"/>
                <a:ext cx="53340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>
                    <a:sym typeface="Symbol" panose="05050102010706020507" pitchFamily="18" charset="2"/>
                  </a:rPr>
                  <a:t></a:t>
                </a:r>
                <a:endParaRPr lang="en-US" altLang="en-US"/>
              </a:p>
            </p:txBody>
          </p:sp>
          <p:sp>
            <p:nvSpPr>
              <p:cNvPr id="17430" name="Line 38">
                <a:extLst>
                  <a:ext uri="{FF2B5EF4-FFF2-40B4-BE49-F238E27FC236}">
                    <a16:creationId xmlns:a16="http://schemas.microsoft.com/office/drawing/2014/main" id="{975510DD-E9B1-B9EA-0B14-D4B132E019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38400" y="49530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979AC38-21E5-927F-1BBD-B910D7F80F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45185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+mn-cs"/>
              </a:rPr>
              <a:t>NDFA</a:t>
            </a:r>
          </a:p>
        </p:txBody>
      </p:sp>
      <p:sp>
        <p:nvSpPr>
          <p:cNvPr id="18435" name="Text Box 21">
            <a:extLst>
              <a:ext uri="{FF2B5EF4-FFF2-40B4-BE49-F238E27FC236}">
                <a16:creationId xmlns:a16="http://schemas.microsoft.com/office/drawing/2014/main" id="{7D4D48DF-A73F-07AC-77C7-027B785B4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0" y="2025315"/>
            <a:ext cx="87630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en-US" sz="2800" dirty="0"/>
              <a:t>A non-deterministic finite accepter (abbreviated NFA or NDFA) is defined by the quintuple : M = (Q, </a:t>
            </a:r>
            <a:r>
              <a:rPr lang="en-US" altLang="en-US" sz="2800" dirty="0">
                <a:sym typeface="Symbol" panose="05050102010706020507" pitchFamily="18" charset="2"/>
              </a:rPr>
              <a:t></a:t>
            </a:r>
            <a:r>
              <a:rPr lang="en-US" altLang="en-US" sz="2800" dirty="0"/>
              <a:t>, </a:t>
            </a:r>
            <a:r>
              <a:rPr lang="en-US" altLang="en-US" sz="2800" dirty="0">
                <a:sym typeface="Symbol" panose="05050102010706020507" pitchFamily="18" charset="2"/>
              </a:rPr>
              <a:t></a:t>
            </a:r>
            <a:r>
              <a:rPr lang="en-US" altLang="en-US" sz="2800" dirty="0"/>
              <a:t>, q</a:t>
            </a:r>
            <a:r>
              <a:rPr lang="en-US" altLang="en-US" sz="2800" baseline="-25000" dirty="0"/>
              <a:t>0</a:t>
            </a:r>
            <a:r>
              <a:rPr lang="en-US" altLang="en-US" sz="2800" dirty="0"/>
              <a:t>, F)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800" dirty="0"/>
              <a:t>Q is a finite, nonempty set of states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Symbol" panose="05050102010706020507" pitchFamily="18" charset="2"/>
              </a:rPr>
              <a:t>S </a:t>
            </a:r>
            <a:r>
              <a:rPr lang="en-US" altLang="en-US" sz="2800" dirty="0">
                <a:latin typeface="New Century Schoolbook (PCL6)" pitchFamily="18" charset="0"/>
              </a:rPr>
              <a:t>is</a:t>
            </a:r>
            <a:r>
              <a:rPr lang="en-US" altLang="en-US" sz="2800" dirty="0"/>
              <a:t> finite set of input symbols called alphabet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Symbol" panose="05050102010706020507" pitchFamily="18" charset="2"/>
              </a:rPr>
              <a:t>d</a:t>
            </a:r>
            <a:r>
              <a:rPr lang="en-US" altLang="en-US" sz="2800" dirty="0"/>
              <a:t>: Q </a:t>
            </a:r>
            <a:r>
              <a:rPr lang="en-US" altLang="en-US" sz="2800" dirty="0">
                <a:sym typeface="Symbol" panose="05050102010706020507" pitchFamily="18" charset="2"/>
              </a:rPr>
              <a:t></a:t>
            </a:r>
            <a:r>
              <a:rPr lang="en-US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 (S</a:t>
            </a:r>
            <a:r>
              <a:rPr lang="en-US" altLang="en-US" sz="2800" dirty="0">
                <a:sym typeface="Symbol" panose="05050102010706020507" pitchFamily="18" charset="2"/>
              </a:rPr>
              <a:t>  {}) </a:t>
            </a:r>
            <a:r>
              <a:rPr lang="en-US" altLang="en-US" sz="2800" dirty="0">
                <a:sym typeface="Monotype Sorts" pitchFamily="2" charset="2"/>
              </a:rPr>
              <a:t> 2</a:t>
            </a:r>
            <a:r>
              <a:rPr lang="en-US" altLang="en-US" sz="2800" baseline="30000" dirty="0">
                <a:sym typeface="Monotype Sorts" pitchFamily="2" charset="2"/>
              </a:rPr>
              <a:t>Q</a:t>
            </a:r>
            <a:r>
              <a:rPr lang="en-US" altLang="en-US" sz="2800" dirty="0">
                <a:sym typeface="Monotype Sorts" pitchFamily="2" charset="2"/>
              </a:rPr>
              <a:t> is the transition function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800" dirty="0"/>
              <a:t>q</a:t>
            </a:r>
            <a:r>
              <a:rPr lang="en-US" altLang="en-US" sz="2800" baseline="-25000" dirty="0"/>
              <a:t>0</a:t>
            </a:r>
            <a:r>
              <a:rPr lang="en-US" altLang="en-US" sz="2800" dirty="0"/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 Q is the initial state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800" dirty="0">
                <a:sym typeface="Symbol" panose="05050102010706020507" pitchFamily="18" charset="2"/>
              </a:rPr>
              <a:t>F  Q is a set of final or “accepting” states</a:t>
            </a:r>
          </a:p>
          <a:p>
            <a:endParaRPr lang="en-US" altLang="en-US" sz="2800" dirty="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endParaRPr lang="en-US" altLang="en-US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90E70B4-C138-8018-741D-BE940C7863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45185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+mn-cs"/>
              </a:rPr>
              <a:t>NDFA</a:t>
            </a:r>
            <a:endParaRPr lang="en-US" altLang="en-US" sz="3200" dirty="0">
              <a:solidFill>
                <a:srgbClr val="0070C0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C57C5F6B-E5DF-44D7-309D-544FAD1F4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389" y="1659285"/>
            <a:ext cx="11502189" cy="4631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3200" dirty="0">
                <a:solidFill>
                  <a:srgbClr val="0070C0"/>
                </a:solidFill>
                <a:sym typeface="Symbol" panose="05050102010706020507" pitchFamily="18" charset="2"/>
              </a:rPr>
              <a:t>Differences between a DFA and an NDFA: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(1) in an NDFA, the range of  is in the powerset of Q (instead of just Q), so that from the current state, upon reading a symbol: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	(a)  </a:t>
            </a:r>
            <a:r>
              <a:rPr lang="en-US" altLang="en-US" sz="2800" i="1" dirty="0">
                <a:sym typeface="Symbol" panose="05050102010706020507" pitchFamily="18" charset="2"/>
              </a:rPr>
              <a:t>more than one</a:t>
            </a:r>
            <a:r>
              <a:rPr lang="en-US" altLang="en-US" sz="2800" dirty="0">
                <a:sym typeface="Symbol" panose="05050102010706020507" pitchFamily="18" charset="2"/>
              </a:rPr>
              <a:t> state might be the next state of the NDFA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	(b) </a:t>
            </a:r>
            <a:r>
              <a:rPr lang="en-US" altLang="en-US" sz="2800" i="1" dirty="0">
                <a:sym typeface="Symbol" panose="05050102010706020507" pitchFamily="18" charset="2"/>
              </a:rPr>
              <a:t>no</a:t>
            </a:r>
            <a:r>
              <a:rPr lang="en-US" altLang="en-US" sz="2800" dirty="0">
                <a:sym typeface="Symbol" panose="05050102010706020507" pitchFamily="18" charset="2"/>
              </a:rPr>
              <a:t> state may be defined as the next state of the NDFA 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(2) </a:t>
            </a:r>
            <a:r>
              <a:rPr lang="en-US" altLang="en-US" sz="2800" i="1" dirty="0">
                <a:sym typeface="Symbol" panose="05050102010706020507" pitchFamily="18" charset="2"/>
              </a:rPr>
              <a:t></a:t>
            </a:r>
            <a:r>
              <a:rPr lang="en-US" altLang="en-US" sz="2800" i="1" dirty="0"/>
              <a:t>-moves</a:t>
            </a:r>
            <a:r>
              <a:rPr lang="en-US" altLang="en-US" sz="2800" dirty="0"/>
              <a:t> are possible; that is, a transition from one state to another may occur without reading a symbol from  the input string.</a:t>
            </a:r>
            <a:endParaRPr lang="en-US" alt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0784F3B-E2B0-EDD2-A850-60880FA83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8451850" cy="114300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</a:rPr>
              <a:t>NDFA</a:t>
            </a: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8D632B53-DA93-261E-6E1A-5F3FC3BD4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4" y="1640306"/>
            <a:ext cx="11277601" cy="47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>
                <a:sym typeface="Symbol" panose="05050102010706020507" pitchFamily="18" charset="2"/>
              </a:rPr>
              <a:t>The extended transition function for an NDFA is defined so that * (q</a:t>
            </a:r>
            <a:r>
              <a:rPr lang="en-US" altLang="en-US" sz="3200" baseline="-25000" dirty="0">
                <a:sym typeface="Symbol" panose="05050102010706020507" pitchFamily="18" charset="2"/>
              </a:rPr>
              <a:t>i</a:t>
            </a:r>
            <a:r>
              <a:rPr lang="en-US" altLang="en-US" sz="3200" dirty="0">
                <a:sym typeface="Symbol" panose="05050102010706020507" pitchFamily="18" charset="2"/>
              </a:rPr>
              <a:t>, w) contains </a:t>
            </a:r>
            <a:r>
              <a:rPr lang="en-US" altLang="en-US" sz="3200" dirty="0" err="1">
                <a:sym typeface="Symbol" panose="05050102010706020507" pitchFamily="18" charset="2"/>
              </a:rPr>
              <a:t>q</a:t>
            </a:r>
            <a:r>
              <a:rPr lang="en-US" altLang="en-US" sz="3200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3200" dirty="0"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ym typeface="Symbol" panose="05050102010706020507" pitchFamily="18" charset="2"/>
              </a:rPr>
              <a:t>iff</a:t>
            </a:r>
            <a:r>
              <a:rPr lang="en-US" altLang="en-US" sz="3200" dirty="0">
                <a:sym typeface="Symbol" panose="05050102010706020507" pitchFamily="18" charset="2"/>
              </a:rPr>
              <a:t> there is a walk in the transition graph from q</a:t>
            </a:r>
            <a:r>
              <a:rPr lang="en-US" altLang="en-US" sz="3200" baseline="-25000" dirty="0">
                <a:sym typeface="Symbol" panose="05050102010706020507" pitchFamily="18" charset="2"/>
              </a:rPr>
              <a:t>i</a:t>
            </a:r>
            <a:r>
              <a:rPr lang="en-US" altLang="en-US" sz="3200" dirty="0">
                <a:sym typeface="Symbol" panose="05050102010706020507" pitchFamily="18" charset="2"/>
              </a:rPr>
              <a:t> to </a:t>
            </a:r>
            <a:r>
              <a:rPr lang="en-US" altLang="en-US" sz="3200" dirty="0" err="1">
                <a:sym typeface="Symbol" panose="05050102010706020507" pitchFamily="18" charset="2"/>
              </a:rPr>
              <a:t>q</a:t>
            </a:r>
            <a:r>
              <a:rPr lang="en-US" altLang="en-US" sz="3200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3200" dirty="0">
                <a:sym typeface="Symbol" panose="05050102010706020507" pitchFamily="18" charset="2"/>
              </a:rPr>
              <a:t> labeled w. </a:t>
            </a:r>
          </a:p>
          <a:p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>
                <a:sym typeface="Symbol" panose="05050102010706020507" pitchFamily="18" charset="2"/>
              </a:rPr>
              <a:t>The language L accepted by an NDFA</a:t>
            </a:r>
          </a:p>
          <a:p>
            <a:r>
              <a:rPr lang="en-US" altLang="en-US" sz="3200" dirty="0"/>
              <a:t>     M = (Q, </a:t>
            </a:r>
            <a:r>
              <a:rPr lang="en-US" altLang="en-US" sz="3200" dirty="0">
                <a:sym typeface="Symbol" panose="05050102010706020507" pitchFamily="18" charset="2"/>
              </a:rPr>
              <a:t></a:t>
            </a:r>
            <a:r>
              <a:rPr lang="en-US" altLang="en-US" sz="3200" dirty="0"/>
              <a:t>, </a:t>
            </a:r>
            <a:r>
              <a:rPr lang="en-US" altLang="en-US" sz="3200" dirty="0">
                <a:sym typeface="Symbol" panose="05050102010706020507" pitchFamily="18" charset="2"/>
              </a:rPr>
              <a:t></a:t>
            </a:r>
            <a:r>
              <a:rPr lang="en-US" altLang="en-US" sz="3200" dirty="0"/>
              <a:t>, q</a:t>
            </a:r>
            <a:r>
              <a:rPr lang="en-US" altLang="en-US" sz="3200" baseline="-25000" dirty="0"/>
              <a:t>0</a:t>
            </a:r>
            <a:r>
              <a:rPr lang="en-US" altLang="en-US" sz="3200" dirty="0"/>
              <a:t>, F) is defined as </a:t>
            </a:r>
          </a:p>
          <a:p>
            <a:r>
              <a:rPr lang="en-US" altLang="en-US" sz="2800" dirty="0"/>
              <a:t>		</a:t>
            </a:r>
            <a:r>
              <a:rPr lang="en-US" altLang="en-US" sz="3200" dirty="0"/>
              <a:t>L(M) = {w </a:t>
            </a:r>
            <a:r>
              <a:rPr lang="en-US" altLang="en-US" sz="3200" dirty="0">
                <a:sym typeface="Symbol" panose="05050102010706020507" pitchFamily="18" charset="2"/>
              </a:rPr>
              <a:t> </a:t>
            </a:r>
            <a:r>
              <a:rPr lang="en-US" altLang="en-US" sz="3200" baseline="30000" dirty="0">
                <a:sym typeface="Symbol" panose="05050102010706020507" pitchFamily="18" charset="2"/>
              </a:rPr>
              <a:t>* </a:t>
            </a:r>
            <a:r>
              <a:rPr lang="en-US" altLang="en-US" sz="3200" dirty="0">
                <a:sym typeface="Symbol" panose="05050102010706020507" pitchFamily="18" charset="2"/>
              </a:rPr>
              <a:t>: </a:t>
            </a:r>
            <a:r>
              <a:rPr lang="el-GR" altLang="en-US" sz="3200" dirty="0">
                <a:cs typeface="Times New Roman" panose="02020603050405020304" pitchFamily="18" charset="0"/>
                <a:sym typeface="Symbol" panose="05050102010706020507" pitchFamily="18" charset="2"/>
              </a:rPr>
              <a:t>δ</a:t>
            </a:r>
            <a:r>
              <a:rPr lang="en-US" altLang="en-US" sz="3200" baseline="30000" dirty="0"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en-US" sz="3200" dirty="0">
                <a:cs typeface="Times New Roman" panose="02020603050405020304" pitchFamily="18" charset="0"/>
                <a:sym typeface="Symbol" panose="05050102010706020507" pitchFamily="18" charset="2"/>
              </a:rPr>
              <a:t> (q</a:t>
            </a:r>
            <a:r>
              <a:rPr lang="en-US" altLang="en-US" sz="3200" baseline="-25000" dirty="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3200" dirty="0">
                <a:cs typeface="Times New Roman" panose="02020603050405020304" pitchFamily="18" charset="0"/>
                <a:sym typeface="Symbol" panose="05050102010706020507" pitchFamily="18" charset="2"/>
              </a:rPr>
              <a:t>, w) </a:t>
            </a:r>
            <a:r>
              <a:rPr lang="en-US" altLang="en-US" sz="3200" dirty="0">
                <a:sym typeface="Symbol" panose="05050102010706020507" pitchFamily="18" charset="2"/>
              </a:rPr>
              <a:t> F  }</a:t>
            </a:r>
          </a:p>
          <a:p>
            <a:r>
              <a:rPr lang="en-US" altLang="en-US" sz="3200" dirty="0">
                <a:sym typeface="Symbol" panose="05050102010706020507" pitchFamily="18" charset="2"/>
              </a:rPr>
              <a:t>     That is, the language consists of all strings w for which there is a walk labeled w from the start state to a final state in the transition graph.</a:t>
            </a:r>
            <a:endParaRPr lang="el-GR" altLang="en-US" sz="32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9F7F3C6-F196-47C6-2F8D-EA8310A2E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8451850" cy="1143000"/>
          </a:xfrm>
        </p:spPr>
        <p:txBody>
          <a:bodyPr/>
          <a:lstStyle/>
          <a:p>
            <a:r>
              <a:rPr lang="en-US" altLang="en-US"/>
              <a:t>NDFA = DFA</a:t>
            </a: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40CF9C89-ABDE-5C51-B9C1-DCC87310B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937" y="1913021"/>
            <a:ext cx="11454063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>
                <a:sym typeface="Symbol" panose="05050102010706020507" pitchFamily="18" charset="2"/>
              </a:rPr>
              <a:t>One kind of automaton is more powerful than another if it can accept and reject some kinds of languages that the other cannot.</a:t>
            </a:r>
            <a:endParaRPr lang="el-GR" altLang="en-US" sz="3200" dirty="0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3200" dirty="0">
                <a:sym typeface="Symbol" panose="05050102010706020507" pitchFamily="18" charset="2"/>
              </a:rPr>
              <a:t>Two finite accepters are equivalent if both accept the same language, that is, </a:t>
            </a:r>
          </a:p>
          <a:p>
            <a:r>
              <a:rPr lang="en-US" altLang="en-US" sz="3200" dirty="0">
                <a:sym typeface="Symbol" panose="05050102010706020507" pitchFamily="18" charset="2"/>
              </a:rPr>
              <a:t>		L(M</a:t>
            </a:r>
            <a:r>
              <a:rPr lang="en-US" altLang="en-US" sz="3200" baseline="-25000" dirty="0">
                <a:sym typeface="Symbol" panose="05050102010706020507" pitchFamily="18" charset="2"/>
              </a:rPr>
              <a:t>1</a:t>
            </a:r>
            <a:r>
              <a:rPr lang="en-US" altLang="en-US" sz="3200" dirty="0">
                <a:sym typeface="Symbol" panose="05050102010706020507" pitchFamily="18" charset="2"/>
              </a:rPr>
              <a:t>) = L(M</a:t>
            </a:r>
            <a:r>
              <a:rPr lang="en-US" altLang="en-US" sz="3200" baseline="-25000" dirty="0">
                <a:sym typeface="Symbol" panose="05050102010706020507" pitchFamily="18" charset="2"/>
              </a:rPr>
              <a:t>2</a:t>
            </a:r>
            <a:r>
              <a:rPr lang="en-US" altLang="en-US" sz="3200" dirty="0">
                <a:sym typeface="Symbol" panose="05050102010706020507" pitchFamily="18" charset="2"/>
              </a:rPr>
              <a:t>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altLang="en-US" sz="3200" dirty="0">
                <a:sym typeface="Symbol" panose="05050102010706020507" pitchFamily="18" charset="2"/>
              </a:rPr>
              <a:t>As mentioned previously, we can always find an equivalent DFA for any given NDFA.     Therefore, NDFA’s are no more powerful than DFA’s.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74B13C5-BE63-0919-1A66-F55EDD524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8451850" cy="1143000"/>
          </a:xfrm>
        </p:spPr>
        <p:txBody>
          <a:bodyPr/>
          <a:lstStyle/>
          <a:p>
            <a:r>
              <a:rPr lang="en-US" altLang="en-US"/>
              <a:t>NDFA </a:t>
            </a:r>
            <a:r>
              <a:rPr lang="en-US" altLang="en-US">
                <a:sym typeface="Wingdings" panose="05000000000000000000" pitchFamily="2" charset="2"/>
              </a:rPr>
              <a:t></a:t>
            </a:r>
            <a:r>
              <a:rPr lang="en-US" altLang="en-US"/>
              <a:t> DFA</a:t>
            </a: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CAA2C6DC-F86D-C03E-7882-CCEC64D06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219200"/>
            <a:ext cx="83820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solidFill>
                  <a:srgbClr val="FF0000"/>
                </a:solidFill>
                <a:sym typeface="Symbol" panose="05050102010706020507" pitchFamily="18" charset="2"/>
              </a:rPr>
              <a:t>Theorem</a:t>
            </a:r>
          </a:p>
          <a:p>
            <a:endParaRPr lang="en-US" altLang="en-US" sz="3200">
              <a:sym typeface="Symbol" panose="05050102010706020507" pitchFamily="18" charset="2"/>
            </a:endParaRPr>
          </a:p>
          <a:p>
            <a:r>
              <a:rPr lang="en-US" altLang="en-US" sz="3200">
                <a:sym typeface="Symbol" panose="05050102010706020507" pitchFamily="18" charset="2"/>
              </a:rPr>
              <a:t>Let L be the language accepted by a non-deterministic finite accepter </a:t>
            </a:r>
            <a:r>
              <a:rPr lang="en-US" altLang="en-US" sz="3200"/>
              <a:t>M</a:t>
            </a:r>
            <a:r>
              <a:rPr lang="en-US" altLang="en-US" sz="3200" baseline="-25000"/>
              <a:t>N</a:t>
            </a:r>
            <a:r>
              <a:rPr lang="en-US" altLang="en-US" sz="3200"/>
              <a:t> = (Q</a:t>
            </a:r>
            <a:r>
              <a:rPr lang="en-US" altLang="en-US" sz="3200" baseline="-25000"/>
              <a:t>N</a:t>
            </a:r>
            <a:r>
              <a:rPr lang="en-US" altLang="en-US" sz="3200"/>
              <a:t>, </a:t>
            </a:r>
            <a:r>
              <a:rPr lang="en-US" altLang="en-US" sz="3200">
                <a:sym typeface="Symbol" panose="05050102010706020507" pitchFamily="18" charset="2"/>
              </a:rPr>
              <a:t></a:t>
            </a:r>
            <a:r>
              <a:rPr lang="en-US" altLang="en-US" sz="3200"/>
              <a:t>, </a:t>
            </a:r>
            <a:r>
              <a:rPr lang="en-US" altLang="en-US" sz="3200">
                <a:sym typeface="Symbol" panose="05050102010706020507" pitchFamily="18" charset="2"/>
              </a:rPr>
              <a:t></a:t>
            </a:r>
            <a:r>
              <a:rPr lang="en-US" altLang="en-US" sz="3200" baseline="-25000">
                <a:sym typeface="Symbol" panose="05050102010706020507" pitchFamily="18" charset="2"/>
              </a:rPr>
              <a:t>N</a:t>
            </a:r>
            <a:r>
              <a:rPr lang="en-US" altLang="en-US" sz="3200"/>
              <a:t>, q</a:t>
            </a:r>
            <a:r>
              <a:rPr lang="en-US" altLang="en-US" sz="3200" baseline="-25000"/>
              <a:t>0</a:t>
            </a:r>
            <a:r>
              <a:rPr lang="en-US" altLang="en-US" sz="3200"/>
              <a:t>, F</a:t>
            </a:r>
            <a:r>
              <a:rPr lang="en-US" altLang="en-US" sz="3200" baseline="-25000"/>
              <a:t>N</a:t>
            </a:r>
            <a:r>
              <a:rPr lang="en-US" altLang="en-US" sz="3200"/>
              <a:t>) .  Then there exists a deterministic finite accepter M</a:t>
            </a:r>
            <a:r>
              <a:rPr lang="en-US" altLang="en-US" sz="3200" baseline="-25000"/>
              <a:t>D</a:t>
            </a:r>
            <a:r>
              <a:rPr lang="en-US" altLang="en-US" sz="3200"/>
              <a:t> = (Q</a:t>
            </a:r>
            <a:r>
              <a:rPr lang="en-US" altLang="en-US" sz="3200" baseline="-25000"/>
              <a:t>D</a:t>
            </a:r>
            <a:r>
              <a:rPr lang="en-US" altLang="en-US" sz="3200"/>
              <a:t>, </a:t>
            </a:r>
            <a:r>
              <a:rPr lang="en-US" altLang="en-US" sz="3200">
                <a:sym typeface="Symbol" panose="05050102010706020507" pitchFamily="18" charset="2"/>
              </a:rPr>
              <a:t></a:t>
            </a:r>
            <a:r>
              <a:rPr lang="en-US" altLang="en-US" sz="3200"/>
              <a:t>, </a:t>
            </a:r>
            <a:r>
              <a:rPr lang="en-US" altLang="en-US" sz="3200">
                <a:sym typeface="Symbol" panose="05050102010706020507" pitchFamily="18" charset="2"/>
              </a:rPr>
              <a:t></a:t>
            </a:r>
            <a:r>
              <a:rPr lang="en-US" altLang="en-US" sz="3200" baseline="-25000">
                <a:sym typeface="Symbol" panose="05050102010706020507" pitchFamily="18" charset="2"/>
              </a:rPr>
              <a:t>D</a:t>
            </a:r>
            <a:r>
              <a:rPr lang="en-US" altLang="en-US" sz="3200"/>
              <a:t>, q</a:t>
            </a:r>
            <a:r>
              <a:rPr lang="en-US" altLang="en-US" sz="3200" baseline="-25000"/>
              <a:t>0</a:t>
            </a:r>
            <a:r>
              <a:rPr lang="en-US" altLang="en-US" sz="3200"/>
              <a:t>, F</a:t>
            </a:r>
            <a:r>
              <a:rPr lang="en-US" altLang="en-US" sz="3200" baseline="-25000"/>
              <a:t>D</a:t>
            </a:r>
            <a:r>
              <a:rPr lang="en-US" altLang="en-US" sz="3200"/>
              <a:t>) such that L = L(M</a:t>
            </a:r>
            <a:r>
              <a:rPr lang="en-US" altLang="en-US" sz="3200" baseline="-25000"/>
              <a:t>D</a:t>
            </a:r>
            <a:r>
              <a:rPr lang="en-US" altLang="en-US" sz="3200"/>
              <a:t>).</a:t>
            </a:r>
          </a:p>
          <a:p>
            <a:endParaRPr lang="en-US" altLang="en-US" sz="3200"/>
          </a:p>
          <a:p>
            <a:r>
              <a:rPr lang="en-US" altLang="en-US" sz="3200"/>
              <a:t>.</a:t>
            </a:r>
            <a:endParaRPr lang="en-US" altLang="en-US" sz="3200">
              <a:sym typeface="Symbol" panose="05050102010706020507" pitchFamily="18" charset="2"/>
            </a:endParaRPr>
          </a:p>
          <a:p>
            <a:endParaRPr lang="en-US" altLang="en-US" sz="3200">
              <a:sym typeface="Symbol" panose="05050102010706020507" pitchFamily="18" charset="2"/>
            </a:endParaRPr>
          </a:p>
        </p:txBody>
      </p:sp>
      <p:sp>
        <p:nvSpPr>
          <p:cNvPr id="22532" name="عنصر نائب للتذييل 6">
            <a:extLst>
              <a:ext uri="{FF2B5EF4-FFF2-40B4-BE49-F238E27FC236}">
                <a16:creationId xmlns:a16="http://schemas.microsoft.com/office/drawing/2014/main" id="{BC925F17-EF8A-C998-A2C2-BACE58536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/>
              <a:t>Limits of DFA  &amp;  NDFA</a:t>
            </a:r>
          </a:p>
        </p:txBody>
      </p:sp>
      <p:sp>
        <p:nvSpPr>
          <p:cNvPr id="22533" name="عنصر نائب لرقم الشريحة 5">
            <a:extLst>
              <a:ext uri="{FF2B5EF4-FFF2-40B4-BE49-F238E27FC236}">
                <a16:creationId xmlns:a16="http://schemas.microsoft.com/office/drawing/2014/main" id="{5CBC82AA-2FD1-318F-67A5-EB9584617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5CB8EEF-04A5-48AB-ABED-B699D70C9AEA}" type="slidenum">
              <a:rPr lang="en-US" altLang="en-US" sz="1400"/>
              <a:pPr/>
              <a:t>95</a:t>
            </a:fld>
            <a:endParaRPr lang="en-US" altLang="en-US" sz="14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11462E5-AB87-D973-B545-003644D70A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8451850" cy="1143000"/>
          </a:xfrm>
        </p:spPr>
        <p:txBody>
          <a:bodyPr/>
          <a:lstStyle/>
          <a:p>
            <a:r>
              <a:rPr lang="en-US" altLang="en-US"/>
              <a:t>NDFA </a:t>
            </a:r>
            <a:r>
              <a:rPr lang="en-US" altLang="en-US">
                <a:sym typeface="Wingdings" panose="05000000000000000000" pitchFamily="2" charset="2"/>
              </a:rPr>
              <a:t></a:t>
            </a:r>
            <a:r>
              <a:rPr lang="en-US" altLang="en-US"/>
              <a:t> DFA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7A11AF03-2CE6-B35C-75AC-6C472C307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990600"/>
            <a:ext cx="8839200" cy="485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sz="3200">
                <a:sym typeface="Symbol" panose="05050102010706020507" pitchFamily="18" charset="2"/>
              </a:rPr>
              <a:t>Convert the following NDFA into an equivalent DFA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3200">
                <a:sym typeface="Symbol" panose="05050102010706020507" pitchFamily="18" charset="2"/>
              </a:rPr>
              <a:t>Q = {</a:t>
            </a:r>
            <a:r>
              <a:rPr lang="en-US" altLang="en-US" sz="3200"/>
              <a:t>1</a:t>
            </a:r>
            <a:r>
              <a:rPr lang="en-US" altLang="en-US" sz="3200">
                <a:sym typeface="Symbol" panose="05050102010706020507" pitchFamily="18" charset="2"/>
              </a:rPr>
              <a:t>, </a:t>
            </a:r>
            <a:r>
              <a:rPr lang="en-US" altLang="en-US" sz="3200"/>
              <a:t>2</a:t>
            </a:r>
            <a:r>
              <a:rPr lang="en-US" altLang="en-US" sz="3200">
                <a:sym typeface="Symbol" panose="05050102010706020507" pitchFamily="18" charset="2"/>
              </a:rPr>
              <a:t>, </a:t>
            </a:r>
            <a:r>
              <a:rPr lang="en-US" altLang="en-US" sz="3200"/>
              <a:t>3</a:t>
            </a:r>
            <a:r>
              <a:rPr lang="en-US" altLang="en-US" sz="3200">
                <a:sym typeface="Symbol" panose="05050102010706020507" pitchFamily="18" charset="2"/>
              </a:rPr>
              <a:t>}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3200">
                <a:sym typeface="Symbol" panose="05050102010706020507" pitchFamily="18" charset="2"/>
              </a:rPr>
              <a:t>={a, b}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3200">
                <a:sym typeface="Symbol" panose="05050102010706020507" pitchFamily="18" charset="2"/>
              </a:rPr>
              <a:t>= {(1, b, 2) (1, b, 3) (3, a, 1) (3, a, 2)}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3200"/>
              <a:t>q</a:t>
            </a:r>
            <a:r>
              <a:rPr lang="en-US" altLang="en-US" sz="3200" baseline="-25000"/>
              <a:t>0</a:t>
            </a:r>
            <a:r>
              <a:rPr lang="en-US" altLang="en-US" sz="3200"/>
              <a:t>= {1}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3200"/>
              <a:t>F= {3}</a:t>
            </a:r>
          </a:p>
          <a:p>
            <a:endParaRPr lang="en-US" altLang="en-US" sz="32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/>
              <a:t>The state transition diagram is : </a:t>
            </a:r>
          </a:p>
          <a:p>
            <a:endParaRPr lang="en-US" altLang="en-US" sz="3200" baseline="-25000"/>
          </a:p>
        </p:txBody>
      </p:sp>
      <p:sp>
        <p:nvSpPr>
          <p:cNvPr id="23556" name="عنصر نائب للتذييل 6">
            <a:extLst>
              <a:ext uri="{FF2B5EF4-FFF2-40B4-BE49-F238E27FC236}">
                <a16:creationId xmlns:a16="http://schemas.microsoft.com/office/drawing/2014/main" id="{3726FD1D-A23F-4691-31F3-AFEE6DAA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/>
              <a:t>Limits of DFA  &amp;  NDFA</a:t>
            </a:r>
          </a:p>
        </p:txBody>
      </p:sp>
      <p:grpSp>
        <p:nvGrpSpPr>
          <p:cNvPr id="23557" name="مجموعة 55">
            <a:extLst>
              <a:ext uri="{FF2B5EF4-FFF2-40B4-BE49-F238E27FC236}">
                <a16:creationId xmlns:a16="http://schemas.microsoft.com/office/drawing/2014/main" id="{20BA2BC3-7DDB-A7E2-C576-13742BDFDE81}"/>
              </a:ext>
            </a:extLst>
          </p:cNvPr>
          <p:cNvGrpSpPr>
            <a:grpSpLocks/>
          </p:cNvGrpSpPr>
          <p:nvPr/>
        </p:nvGrpSpPr>
        <p:grpSpPr bwMode="auto">
          <a:xfrm>
            <a:off x="7759700" y="3733800"/>
            <a:ext cx="2070100" cy="2362200"/>
            <a:chOff x="6235698" y="3733800"/>
            <a:chExt cx="2070102" cy="2362200"/>
          </a:xfrm>
        </p:grpSpPr>
        <p:sp>
          <p:nvSpPr>
            <p:cNvPr id="23560" name="Oval 10">
              <a:extLst>
                <a:ext uri="{FF2B5EF4-FFF2-40B4-BE49-F238E27FC236}">
                  <a16:creationId xmlns:a16="http://schemas.microsoft.com/office/drawing/2014/main" id="{61176EBA-1959-0B63-169A-EAE4072A8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3733800"/>
              <a:ext cx="762000" cy="6858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61" name="Oval 10">
              <a:extLst>
                <a:ext uri="{FF2B5EF4-FFF2-40B4-BE49-F238E27FC236}">
                  <a16:creationId xmlns:a16="http://schemas.microsoft.com/office/drawing/2014/main" id="{B2511034-1B7E-75BE-5256-1784B1287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7298" y="3810000"/>
              <a:ext cx="622302" cy="533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 3</a:t>
              </a:r>
            </a:p>
          </p:txBody>
        </p:sp>
        <p:sp>
          <p:nvSpPr>
            <p:cNvPr id="23562" name="Text Box 23">
              <a:extLst>
                <a:ext uri="{FF2B5EF4-FFF2-40B4-BE49-F238E27FC236}">
                  <a16:creationId xmlns:a16="http://schemas.microsoft.com/office/drawing/2014/main" id="{01090F7C-89E6-C52B-975B-D9F23DC69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98" y="4623307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  <p:sp>
          <p:nvSpPr>
            <p:cNvPr id="23563" name="Text Box 24">
              <a:extLst>
                <a:ext uri="{FF2B5EF4-FFF2-40B4-BE49-F238E27FC236}">
                  <a16:creationId xmlns:a16="http://schemas.microsoft.com/office/drawing/2014/main" id="{BDFDFBEF-A512-4CCA-3E18-8D334A9C1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8298" y="46482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sp>
          <p:nvSpPr>
            <p:cNvPr id="23564" name="Oval 10">
              <a:extLst>
                <a:ext uri="{FF2B5EF4-FFF2-40B4-BE49-F238E27FC236}">
                  <a16:creationId xmlns:a16="http://schemas.microsoft.com/office/drawing/2014/main" id="{D0ED57B2-6830-E271-A2C7-3DE53ED85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5698" y="4724400"/>
              <a:ext cx="622302" cy="533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 1</a:t>
              </a:r>
            </a:p>
          </p:txBody>
        </p:sp>
        <p:sp>
          <p:nvSpPr>
            <p:cNvPr id="23565" name="Oval 10">
              <a:extLst>
                <a:ext uri="{FF2B5EF4-FFF2-40B4-BE49-F238E27FC236}">
                  <a16:creationId xmlns:a16="http://schemas.microsoft.com/office/drawing/2014/main" id="{69AC8C96-10DC-B9AF-1B75-792EDC040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4596" y="5562600"/>
              <a:ext cx="622302" cy="533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 2</a:t>
              </a:r>
            </a:p>
          </p:txBody>
        </p:sp>
        <p:cxnSp>
          <p:nvCxnSpPr>
            <p:cNvPr id="23566" name="رابط كسهم مستقيم 32">
              <a:extLst>
                <a:ext uri="{FF2B5EF4-FFF2-40B4-BE49-F238E27FC236}">
                  <a16:creationId xmlns:a16="http://schemas.microsoft.com/office/drawing/2014/main" id="{387993C3-E340-6210-49CE-7BFAB454B8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769098" y="4191000"/>
              <a:ext cx="762000" cy="533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7" name="رابط كسهم مستقيم 34">
              <a:extLst>
                <a:ext uri="{FF2B5EF4-FFF2-40B4-BE49-F238E27FC236}">
                  <a16:creationId xmlns:a16="http://schemas.microsoft.com/office/drawing/2014/main" id="{4ED81A90-5D0F-1CC4-1FB1-A8B50CC989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921498" y="4343400"/>
              <a:ext cx="762000" cy="533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8" name="رابط كسهم مستقيم 36">
              <a:extLst>
                <a:ext uri="{FF2B5EF4-FFF2-40B4-BE49-F238E27FC236}">
                  <a16:creationId xmlns:a16="http://schemas.microsoft.com/office/drawing/2014/main" id="{B3B2DDDC-204D-2F61-5C68-EA32AA6AB5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21498" y="5257800"/>
              <a:ext cx="609600" cy="3810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69" name="رابط كسهم مستقيم 38">
              <a:extLst>
                <a:ext uri="{FF2B5EF4-FFF2-40B4-BE49-F238E27FC236}">
                  <a16:creationId xmlns:a16="http://schemas.microsoft.com/office/drawing/2014/main" id="{AA0D907F-433B-8B9C-CFB0-C281550FC1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12098" y="4419600"/>
              <a:ext cx="0" cy="1066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570" name="Text Box 24">
              <a:extLst>
                <a:ext uri="{FF2B5EF4-FFF2-40B4-BE49-F238E27FC236}">
                  <a16:creationId xmlns:a16="http://schemas.microsoft.com/office/drawing/2014/main" id="{9885F007-E499-BE16-CD52-172039E1C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1498" y="41148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sp>
          <p:nvSpPr>
            <p:cNvPr id="23571" name="Text Box 23">
              <a:extLst>
                <a:ext uri="{FF2B5EF4-FFF2-40B4-BE49-F238E27FC236}">
                  <a16:creationId xmlns:a16="http://schemas.microsoft.com/office/drawing/2014/main" id="{76CF5C0B-490F-B62D-4605-E870DCA0C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1498" y="54102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</p:grpSp>
      <p:sp>
        <p:nvSpPr>
          <p:cNvPr id="23558" name="عنصر نائب لرقم الشريحة 18">
            <a:extLst>
              <a:ext uri="{FF2B5EF4-FFF2-40B4-BE49-F238E27FC236}">
                <a16:creationId xmlns:a16="http://schemas.microsoft.com/office/drawing/2014/main" id="{CD0A6290-8CB6-83FB-5303-B6F8D3C70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542CC9F-BB6E-482B-BFC8-BA734414DD64}" type="slidenum">
              <a:rPr lang="en-US" altLang="en-US" sz="1400"/>
              <a:pPr/>
              <a:t>96</a:t>
            </a:fld>
            <a:endParaRPr lang="en-US" altLang="en-US" sz="1400"/>
          </a:p>
        </p:txBody>
      </p:sp>
      <p:cxnSp>
        <p:nvCxnSpPr>
          <p:cNvPr id="23559" name="رابط كسهم مستقيم 19">
            <a:extLst>
              <a:ext uri="{FF2B5EF4-FFF2-40B4-BE49-F238E27FC236}">
                <a16:creationId xmlns:a16="http://schemas.microsoft.com/office/drawing/2014/main" id="{4C482A40-407B-94FF-6314-14039DAAF97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91400" y="5029200"/>
            <a:ext cx="3048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DF8292D-F871-D1E8-D9B1-B401CFAF2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-152400"/>
            <a:ext cx="8451850" cy="1143000"/>
          </a:xfrm>
        </p:spPr>
        <p:txBody>
          <a:bodyPr/>
          <a:lstStyle/>
          <a:p>
            <a:r>
              <a:rPr lang="en-US" altLang="en-US"/>
              <a:t>NDFA </a:t>
            </a:r>
            <a:r>
              <a:rPr lang="en-US" altLang="en-US">
                <a:sym typeface="Wingdings" panose="05000000000000000000" pitchFamily="2" charset="2"/>
              </a:rPr>
              <a:t></a:t>
            </a:r>
            <a:r>
              <a:rPr lang="en-US" altLang="en-US"/>
              <a:t> DFA</a:t>
            </a:r>
          </a:p>
        </p:txBody>
      </p:sp>
      <p:sp>
        <p:nvSpPr>
          <p:cNvPr id="24580" name="Text Box 3">
            <a:extLst>
              <a:ext uri="{FF2B5EF4-FFF2-40B4-BE49-F238E27FC236}">
                <a16:creationId xmlns:a16="http://schemas.microsoft.com/office/drawing/2014/main" id="{6E24AD4F-FF9F-4436-196C-1CC5AB798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27088"/>
            <a:ext cx="8839200" cy="855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 indent="-457200">
              <a:buFont typeface="Wingdings" pitchFamily="2" charset="2"/>
              <a:buChar char="§"/>
              <a:defRPr/>
            </a:pPr>
            <a:r>
              <a:rPr lang="en-US" sz="2800" dirty="0">
                <a:sym typeface="Symbol" pitchFamily="18" charset="2"/>
              </a:rPr>
              <a:t>The new </a:t>
            </a:r>
            <a:r>
              <a:rPr lang="en-US" sz="2800" dirty="0">
                <a:sym typeface="Monotype Sorts" pitchFamily="2" charset="2"/>
              </a:rPr>
              <a:t>transition function </a:t>
            </a:r>
            <a:r>
              <a:rPr lang="en-US" sz="2800" dirty="0">
                <a:latin typeface="Symbol" pitchFamily="18" charset="2"/>
              </a:rPr>
              <a:t>d</a:t>
            </a:r>
            <a:r>
              <a:rPr lang="en-US" sz="2800" dirty="0"/>
              <a:t>: Q </a:t>
            </a:r>
            <a:r>
              <a:rPr lang="en-US" sz="2800" dirty="0">
                <a:sym typeface="Symbol" pitchFamily="18" charset="2"/>
              </a:rPr>
              <a:t></a:t>
            </a:r>
            <a:r>
              <a:rPr lang="en-US" sz="2800" dirty="0">
                <a:latin typeface="Symbol" pitchFamily="18" charset="2"/>
                <a:sym typeface="Symbol" pitchFamily="18" charset="2"/>
              </a:rPr>
              <a:t> (S</a:t>
            </a:r>
            <a:r>
              <a:rPr lang="en-US" sz="2800" dirty="0">
                <a:sym typeface="Symbol" pitchFamily="18" charset="2"/>
              </a:rPr>
              <a:t>  {}) </a:t>
            </a:r>
            <a:r>
              <a:rPr lang="en-US" sz="2800" dirty="0">
                <a:sym typeface="Monotype Sorts" pitchFamily="2" charset="2"/>
              </a:rPr>
              <a:t> 2</a:t>
            </a:r>
            <a:r>
              <a:rPr lang="en-US" sz="2800" baseline="30000" dirty="0">
                <a:sym typeface="Monotype Sorts" pitchFamily="2" charset="2"/>
              </a:rPr>
              <a:t>Q</a:t>
            </a:r>
          </a:p>
          <a:p>
            <a:pPr lvl="1" indent="-457200">
              <a:buFont typeface="Wingdings" pitchFamily="2" charset="2"/>
              <a:buChar char="§"/>
              <a:defRPr/>
            </a:pPr>
            <a:r>
              <a:rPr lang="en-US" sz="2800" dirty="0">
                <a:sym typeface="Monotype Sorts" pitchFamily="2" charset="2"/>
              </a:rPr>
              <a:t>Our new DFA will have a state labeled </a:t>
            </a:r>
            <a:r>
              <a:rPr lang="fr-FR" sz="2800" dirty="0"/>
              <a:t>∅</a:t>
            </a:r>
          </a:p>
          <a:p>
            <a:pPr lvl="1" indent="-457200">
              <a:buFont typeface="Wingdings" pitchFamily="2" charset="2"/>
              <a:buChar char="§"/>
              <a:defRPr/>
            </a:pPr>
            <a:r>
              <a:rPr lang="en-US" sz="2800" dirty="0"/>
              <a:t>construction of the new DFA is based on the following results</a:t>
            </a:r>
            <a:r>
              <a:rPr lang="en-US" sz="3200" dirty="0"/>
              <a:t>:</a:t>
            </a:r>
            <a:endParaRPr lang="en-US" sz="3200" dirty="0">
              <a:sym typeface="Symbol" pitchFamily="18" charset="2"/>
            </a:endParaRPr>
          </a:p>
          <a:p>
            <a:pPr marL="914400" lvl="1" indent="-457200">
              <a:buFont typeface="Arial" pitchFamily="34" charset="0"/>
              <a:buChar char="•"/>
              <a:defRPr/>
            </a:pPr>
            <a:r>
              <a:rPr lang="en-US" sz="2400" dirty="0">
                <a:sym typeface="Symbol" pitchFamily="18" charset="2"/>
              </a:rPr>
              <a:t>Q’ = P(Q)={</a:t>
            </a:r>
            <a:r>
              <a:rPr lang="fr-FR" sz="2400" dirty="0"/>
              <a:t>∅, {</a:t>
            </a:r>
            <a:r>
              <a:rPr lang="en-US" sz="2400" dirty="0"/>
              <a:t>1</a:t>
            </a:r>
            <a:r>
              <a:rPr lang="fr-FR" sz="2400" dirty="0"/>
              <a:t>}</a:t>
            </a:r>
            <a:r>
              <a:rPr lang="en-US" sz="2400" dirty="0">
                <a:sym typeface="Symbol" pitchFamily="18" charset="2"/>
              </a:rPr>
              <a:t>,</a:t>
            </a:r>
            <a:r>
              <a:rPr lang="fr-FR" sz="2400" dirty="0"/>
              <a:t> {</a:t>
            </a:r>
            <a:r>
              <a:rPr lang="en-US" sz="2400" dirty="0"/>
              <a:t>2</a:t>
            </a:r>
            <a:r>
              <a:rPr lang="fr-FR" sz="2400" dirty="0"/>
              <a:t>}</a:t>
            </a:r>
            <a:r>
              <a:rPr lang="en-US" sz="2400" dirty="0">
                <a:sym typeface="Symbol" pitchFamily="18" charset="2"/>
              </a:rPr>
              <a:t>,</a:t>
            </a:r>
            <a:r>
              <a:rPr lang="fr-FR" sz="2400" dirty="0"/>
              <a:t> {</a:t>
            </a:r>
            <a:r>
              <a:rPr lang="en-US" sz="2400" dirty="0"/>
              <a:t>3</a:t>
            </a:r>
            <a:r>
              <a:rPr lang="fr-FR" sz="2400" dirty="0"/>
              <a:t>}</a:t>
            </a:r>
            <a:r>
              <a:rPr lang="en-US" sz="2400" dirty="0">
                <a:sym typeface="Symbol" pitchFamily="18" charset="2"/>
              </a:rPr>
              <a:t>,</a:t>
            </a:r>
            <a:r>
              <a:rPr lang="fr-FR" sz="2400" dirty="0"/>
              <a:t> {</a:t>
            </a:r>
            <a:r>
              <a:rPr lang="en-US" sz="2400" dirty="0"/>
              <a:t>1, 2</a:t>
            </a:r>
            <a:r>
              <a:rPr lang="fr-FR" sz="2400" dirty="0"/>
              <a:t>}</a:t>
            </a:r>
            <a:r>
              <a:rPr lang="en-US" sz="2400" dirty="0">
                <a:sym typeface="Symbol" pitchFamily="18" charset="2"/>
              </a:rPr>
              <a:t>,</a:t>
            </a:r>
            <a:r>
              <a:rPr lang="fr-FR" sz="2400" dirty="0"/>
              <a:t> {</a:t>
            </a:r>
            <a:r>
              <a:rPr lang="en-US" sz="2400" dirty="0"/>
              <a:t>1, 3</a:t>
            </a:r>
            <a:r>
              <a:rPr lang="fr-FR" sz="2400" dirty="0"/>
              <a:t>}</a:t>
            </a:r>
            <a:r>
              <a:rPr lang="en-US" sz="2400" dirty="0">
                <a:sym typeface="Symbol" pitchFamily="18" charset="2"/>
              </a:rPr>
              <a:t>,</a:t>
            </a:r>
            <a:r>
              <a:rPr lang="fr-FR" sz="2400" dirty="0"/>
              <a:t> {</a:t>
            </a:r>
            <a:r>
              <a:rPr lang="en-US" sz="2400" dirty="0"/>
              <a:t>2, 3</a:t>
            </a:r>
            <a:r>
              <a:rPr lang="fr-FR" sz="2400" dirty="0"/>
              <a:t>}</a:t>
            </a:r>
            <a:r>
              <a:rPr lang="en-US" sz="2400" dirty="0">
                <a:sym typeface="Symbol" pitchFamily="18" charset="2"/>
              </a:rPr>
              <a:t>,</a:t>
            </a:r>
            <a:r>
              <a:rPr lang="fr-FR" sz="2400" dirty="0"/>
              <a:t> {</a:t>
            </a:r>
            <a:r>
              <a:rPr lang="en-US" sz="2400" dirty="0"/>
              <a:t>1, 2, 3</a:t>
            </a:r>
            <a:r>
              <a:rPr lang="fr-FR" sz="2400" dirty="0"/>
              <a:t>}}</a:t>
            </a:r>
            <a:endParaRPr lang="en-US" sz="2400" dirty="0">
              <a:sym typeface="Symbol" pitchFamily="18" charset="2"/>
            </a:endParaRPr>
          </a:p>
          <a:p>
            <a:pPr marL="914400" lvl="1" indent="-457200">
              <a:buFont typeface="Arial" pitchFamily="34" charset="0"/>
              <a:buChar char="•"/>
              <a:defRPr/>
            </a:pPr>
            <a:r>
              <a:rPr lang="en-US" sz="2400" dirty="0">
                <a:sym typeface="Symbol" pitchFamily="18" charset="2"/>
              </a:rPr>
              <a:t>={a, b} </a:t>
            </a:r>
          </a:p>
          <a:p>
            <a:pPr marL="914400" lvl="1" indent="-457200">
              <a:buFont typeface="Arial" pitchFamily="34" charset="0"/>
              <a:buChar char="•"/>
              <a:defRPr/>
            </a:pPr>
            <a:r>
              <a:rPr lang="en-US" sz="2400" dirty="0"/>
              <a:t>q</a:t>
            </a:r>
            <a:r>
              <a:rPr lang="en-US" sz="2400" baseline="-25000" dirty="0"/>
              <a:t>0</a:t>
            </a:r>
            <a:r>
              <a:rPr lang="en-US" sz="2400" dirty="0"/>
              <a:t>= q</a:t>
            </a:r>
            <a:r>
              <a:rPr lang="en-US" sz="2400" baseline="-25000" dirty="0"/>
              <a:t>0</a:t>
            </a:r>
            <a:r>
              <a:rPr lang="en-US" sz="2400" dirty="0"/>
              <a:t>’={1}</a:t>
            </a:r>
          </a:p>
          <a:p>
            <a:pPr marL="914400" lvl="1" indent="-457200">
              <a:buFont typeface="Arial" pitchFamily="34" charset="0"/>
              <a:buChar char="•"/>
              <a:defRPr/>
            </a:pPr>
            <a:r>
              <a:rPr lang="en-US" sz="2400" dirty="0"/>
              <a:t>F= {{3}, {1, 3}, {2, 3}, {1, 2, 3}}</a:t>
            </a:r>
          </a:p>
          <a:p>
            <a:pPr marL="1371600" lvl="2" indent="-457200">
              <a:buFont typeface="Arial" pitchFamily="34" charset="0"/>
              <a:buChar char="•"/>
              <a:defRPr/>
            </a:pP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∅, a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∅				</a:t>
            </a: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∅, b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∅</a:t>
            </a:r>
          </a:p>
          <a:p>
            <a:pPr marL="1371600" lvl="2" indent="-457200">
              <a:buFont typeface="Arial" pitchFamily="34" charset="0"/>
              <a:buChar char="•"/>
              <a:defRPr/>
            </a:pP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{1}, a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∅			</a:t>
            </a: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{1}, b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{2, 3}</a:t>
            </a:r>
          </a:p>
          <a:p>
            <a:pPr marL="1371600" lvl="2" indent="-457200">
              <a:buFont typeface="Arial" pitchFamily="34" charset="0"/>
              <a:buChar char="•"/>
              <a:defRPr/>
            </a:pP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{2}, a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∅			</a:t>
            </a: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{2}, b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∅</a:t>
            </a:r>
          </a:p>
          <a:p>
            <a:pPr marL="1371600" lvl="2" indent="-457200">
              <a:buFont typeface="Arial" pitchFamily="34" charset="0"/>
              <a:buChar char="•"/>
              <a:defRPr/>
            </a:pP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{3}, a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{1, 2}</a:t>
            </a:r>
            <a:r>
              <a:rPr lang="en-US" dirty="0">
                <a:sym typeface="Symbol" pitchFamily="18" charset="2"/>
              </a:rPr>
              <a:t> 			 (</a:t>
            </a:r>
            <a:r>
              <a:rPr lang="fr-FR" dirty="0"/>
              <a:t>{3},b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∅</a:t>
            </a:r>
          </a:p>
          <a:p>
            <a:pPr marL="1371600" lvl="2" indent="-457200">
              <a:buFont typeface="Arial" pitchFamily="34" charset="0"/>
              <a:buChar char="•"/>
              <a:defRPr/>
            </a:pP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{1, 2}, a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∅			</a:t>
            </a: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{1, 2}, b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{2, 3}</a:t>
            </a:r>
          </a:p>
          <a:p>
            <a:pPr marL="1371600" lvl="2" indent="-457200">
              <a:buFont typeface="Arial" pitchFamily="34" charset="0"/>
              <a:buChar char="•"/>
              <a:defRPr/>
            </a:pP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{1, 3}, a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{1, 2}			</a:t>
            </a: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{1, 3}, b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{2, 3}</a:t>
            </a:r>
          </a:p>
          <a:p>
            <a:pPr marL="1371600" lvl="2" indent="-457200">
              <a:buFont typeface="Arial" pitchFamily="34" charset="0"/>
              <a:buChar char="•"/>
              <a:defRPr/>
            </a:pP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{2, 3}, a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{1, 2}			</a:t>
            </a: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{2, 3}, b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∅</a:t>
            </a:r>
          </a:p>
          <a:p>
            <a:pPr marL="1371600" lvl="2" indent="-457200">
              <a:buFont typeface="Arial" pitchFamily="34" charset="0"/>
              <a:buChar char="•"/>
              <a:defRPr/>
            </a:pP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{1, 2, 3}, a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{1, 2}		</a:t>
            </a:r>
            <a:r>
              <a:rPr lang="en-US" dirty="0">
                <a:sym typeface="Symbol" pitchFamily="18" charset="2"/>
              </a:rPr>
              <a:t> (</a:t>
            </a:r>
            <a:r>
              <a:rPr lang="fr-FR" dirty="0"/>
              <a:t>{1, 2, 3}, b</a:t>
            </a:r>
            <a:r>
              <a:rPr lang="en-US" dirty="0">
                <a:sym typeface="Symbol" pitchFamily="18" charset="2"/>
              </a:rPr>
              <a:t>) =</a:t>
            </a:r>
            <a:r>
              <a:rPr lang="fr-FR" dirty="0"/>
              <a:t> {2, 3}</a:t>
            </a:r>
          </a:p>
          <a:p>
            <a:pPr marL="1371600" lvl="2" indent="-457200">
              <a:defRPr/>
            </a:pPr>
            <a:endParaRPr lang="fr-FR" dirty="0"/>
          </a:p>
          <a:p>
            <a:pPr marL="914400" lvl="1" indent="-457200">
              <a:defRPr/>
            </a:pPr>
            <a:endParaRPr lang="fr-FR" dirty="0"/>
          </a:p>
          <a:p>
            <a:pPr marL="914400" lvl="1" indent="-457200">
              <a:buFont typeface="Arial" pitchFamily="34" charset="0"/>
              <a:buChar char="•"/>
              <a:defRPr/>
            </a:pPr>
            <a:endParaRPr lang="fr-FR" dirty="0"/>
          </a:p>
          <a:p>
            <a:pPr marL="914400" lvl="1" indent="-457200">
              <a:buFont typeface="Arial" pitchFamily="34" charset="0"/>
              <a:buChar char="•"/>
              <a:defRPr/>
            </a:pPr>
            <a:endParaRPr lang="fr-FR" dirty="0"/>
          </a:p>
          <a:p>
            <a:pPr marL="914400" lvl="1" indent="-457200">
              <a:buFont typeface="Arial" pitchFamily="34" charset="0"/>
              <a:buChar char="•"/>
              <a:defRPr/>
            </a:pPr>
            <a:endParaRPr lang="fr-FR" dirty="0"/>
          </a:p>
          <a:p>
            <a:pPr marL="914400" lvl="1" indent="-457200">
              <a:buFont typeface="Arial" pitchFamily="34" charset="0"/>
              <a:buChar char="•"/>
              <a:defRPr/>
            </a:pPr>
            <a:endParaRPr lang="fr-FR" dirty="0"/>
          </a:p>
          <a:p>
            <a:pPr marL="914400" lvl="1" indent="-457200">
              <a:buFont typeface="Arial" pitchFamily="34" charset="0"/>
              <a:buChar char="•"/>
              <a:defRPr/>
            </a:pPr>
            <a:endParaRPr lang="fr-FR" dirty="0"/>
          </a:p>
          <a:p>
            <a:pPr marL="914400" lvl="1" indent="-457200">
              <a:buFont typeface="Arial" pitchFamily="34" charset="0"/>
              <a:buChar char="•"/>
              <a:defRPr/>
            </a:pPr>
            <a:endParaRPr lang="fr-FR" dirty="0"/>
          </a:p>
          <a:p>
            <a:pPr marL="914400" lvl="1" indent="-457200">
              <a:buFont typeface="Arial" pitchFamily="34" charset="0"/>
              <a:buChar char="•"/>
              <a:defRPr/>
            </a:pPr>
            <a:endParaRPr lang="fr-FR" dirty="0"/>
          </a:p>
          <a:p>
            <a:pPr marL="914400" lvl="1" indent="-457200">
              <a:buFont typeface="Arial" pitchFamily="34" charset="0"/>
              <a:buChar char="•"/>
              <a:defRPr/>
            </a:pPr>
            <a:endParaRPr lang="en-US" sz="3200" dirty="0"/>
          </a:p>
        </p:txBody>
      </p:sp>
      <p:grpSp>
        <p:nvGrpSpPr>
          <p:cNvPr id="24581" name="مجموعة 31">
            <a:extLst>
              <a:ext uri="{FF2B5EF4-FFF2-40B4-BE49-F238E27FC236}">
                <a16:creationId xmlns:a16="http://schemas.microsoft.com/office/drawing/2014/main" id="{5ECB63B4-7159-D268-6E98-290F20D1EACE}"/>
              </a:ext>
            </a:extLst>
          </p:cNvPr>
          <p:cNvGrpSpPr>
            <a:grpSpLocks/>
          </p:cNvGrpSpPr>
          <p:nvPr/>
        </p:nvGrpSpPr>
        <p:grpSpPr bwMode="auto">
          <a:xfrm>
            <a:off x="8915400" y="3124200"/>
            <a:ext cx="1676400" cy="1981200"/>
            <a:chOff x="6235698" y="3733800"/>
            <a:chExt cx="2070102" cy="2362200"/>
          </a:xfrm>
        </p:grpSpPr>
        <p:sp>
          <p:nvSpPr>
            <p:cNvPr id="24584" name="Oval 10">
              <a:extLst>
                <a:ext uri="{FF2B5EF4-FFF2-40B4-BE49-F238E27FC236}">
                  <a16:creationId xmlns:a16="http://schemas.microsoft.com/office/drawing/2014/main" id="{C0F166B9-1BA9-EDCD-B1E0-B758BF805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3733800"/>
              <a:ext cx="762000" cy="6858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4585" name="Oval 10">
              <a:extLst>
                <a:ext uri="{FF2B5EF4-FFF2-40B4-BE49-F238E27FC236}">
                  <a16:creationId xmlns:a16="http://schemas.microsoft.com/office/drawing/2014/main" id="{F0621F1F-5165-EEDE-8B19-6DE86D843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7298" y="3810000"/>
              <a:ext cx="622302" cy="533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 3</a:t>
              </a:r>
            </a:p>
          </p:txBody>
        </p:sp>
        <p:sp>
          <p:nvSpPr>
            <p:cNvPr id="24586" name="Text Box 23">
              <a:extLst>
                <a:ext uri="{FF2B5EF4-FFF2-40B4-BE49-F238E27FC236}">
                  <a16:creationId xmlns:a16="http://schemas.microsoft.com/office/drawing/2014/main" id="{ACD5F67D-9E49-8D4F-3FAA-A76B359D3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98" y="4623307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  <p:sp>
          <p:nvSpPr>
            <p:cNvPr id="24587" name="Text Box 24">
              <a:extLst>
                <a:ext uri="{FF2B5EF4-FFF2-40B4-BE49-F238E27FC236}">
                  <a16:creationId xmlns:a16="http://schemas.microsoft.com/office/drawing/2014/main" id="{307DCC39-FAFD-C6D7-8694-9AC8B1BDD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8298" y="46482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sp>
          <p:nvSpPr>
            <p:cNvPr id="24588" name="Oval 10">
              <a:extLst>
                <a:ext uri="{FF2B5EF4-FFF2-40B4-BE49-F238E27FC236}">
                  <a16:creationId xmlns:a16="http://schemas.microsoft.com/office/drawing/2014/main" id="{CD6B7C73-14E6-FB48-B335-AA4A6BD4C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5698" y="4724400"/>
              <a:ext cx="622302" cy="533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 1</a:t>
              </a:r>
            </a:p>
          </p:txBody>
        </p:sp>
        <p:sp>
          <p:nvSpPr>
            <p:cNvPr id="24589" name="Oval 10">
              <a:extLst>
                <a:ext uri="{FF2B5EF4-FFF2-40B4-BE49-F238E27FC236}">
                  <a16:creationId xmlns:a16="http://schemas.microsoft.com/office/drawing/2014/main" id="{8EA5CCFC-F488-757D-6B92-7793B9D3B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4596" y="5562600"/>
              <a:ext cx="622302" cy="533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 2</a:t>
              </a:r>
            </a:p>
          </p:txBody>
        </p:sp>
        <p:cxnSp>
          <p:nvCxnSpPr>
            <p:cNvPr id="24590" name="رابط كسهم مستقيم 44">
              <a:extLst>
                <a:ext uri="{FF2B5EF4-FFF2-40B4-BE49-F238E27FC236}">
                  <a16:creationId xmlns:a16="http://schemas.microsoft.com/office/drawing/2014/main" id="{BAFF2667-BC81-6F48-3B9D-4578BD6EAA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769098" y="4191000"/>
              <a:ext cx="762000" cy="533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1" name="رابط كسهم مستقيم 45">
              <a:extLst>
                <a:ext uri="{FF2B5EF4-FFF2-40B4-BE49-F238E27FC236}">
                  <a16:creationId xmlns:a16="http://schemas.microsoft.com/office/drawing/2014/main" id="{75B774D0-DC25-BAF3-F3AD-EFBACE7A62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921498" y="4343400"/>
              <a:ext cx="762000" cy="533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2" name="رابط كسهم مستقيم 46">
              <a:extLst>
                <a:ext uri="{FF2B5EF4-FFF2-40B4-BE49-F238E27FC236}">
                  <a16:creationId xmlns:a16="http://schemas.microsoft.com/office/drawing/2014/main" id="{B8B605D1-19CC-31CD-19F6-4C4B9F7CF3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21498" y="5257800"/>
              <a:ext cx="609600" cy="3810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3" name="رابط كسهم مستقيم 47">
              <a:extLst>
                <a:ext uri="{FF2B5EF4-FFF2-40B4-BE49-F238E27FC236}">
                  <a16:creationId xmlns:a16="http://schemas.microsoft.com/office/drawing/2014/main" id="{471AF279-4830-DF31-9188-F211434524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12098" y="4419600"/>
              <a:ext cx="0" cy="1066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594" name="Text Box 24">
              <a:extLst>
                <a:ext uri="{FF2B5EF4-FFF2-40B4-BE49-F238E27FC236}">
                  <a16:creationId xmlns:a16="http://schemas.microsoft.com/office/drawing/2014/main" id="{3AFA12E8-B6B1-2806-3179-A3DD836C90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1498" y="41148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sp>
          <p:nvSpPr>
            <p:cNvPr id="24595" name="Text Box 23">
              <a:extLst>
                <a:ext uri="{FF2B5EF4-FFF2-40B4-BE49-F238E27FC236}">
                  <a16:creationId xmlns:a16="http://schemas.microsoft.com/office/drawing/2014/main" id="{8A7402C1-D967-A5C7-E615-CF62E27FB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1498" y="54102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</p:grpSp>
      <p:cxnSp>
        <p:nvCxnSpPr>
          <p:cNvPr id="24583" name="رابط كسهم مستقيم 19">
            <a:extLst>
              <a:ext uri="{FF2B5EF4-FFF2-40B4-BE49-F238E27FC236}">
                <a16:creationId xmlns:a16="http://schemas.microsoft.com/office/drawing/2014/main" id="{6E607D95-AFD1-2640-464F-B4A645F034AC}"/>
              </a:ext>
            </a:extLst>
          </p:cNvPr>
          <p:cNvCxnSpPr>
            <a:cxnSpLocks noChangeShapeType="1"/>
            <a:endCxn id="24588" idx="2"/>
          </p:cNvCxnSpPr>
          <p:nvPr/>
        </p:nvCxnSpPr>
        <p:spPr bwMode="auto">
          <a:xfrm flipV="1">
            <a:off x="8610600" y="4178300"/>
            <a:ext cx="304800" cy="12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AFF9F61-ED40-469F-1BFC-63F1FDCE6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-152400"/>
            <a:ext cx="8451850" cy="1143000"/>
          </a:xfrm>
        </p:spPr>
        <p:txBody>
          <a:bodyPr/>
          <a:lstStyle/>
          <a:p>
            <a:r>
              <a:rPr lang="en-US" altLang="en-US"/>
              <a:t>NDFA </a:t>
            </a:r>
            <a:r>
              <a:rPr lang="en-US" altLang="en-US">
                <a:sym typeface="Wingdings" panose="05000000000000000000" pitchFamily="2" charset="2"/>
              </a:rPr>
              <a:t></a:t>
            </a:r>
            <a:r>
              <a:rPr lang="en-US" altLang="en-US"/>
              <a:t> DFA</a:t>
            </a: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1630B10B-905F-E146-0763-8F0453282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27089"/>
            <a:ext cx="8839200" cy="335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2"/>
            <a:endParaRPr lang="fr-FR" altLang="en-US"/>
          </a:p>
          <a:p>
            <a:pPr lvl="1"/>
            <a:endParaRPr lang="fr-FR" altLang="en-US"/>
          </a:p>
          <a:p>
            <a:pPr lvl="1">
              <a:buFont typeface="Arial" panose="020B0604020202020204" pitchFamily="34" charset="0"/>
              <a:buChar char="•"/>
            </a:pPr>
            <a:endParaRPr lang="fr-FR" altLang="en-US"/>
          </a:p>
          <a:p>
            <a:pPr lvl="1">
              <a:buFont typeface="Arial" panose="020B0604020202020204" pitchFamily="34" charset="0"/>
              <a:buChar char="•"/>
            </a:pPr>
            <a:endParaRPr lang="fr-FR" altLang="en-US"/>
          </a:p>
          <a:p>
            <a:pPr lvl="1">
              <a:buFont typeface="Arial" panose="020B0604020202020204" pitchFamily="34" charset="0"/>
              <a:buChar char="•"/>
            </a:pPr>
            <a:endParaRPr lang="fr-FR" altLang="en-US"/>
          </a:p>
          <a:p>
            <a:pPr lvl="1">
              <a:buFont typeface="Arial" panose="020B0604020202020204" pitchFamily="34" charset="0"/>
              <a:buChar char="•"/>
            </a:pPr>
            <a:endParaRPr lang="fr-FR" altLang="en-US"/>
          </a:p>
          <a:p>
            <a:pPr lvl="1">
              <a:buFont typeface="Arial" panose="020B0604020202020204" pitchFamily="34" charset="0"/>
              <a:buChar char="•"/>
            </a:pPr>
            <a:endParaRPr lang="fr-FR" altLang="en-US"/>
          </a:p>
          <a:p>
            <a:pPr lvl="1">
              <a:buFont typeface="Arial" panose="020B0604020202020204" pitchFamily="34" charset="0"/>
              <a:buChar char="•"/>
            </a:pPr>
            <a:endParaRPr lang="fr-FR" altLang="en-US"/>
          </a:p>
          <a:p>
            <a:pPr lvl="1">
              <a:buFont typeface="Arial" panose="020B0604020202020204" pitchFamily="34" charset="0"/>
              <a:buChar char="•"/>
            </a:pPr>
            <a:endParaRPr lang="fr-FR" altLang="en-US"/>
          </a:p>
          <a:p>
            <a:pPr lvl="1">
              <a:buFont typeface="Arial" panose="020B0604020202020204" pitchFamily="34" charset="0"/>
              <a:buChar char="•"/>
            </a:pPr>
            <a:endParaRPr lang="en-US" altLang="en-US" sz="3200"/>
          </a:p>
        </p:txBody>
      </p:sp>
      <p:grpSp>
        <p:nvGrpSpPr>
          <p:cNvPr id="25605" name="مجموعة 97">
            <a:extLst>
              <a:ext uri="{FF2B5EF4-FFF2-40B4-BE49-F238E27FC236}">
                <a16:creationId xmlns:a16="http://schemas.microsoft.com/office/drawing/2014/main" id="{627FB7CF-7DCA-863B-6080-9BF9F77BE0AC}"/>
              </a:ext>
            </a:extLst>
          </p:cNvPr>
          <p:cNvGrpSpPr>
            <a:grpSpLocks/>
          </p:cNvGrpSpPr>
          <p:nvPr/>
        </p:nvGrpSpPr>
        <p:grpSpPr bwMode="auto">
          <a:xfrm>
            <a:off x="801266" y="1120398"/>
            <a:ext cx="3733800" cy="3276600"/>
            <a:chOff x="228600" y="609600"/>
            <a:chExt cx="3733800" cy="3276600"/>
          </a:xfrm>
        </p:grpSpPr>
        <p:grpSp>
          <p:nvGrpSpPr>
            <p:cNvPr id="25633" name="مجموعة 25">
              <a:extLst>
                <a:ext uri="{FF2B5EF4-FFF2-40B4-BE49-F238E27FC236}">
                  <a16:creationId xmlns:a16="http://schemas.microsoft.com/office/drawing/2014/main" id="{274E0701-9732-AC71-3848-E81DB08C3C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400" y="990600"/>
              <a:ext cx="673098" cy="533400"/>
              <a:chOff x="5270502" y="1600200"/>
              <a:chExt cx="762000" cy="685800"/>
            </a:xfrm>
          </p:grpSpPr>
          <p:sp>
            <p:nvSpPr>
              <p:cNvPr id="25679" name="Oval 10">
                <a:extLst>
                  <a:ext uri="{FF2B5EF4-FFF2-40B4-BE49-F238E27FC236}">
                    <a16:creationId xmlns:a16="http://schemas.microsoft.com/office/drawing/2014/main" id="{897DDD67-8E4A-260A-CF88-2CC403D36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0502" y="1600200"/>
                <a:ext cx="762000" cy="6858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80" name="Oval 10">
                <a:extLst>
                  <a:ext uri="{FF2B5EF4-FFF2-40B4-BE49-F238E27FC236}">
                    <a16:creationId xmlns:a16="http://schemas.microsoft.com/office/drawing/2014/main" id="{DF892DC3-8DC5-554D-46C6-FCD745AC3D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4000" y="1676400"/>
                <a:ext cx="622302" cy="533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en-US" sz="1400"/>
                  <a:t>{3}</a:t>
                </a:r>
              </a:p>
            </p:txBody>
          </p:sp>
        </p:grpSp>
        <p:sp>
          <p:nvSpPr>
            <p:cNvPr id="25634" name="Text Box 23">
              <a:extLst>
                <a:ext uri="{FF2B5EF4-FFF2-40B4-BE49-F238E27FC236}">
                  <a16:creationId xmlns:a16="http://schemas.microsoft.com/office/drawing/2014/main" id="{190186AB-01A1-28BB-AC15-193FA8761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1194307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  <p:sp>
          <p:nvSpPr>
            <p:cNvPr id="25635" name="Oval 10">
              <a:extLst>
                <a:ext uri="{FF2B5EF4-FFF2-40B4-BE49-F238E27FC236}">
                  <a16:creationId xmlns:a16="http://schemas.microsoft.com/office/drawing/2014/main" id="{BCE89DFF-373D-D84E-9844-20845B1F0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990600"/>
              <a:ext cx="546102" cy="457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/>
                <a:t>{</a:t>
              </a:r>
              <a:r>
                <a:rPr lang="fr-FR" altLang="en-US" sz="1400"/>
                <a:t>∅</a:t>
              </a:r>
              <a:r>
                <a:rPr lang="en-US" altLang="en-US" sz="1400"/>
                <a:t>}</a:t>
              </a:r>
            </a:p>
          </p:txBody>
        </p:sp>
        <p:sp>
          <p:nvSpPr>
            <p:cNvPr id="25636" name="Text Box 24">
              <a:extLst>
                <a:ext uri="{FF2B5EF4-FFF2-40B4-BE49-F238E27FC236}">
                  <a16:creationId xmlns:a16="http://schemas.microsoft.com/office/drawing/2014/main" id="{F15E80DD-97A3-316C-2CC3-22964869E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9144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sp>
          <p:nvSpPr>
            <p:cNvPr id="25637" name="Text Box 23">
              <a:extLst>
                <a:ext uri="{FF2B5EF4-FFF2-40B4-BE49-F238E27FC236}">
                  <a16:creationId xmlns:a16="http://schemas.microsoft.com/office/drawing/2014/main" id="{8B8DF43A-2734-B52B-33C0-4F69EB0CC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9144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  <p:grpSp>
          <p:nvGrpSpPr>
            <p:cNvPr id="25638" name="مجموعة 26">
              <a:extLst>
                <a:ext uri="{FF2B5EF4-FFF2-40B4-BE49-F238E27FC236}">
                  <a16:creationId xmlns:a16="http://schemas.microsoft.com/office/drawing/2014/main" id="{167272F2-8DE9-5827-57AD-887E44A509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6400" y="1981200"/>
              <a:ext cx="762000" cy="685800"/>
              <a:chOff x="6629400" y="1600200"/>
              <a:chExt cx="762000" cy="685800"/>
            </a:xfrm>
          </p:grpSpPr>
          <p:sp>
            <p:nvSpPr>
              <p:cNvPr id="25677" name="Oval 10">
                <a:extLst>
                  <a:ext uri="{FF2B5EF4-FFF2-40B4-BE49-F238E27FC236}">
                    <a16:creationId xmlns:a16="http://schemas.microsoft.com/office/drawing/2014/main" id="{DA7FA090-DA9B-BB43-B289-05CFF4B586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1600200"/>
                <a:ext cx="762000" cy="6858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78" name="Oval 10">
                <a:extLst>
                  <a:ext uri="{FF2B5EF4-FFF2-40B4-BE49-F238E27FC236}">
                    <a16:creationId xmlns:a16="http://schemas.microsoft.com/office/drawing/2014/main" id="{4EB06A05-C1B3-B6B8-4489-722039BE9B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05600" y="1676400"/>
                <a:ext cx="622302" cy="533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en-US" sz="1400"/>
                  <a:t>{2,3}</a:t>
                </a:r>
              </a:p>
            </p:txBody>
          </p:sp>
        </p:grpSp>
        <p:grpSp>
          <p:nvGrpSpPr>
            <p:cNvPr id="25639" name="مجموعة 27">
              <a:extLst>
                <a:ext uri="{FF2B5EF4-FFF2-40B4-BE49-F238E27FC236}">
                  <a16:creationId xmlns:a16="http://schemas.microsoft.com/office/drawing/2014/main" id="{D9B75670-F229-D7A5-3FFF-09CD56A962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6400" y="3124200"/>
              <a:ext cx="762000" cy="762000"/>
              <a:chOff x="6781800" y="2895600"/>
              <a:chExt cx="762000" cy="685800"/>
            </a:xfrm>
          </p:grpSpPr>
          <p:sp>
            <p:nvSpPr>
              <p:cNvPr id="25675" name="Oval 10">
                <a:extLst>
                  <a:ext uri="{FF2B5EF4-FFF2-40B4-BE49-F238E27FC236}">
                    <a16:creationId xmlns:a16="http://schemas.microsoft.com/office/drawing/2014/main" id="{592ED42D-5294-28C5-BD75-0EF1E34C5F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81800" y="2895600"/>
                <a:ext cx="762000" cy="6858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76" name="Oval 10">
                <a:extLst>
                  <a:ext uri="{FF2B5EF4-FFF2-40B4-BE49-F238E27FC236}">
                    <a16:creationId xmlns:a16="http://schemas.microsoft.com/office/drawing/2014/main" id="{3ECADFA8-DBD3-1A2C-85F9-7C3866DD2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8000" y="2971800"/>
                <a:ext cx="622302" cy="533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en-US" sz="1400"/>
                  <a:t>{1,3}</a:t>
                </a:r>
              </a:p>
            </p:txBody>
          </p:sp>
        </p:grpSp>
        <p:grpSp>
          <p:nvGrpSpPr>
            <p:cNvPr id="25640" name="مجموعة 28">
              <a:extLst>
                <a:ext uri="{FF2B5EF4-FFF2-40B4-BE49-F238E27FC236}">
                  <a16:creationId xmlns:a16="http://schemas.microsoft.com/office/drawing/2014/main" id="{CFC6D656-3635-B246-36EB-43F4D08B12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400" y="3124200"/>
              <a:ext cx="762000" cy="685800"/>
              <a:chOff x="8001000" y="3048000"/>
              <a:chExt cx="838200" cy="685800"/>
            </a:xfrm>
          </p:grpSpPr>
          <p:sp>
            <p:nvSpPr>
              <p:cNvPr id="25673" name="Oval 10">
                <a:extLst>
                  <a:ext uri="{FF2B5EF4-FFF2-40B4-BE49-F238E27FC236}">
                    <a16:creationId xmlns:a16="http://schemas.microsoft.com/office/drawing/2014/main" id="{BF9E61B8-4ED0-7FB2-78F6-1F490484A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01000" y="3048000"/>
                <a:ext cx="838200" cy="6858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74" name="Oval 10">
                <a:extLst>
                  <a:ext uri="{FF2B5EF4-FFF2-40B4-BE49-F238E27FC236}">
                    <a16:creationId xmlns:a16="http://schemas.microsoft.com/office/drawing/2014/main" id="{CD632BF0-C271-49CD-9A45-D459ED282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7200" y="3124200"/>
                <a:ext cx="685800" cy="533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en-US" sz="1400" dirty="0"/>
                  <a:t>{1,2,3}</a:t>
                </a:r>
              </a:p>
            </p:txBody>
          </p:sp>
        </p:grpSp>
        <p:sp>
          <p:nvSpPr>
            <p:cNvPr id="25641" name="Oval 10">
              <a:extLst>
                <a:ext uri="{FF2B5EF4-FFF2-40B4-BE49-F238E27FC236}">
                  <a16:creationId xmlns:a16="http://schemas.microsoft.com/office/drawing/2014/main" id="{04F118A6-13D0-A2A3-8103-76C2EC97D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990600"/>
              <a:ext cx="546102" cy="457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/>
                <a:t>{2}</a:t>
              </a:r>
            </a:p>
          </p:txBody>
        </p:sp>
        <p:sp>
          <p:nvSpPr>
            <p:cNvPr id="25642" name="Oval 10">
              <a:extLst>
                <a:ext uri="{FF2B5EF4-FFF2-40B4-BE49-F238E27FC236}">
                  <a16:creationId xmlns:a16="http://schemas.microsoft.com/office/drawing/2014/main" id="{6F9B55E7-B583-1014-C2A6-B70B5E82B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3898" y="2057400"/>
              <a:ext cx="546102" cy="457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/>
                <a:t>{1, 2}</a:t>
              </a:r>
            </a:p>
          </p:txBody>
        </p:sp>
        <p:sp>
          <p:nvSpPr>
            <p:cNvPr id="25643" name="Oval 10">
              <a:extLst>
                <a:ext uri="{FF2B5EF4-FFF2-40B4-BE49-F238E27FC236}">
                  <a16:creationId xmlns:a16="http://schemas.microsoft.com/office/drawing/2014/main" id="{97EE9267-5119-1428-311D-24B9C5653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2133600"/>
              <a:ext cx="546102" cy="457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/>
                <a:t>{1}</a:t>
              </a:r>
            </a:p>
          </p:txBody>
        </p:sp>
        <p:cxnSp>
          <p:nvCxnSpPr>
            <p:cNvPr id="25644" name="رابط كسهم مستقيم 34">
              <a:extLst>
                <a:ext uri="{FF2B5EF4-FFF2-40B4-BE49-F238E27FC236}">
                  <a16:creationId xmlns:a16="http://schemas.microsoft.com/office/drawing/2014/main" id="{C8FCFB3F-7EAB-0504-D0D4-7397E159DE3B}"/>
                </a:ext>
              </a:extLst>
            </p:cNvPr>
            <p:cNvCxnSpPr>
              <a:cxnSpLocks noChangeShapeType="1"/>
              <a:stCxn id="25641" idx="6"/>
              <a:endCxn id="25635" idx="2"/>
            </p:cNvCxnSpPr>
            <p:nvPr/>
          </p:nvCxnSpPr>
          <p:spPr bwMode="auto">
            <a:xfrm>
              <a:off x="1231902" y="1219200"/>
              <a:ext cx="59689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5" name="رابط كسهم مستقيم 36">
              <a:extLst>
                <a:ext uri="{FF2B5EF4-FFF2-40B4-BE49-F238E27FC236}">
                  <a16:creationId xmlns:a16="http://schemas.microsoft.com/office/drawing/2014/main" id="{67F52201-CCD1-0B6C-1D54-2492D7BEDB58}"/>
                </a:ext>
              </a:extLst>
            </p:cNvPr>
            <p:cNvCxnSpPr>
              <a:cxnSpLocks noChangeShapeType="1"/>
              <a:endCxn id="25635" idx="6"/>
            </p:cNvCxnSpPr>
            <p:nvPr/>
          </p:nvCxnSpPr>
          <p:spPr bwMode="auto">
            <a:xfrm flipH="1">
              <a:off x="2374902" y="1219200"/>
              <a:ext cx="82549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6" name="رابط كسهم مستقيم 45">
              <a:extLst>
                <a:ext uri="{FF2B5EF4-FFF2-40B4-BE49-F238E27FC236}">
                  <a16:creationId xmlns:a16="http://schemas.microsoft.com/office/drawing/2014/main" id="{D4B61384-15EA-BADE-7C06-48BD7F035D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38400" y="2209800"/>
              <a:ext cx="7620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7" name="رابط كسهم مستقيم 50">
              <a:extLst>
                <a:ext uri="{FF2B5EF4-FFF2-40B4-BE49-F238E27FC236}">
                  <a16:creationId xmlns:a16="http://schemas.microsoft.com/office/drawing/2014/main" id="{F4C4FFB6-FF00-B2A1-2340-21387C2E02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14601" y="2438399"/>
              <a:ext cx="761999" cy="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8" name="رابط كسهم مستقيم 58">
              <a:extLst>
                <a:ext uri="{FF2B5EF4-FFF2-40B4-BE49-F238E27FC236}">
                  <a16:creationId xmlns:a16="http://schemas.microsoft.com/office/drawing/2014/main" id="{120DFF1F-493D-45FA-0704-66B6C75407C2}"/>
                </a:ext>
              </a:extLst>
            </p:cNvPr>
            <p:cNvCxnSpPr>
              <a:cxnSpLocks noChangeShapeType="1"/>
              <a:stCxn id="25679" idx="4"/>
              <a:endCxn id="25642" idx="0"/>
            </p:cNvCxnSpPr>
            <p:nvPr/>
          </p:nvCxnSpPr>
          <p:spPr bwMode="auto">
            <a:xfrm>
              <a:off x="3536949" y="1524000"/>
              <a:ext cx="0" cy="533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49" name="رابط كسهم مستقيم 62">
              <a:extLst>
                <a:ext uri="{FF2B5EF4-FFF2-40B4-BE49-F238E27FC236}">
                  <a16:creationId xmlns:a16="http://schemas.microsoft.com/office/drawing/2014/main" id="{579999C7-A061-D205-EAFF-1860CF61FB98}"/>
                </a:ext>
              </a:extLst>
            </p:cNvPr>
            <p:cNvCxnSpPr>
              <a:cxnSpLocks noChangeShapeType="1"/>
              <a:stCxn id="25642" idx="1"/>
            </p:cNvCxnSpPr>
            <p:nvPr/>
          </p:nvCxnSpPr>
          <p:spPr bwMode="auto">
            <a:xfrm flipH="1" flipV="1">
              <a:off x="2362200" y="1447800"/>
              <a:ext cx="981673" cy="67655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0" name="رابط كسهم مستقيم 64">
              <a:extLst>
                <a:ext uri="{FF2B5EF4-FFF2-40B4-BE49-F238E27FC236}">
                  <a16:creationId xmlns:a16="http://schemas.microsoft.com/office/drawing/2014/main" id="{ABF5182C-EBDC-FDC3-80F1-C71F275966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08102" y="2362200"/>
              <a:ext cx="36829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1" name="رابط كسهم مستقيم 66">
              <a:extLst>
                <a:ext uri="{FF2B5EF4-FFF2-40B4-BE49-F238E27FC236}">
                  <a16:creationId xmlns:a16="http://schemas.microsoft.com/office/drawing/2014/main" id="{26417173-28BC-64B4-9D39-F11A19FB87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219200" y="1447800"/>
              <a:ext cx="685800" cy="685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2" name="رابط كسهم مستقيم 68">
              <a:extLst>
                <a:ext uri="{FF2B5EF4-FFF2-40B4-BE49-F238E27FC236}">
                  <a16:creationId xmlns:a16="http://schemas.microsoft.com/office/drawing/2014/main" id="{F3F50E96-4501-094E-8517-9F3314A7CA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8600" y="2438400"/>
              <a:ext cx="4572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3" name="رابط كسهم مستقيم 70">
              <a:extLst>
                <a:ext uri="{FF2B5EF4-FFF2-40B4-BE49-F238E27FC236}">
                  <a16:creationId xmlns:a16="http://schemas.microsoft.com/office/drawing/2014/main" id="{62B16040-5C56-FA67-5DD8-C409739EDC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057400" y="2743200"/>
              <a:ext cx="0" cy="304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4" name="رابط كسهم مستقيم 72">
              <a:extLst>
                <a:ext uri="{FF2B5EF4-FFF2-40B4-BE49-F238E27FC236}">
                  <a16:creationId xmlns:a16="http://schemas.microsoft.com/office/drawing/2014/main" id="{C05DD47D-DF91-E7BB-7FE7-BCB0979AE4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581400" y="2590800"/>
              <a:ext cx="0" cy="533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5" name="رابط كسهم مستقيم 74">
              <a:extLst>
                <a:ext uri="{FF2B5EF4-FFF2-40B4-BE49-F238E27FC236}">
                  <a16:creationId xmlns:a16="http://schemas.microsoft.com/office/drawing/2014/main" id="{CAEEC51C-3B17-EC74-EFF7-E18FB9F1852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62200" y="2590800"/>
              <a:ext cx="990600" cy="6096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56" name="رابط كسهم مستقيم 76">
              <a:extLst>
                <a:ext uri="{FF2B5EF4-FFF2-40B4-BE49-F238E27FC236}">
                  <a16:creationId xmlns:a16="http://schemas.microsoft.com/office/drawing/2014/main" id="{187AF8D5-6C19-EB76-7B14-52847978DC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362200" y="2667000"/>
              <a:ext cx="914400" cy="4572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57" name="Text Box 24">
              <a:extLst>
                <a:ext uri="{FF2B5EF4-FFF2-40B4-BE49-F238E27FC236}">
                  <a16:creationId xmlns:a16="http://schemas.microsoft.com/office/drawing/2014/main" id="{A2C13C7E-33A2-B81A-F7BE-0A3F330D2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200" y="16002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sp>
          <p:nvSpPr>
            <p:cNvPr id="25658" name="Text Box 24">
              <a:extLst>
                <a:ext uri="{FF2B5EF4-FFF2-40B4-BE49-F238E27FC236}">
                  <a16:creationId xmlns:a16="http://schemas.microsoft.com/office/drawing/2014/main" id="{69CFAB29-12AA-ADCB-44EB-4921D4CE82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15240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sp>
          <p:nvSpPr>
            <p:cNvPr id="25659" name="Text Box 24">
              <a:extLst>
                <a:ext uri="{FF2B5EF4-FFF2-40B4-BE49-F238E27FC236}">
                  <a16:creationId xmlns:a16="http://schemas.microsoft.com/office/drawing/2014/main" id="{BBE39E00-2266-3390-FDB2-E11B386294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16002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sp>
          <p:nvSpPr>
            <p:cNvPr id="25660" name="Text Box 24">
              <a:extLst>
                <a:ext uri="{FF2B5EF4-FFF2-40B4-BE49-F238E27FC236}">
                  <a16:creationId xmlns:a16="http://schemas.microsoft.com/office/drawing/2014/main" id="{F9334D54-4B27-766E-17FA-FEB063C85E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2634" y="2718307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sp>
          <p:nvSpPr>
            <p:cNvPr id="25661" name="Text Box 24">
              <a:extLst>
                <a:ext uri="{FF2B5EF4-FFF2-40B4-BE49-F238E27FC236}">
                  <a16:creationId xmlns:a16="http://schemas.microsoft.com/office/drawing/2014/main" id="{41A06BA6-BDB2-6E17-7681-FC915397FD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434" y="2794507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sp>
          <p:nvSpPr>
            <p:cNvPr id="25662" name="Text Box 24">
              <a:extLst>
                <a:ext uri="{FF2B5EF4-FFF2-40B4-BE49-F238E27FC236}">
                  <a16:creationId xmlns:a16="http://schemas.microsoft.com/office/drawing/2014/main" id="{FD09290A-6691-FC88-EB72-95F55EED6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0800" y="19050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cxnSp>
          <p:nvCxnSpPr>
            <p:cNvPr id="25663" name="رابط كسهم مستقيم 85">
              <a:extLst>
                <a:ext uri="{FF2B5EF4-FFF2-40B4-BE49-F238E27FC236}">
                  <a16:creationId xmlns:a16="http://schemas.microsoft.com/office/drawing/2014/main" id="{959BEF5E-7ACE-F754-1E26-016FB53064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057400" y="1524000"/>
              <a:ext cx="0" cy="3810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64" name="Text Box 23">
              <a:extLst>
                <a:ext uri="{FF2B5EF4-FFF2-40B4-BE49-F238E27FC236}">
                  <a16:creationId xmlns:a16="http://schemas.microsoft.com/office/drawing/2014/main" id="{CFAE5291-DA18-5A31-4A27-30CA339EB5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8634" y="16764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  <p:sp>
          <p:nvSpPr>
            <p:cNvPr id="25665" name="Text Box 23">
              <a:extLst>
                <a:ext uri="{FF2B5EF4-FFF2-40B4-BE49-F238E27FC236}">
                  <a16:creationId xmlns:a16="http://schemas.microsoft.com/office/drawing/2014/main" id="{52657061-4361-CDBE-7CF2-1FE67B878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2489707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  <p:sp>
          <p:nvSpPr>
            <p:cNvPr id="25666" name="Text Box 23">
              <a:extLst>
                <a:ext uri="{FF2B5EF4-FFF2-40B4-BE49-F238E27FC236}">
                  <a16:creationId xmlns:a16="http://schemas.microsoft.com/office/drawing/2014/main" id="{5B1C154D-630F-FA8C-9A57-5820EF83E1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28194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  <p:sp>
          <p:nvSpPr>
            <p:cNvPr id="25667" name="Text Box 23">
              <a:extLst>
                <a:ext uri="{FF2B5EF4-FFF2-40B4-BE49-F238E27FC236}">
                  <a16:creationId xmlns:a16="http://schemas.microsoft.com/office/drawing/2014/main" id="{A02FB4D8-4422-C2A8-6E1B-2361FF5B2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6634" y="20574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  <p:sp>
          <p:nvSpPr>
            <p:cNvPr id="25668" name="Text Box 23">
              <a:extLst>
                <a:ext uri="{FF2B5EF4-FFF2-40B4-BE49-F238E27FC236}">
                  <a16:creationId xmlns:a16="http://schemas.microsoft.com/office/drawing/2014/main" id="{FEBFCE5E-3001-A78D-A301-E01E65E2B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27432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  <p:grpSp>
          <p:nvGrpSpPr>
            <p:cNvPr id="25669" name="مجموعة 92">
              <a:extLst>
                <a:ext uri="{FF2B5EF4-FFF2-40B4-BE49-F238E27FC236}">
                  <a16:creationId xmlns:a16="http://schemas.microsoft.com/office/drawing/2014/main" id="{3ADB2574-C34F-9524-7C70-BE4E575160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8800" y="609600"/>
              <a:ext cx="412234" cy="278386"/>
              <a:chOff x="3854966" y="737107"/>
              <a:chExt cx="412234" cy="278386"/>
            </a:xfrm>
          </p:grpSpPr>
          <p:sp>
            <p:nvSpPr>
              <p:cNvPr id="25671" name="Text Box 24">
                <a:extLst>
                  <a:ext uri="{FF2B5EF4-FFF2-40B4-BE49-F238E27FC236}">
                    <a16:creationId xmlns:a16="http://schemas.microsoft.com/office/drawing/2014/main" id="{833ECE1F-24F9-F41A-B3DA-D207C8F8B9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4966" y="737107"/>
                <a:ext cx="228600" cy="25349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lang="en-US" altLang="en-US" sz="1400">
                    <a:latin typeface="Calibri" panose="020F0502020204030204" pitchFamily="34" charset="0"/>
                    <a:cs typeface="Arial" panose="020B0604020202020204" pitchFamily="34" charset="0"/>
                  </a:rPr>
                  <a:t>a</a:t>
                </a:r>
                <a:endParaRPr lang="en-US" altLang="en-US" sz="1400"/>
              </a:p>
            </p:txBody>
          </p:sp>
          <p:sp>
            <p:nvSpPr>
              <p:cNvPr id="25672" name="Text Box 23">
                <a:extLst>
                  <a:ext uri="{FF2B5EF4-FFF2-40B4-BE49-F238E27FC236}">
                    <a16:creationId xmlns:a16="http://schemas.microsoft.com/office/drawing/2014/main" id="{BE066940-74EB-CD47-EED4-DBCD1BB9FA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8600" y="762000"/>
                <a:ext cx="228600" cy="25349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lang="en-US" altLang="en-US" sz="1200">
                    <a:latin typeface="Calibri" panose="020F0502020204030204" pitchFamily="34" charset="0"/>
                    <a:cs typeface="Arial" panose="020B0604020202020204" pitchFamily="34" charset="0"/>
                  </a:rPr>
                  <a:t>b</a:t>
                </a:r>
                <a:endParaRPr lang="en-US" altLang="en-US" sz="1200"/>
              </a:p>
            </p:txBody>
          </p:sp>
        </p:grpSp>
        <p:sp>
          <p:nvSpPr>
            <p:cNvPr id="25670" name="Arc 2">
              <a:extLst>
                <a:ext uri="{FF2B5EF4-FFF2-40B4-BE49-F238E27FC236}">
                  <a16:creationId xmlns:a16="http://schemas.microsoft.com/office/drawing/2014/main" id="{1D5B519F-116F-7987-DB15-FBEE965F06DA}"/>
                </a:ext>
              </a:extLst>
            </p:cNvPr>
            <p:cNvSpPr>
              <a:spLocks/>
            </p:cNvSpPr>
            <p:nvPr/>
          </p:nvSpPr>
          <p:spPr bwMode="auto">
            <a:xfrm rot="7818831" flipH="1" flipV="1">
              <a:off x="1742214" y="1048863"/>
              <a:ext cx="752475" cy="321135"/>
            </a:xfrm>
            <a:custGeom>
              <a:avLst/>
              <a:gdLst>
                <a:gd name="T0" fmla="*/ 2147483647 w 21600"/>
                <a:gd name="T1" fmla="*/ 0 h 26988"/>
                <a:gd name="T2" fmla="*/ 2147483647 w 21600"/>
                <a:gd name="T3" fmla="*/ 2147483647 h 26988"/>
                <a:gd name="T4" fmla="*/ 0 w 21600"/>
                <a:gd name="T5" fmla="*/ 2147483647 h 269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6988"/>
                <a:gd name="T11" fmla="*/ 21600 w 21600"/>
                <a:gd name="T12" fmla="*/ 26988 h 269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6988" fill="none" extrusionOk="0">
                  <a:moveTo>
                    <a:pt x="16261" y="0"/>
                  </a:moveTo>
                  <a:cubicBezTo>
                    <a:pt x="19703" y="3936"/>
                    <a:pt x="21600" y="8988"/>
                    <a:pt x="21600" y="14217"/>
                  </a:cubicBezTo>
                  <a:cubicBezTo>
                    <a:pt x="21600" y="18810"/>
                    <a:pt x="20135" y="23283"/>
                    <a:pt x="17420" y="26988"/>
                  </a:cubicBezTo>
                </a:path>
                <a:path w="21600" h="26988" stroke="0" extrusionOk="0">
                  <a:moveTo>
                    <a:pt x="16261" y="0"/>
                  </a:moveTo>
                  <a:cubicBezTo>
                    <a:pt x="19703" y="3936"/>
                    <a:pt x="21600" y="8988"/>
                    <a:pt x="21600" y="14217"/>
                  </a:cubicBezTo>
                  <a:cubicBezTo>
                    <a:pt x="21600" y="18810"/>
                    <a:pt x="20135" y="23283"/>
                    <a:pt x="17420" y="26988"/>
                  </a:cubicBezTo>
                  <a:lnTo>
                    <a:pt x="0" y="14217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5606" name="مستطيل 98">
            <a:extLst>
              <a:ext uri="{FF2B5EF4-FFF2-40B4-BE49-F238E27FC236}">
                <a16:creationId xmlns:a16="http://schemas.microsoft.com/office/drawing/2014/main" id="{8BE38165-DD59-A0BB-3453-84F60A772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828801"/>
            <a:ext cx="4648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If we eliminate the states which can not be achieved, we obtain the following DFA</a:t>
            </a:r>
          </a:p>
        </p:txBody>
      </p:sp>
      <p:grpSp>
        <p:nvGrpSpPr>
          <p:cNvPr id="25607" name="مجموعة 99">
            <a:extLst>
              <a:ext uri="{FF2B5EF4-FFF2-40B4-BE49-F238E27FC236}">
                <a16:creationId xmlns:a16="http://schemas.microsoft.com/office/drawing/2014/main" id="{29894EA3-3183-813A-1FCD-D88DC0C49EB8}"/>
              </a:ext>
            </a:extLst>
          </p:cNvPr>
          <p:cNvGrpSpPr>
            <a:grpSpLocks/>
          </p:cNvGrpSpPr>
          <p:nvPr/>
        </p:nvGrpSpPr>
        <p:grpSpPr bwMode="auto">
          <a:xfrm>
            <a:off x="8344320" y="3838488"/>
            <a:ext cx="3352800" cy="2133600"/>
            <a:chOff x="2209800" y="1295400"/>
            <a:chExt cx="3581400" cy="2133600"/>
          </a:xfrm>
        </p:grpSpPr>
        <p:sp>
          <p:nvSpPr>
            <p:cNvPr id="25610" name="Oval 10">
              <a:extLst>
                <a:ext uri="{FF2B5EF4-FFF2-40B4-BE49-F238E27FC236}">
                  <a16:creationId xmlns:a16="http://schemas.microsoft.com/office/drawing/2014/main" id="{56D828A8-0B9F-F715-6268-0F25FD785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1676400"/>
              <a:ext cx="546102" cy="457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/>
                <a:t>{</a:t>
              </a:r>
              <a:r>
                <a:rPr lang="fr-FR" altLang="en-US" sz="1400"/>
                <a:t>∅</a:t>
              </a:r>
              <a:r>
                <a:rPr lang="en-US" altLang="en-US" sz="1400"/>
                <a:t>}</a:t>
              </a:r>
            </a:p>
          </p:txBody>
        </p:sp>
        <p:grpSp>
          <p:nvGrpSpPr>
            <p:cNvPr id="25611" name="مجموعة 26">
              <a:extLst>
                <a:ext uri="{FF2B5EF4-FFF2-40B4-BE49-F238E27FC236}">
                  <a16:creationId xmlns:a16="http://schemas.microsoft.com/office/drawing/2014/main" id="{65267456-1145-BB6F-7B5D-7D5271F949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2667000"/>
              <a:ext cx="762000" cy="685800"/>
              <a:chOff x="6629400" y="1600200"/>
              <a:chExt cx="762000" cy="685800"/>
            </a:xfrm>
          </p:grpSpPr>
          <p:sp>
            <p:nvSpPr>
              <p:cNvPr id="25631" name="Oval 10">
                <a:extLst>
                  <a:ext uri="{FF2B5EF4-FFF2-40B4-BE49-F238E27FC236}">
                    <a16:creationId xmlns:a16="http://schemas.microsoft.com/office/drawing/2014/main" id="{C002AF64-F4D0-F997-CD64-3ECE7E104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9400" y="1600200"/>
                <a:ext cx="762000" cy="6858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32" name="Oval 10">
                <a:extLst>
                  <a:ext uri="{FF2B5EF4-FFF2-40B4-BE49-F238E27FC236}">
                    <a16:creationId xmlns:a16="http://schemas.microsoft.com/office/drawing/2014/main" id="{10A1E379-24B1-093C-70BD-D565B89CB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05600" y="1676400"/>
                <a:ext cx="622302" cy="533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en-US" sz="1400"/>
                  <a:t>{2,3}</a:t>
                </a:r>
              </a:p>
            </p:txBody>
          </p:sp>
        </p:grpSp>
        <p:sp>
          <p:nvSpPr>
            <p:cNvPr id="25612" name="Oval 10">
              <a:extLst>
                <a:ext uri="{FF2B5EF4-FFF2-40B4-BE49-F238E27FC236}">
                  <a16:creationId xmlns:a16="http://schemas.microsoft.com/office/drawing/2014/main" id="{5BB8CC64-A28C-A336-B719-3CF2A037D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098" y="2743200"/>
              <a:ext cx="546102" cy="457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/>
                <a:t>{1, 2}</a:t>
              </a:r>
            </a:p>
          </p:txBody>
        </p:sp>
        <p:sp>
          <p:nvSpPr>
            <p:cNvPr id="25613" name="Oval 10">
              <a:extLst>
                <a:ext uri="{FF2B5EF4-FFF2-40B4-BE49-F238E27FC236}">
                  <a16:creationId xmlns:a16="http://schemas.microsoft.com/office/drawing/2014/main" id="{6D5B3FB7-74BD-95F5-070C-2CAC9C121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2819400"/>
              <a:ext cx="546102" cy="4572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/>
                <a:t>{1}</a:t>
              </a:r>
            </a:p>
          </p:txBody>
        </p:sp>
        <p:cxnSp>
          <p:nvCxnSpPr>
            <p:cNvPr id="25614" name="رابط كسهم مستقيم 104">
              <a:extLst>
                <a:ext uri="{FF2B5EF4-FFF2-40B4-BE49-F238E27FC236}">
                  <a16:creationId xmlns:a16="http://schemas.microsoft.com/office/drawing/2014/main" id="{154CEB2C-883C-4FB2-DD24-E84CBEED91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19600" y="2895600"/>
              <a:ext cx="7620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5" name="رابط كسهم مستقيم 105">
              <a:extLst>
                <a:ext uri="{FF2B5EF4-FFF2-40B4-BE49-F238E27FC236}">
                  <a16:creationId xmlns:a16="http://schemas.microsoft.com/office/drawing/2014/main" id="{DFF3638B-587E-BC9D-1CD3-663327D470D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95801" y="3124199"/>
              <a:ext cx="761999" cy="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6" name="رابط كسهم مستقيم 106">
              <a:extLst>
                <a:ext uri="{FF2B5EF4-FFF2-40B4-BE49-F238E27FC236}">
                  <a16:creationId xmlns:a16="http://schemas.microsoft.com/office/drawing/2014/main" id="{174D38DB-29FD-90BE-A392-D40F06FED8EA}"/>
                </a:ext>
              </a:extLst>
            </p:cNvPr>
            <p:cNvCxnSpPr>
              <a:cxnSpLocks noChangeShapeType="1"/>
              <a:stCxn id="25612" idx="1"/>
            </p:cNvCxnSpPr>
            <p:nvPr/>
          </p:nvCxnSpPr>
          <p:spPr bwMode="auto">
            <a:xfrm flipH="1" flipV="1">
              <a:off x="4343400" y="2133600"/>
              <a:ext cx="981673" cy="67655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7" name="رابط كسهم مستقيم 107">
              <a:extLst>
                <a:ext uri="{FF2B5EF4-FFF2-40B4-BE49-F238E27FC236}">
                  <a16:creationId xmlns:a16="http://schemas.microsoft.com/office/drawing/2014/main" id="{38A568F2-A87D-97B3-3835-07C7EA6F5A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89302" y="3048000"/>
              <a:ext cx="36829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8" name="رابط كسهم مستقيم 108">
              <a:extLst>
                <a:ext uri="{FF2B5EF4-FFF2-40B4-BE49-F238E27FC236}">
                  <a16:creationId xmlns:a16="http://schemas.microsoft.com/office/drawing/2014/main" id="{47EDAB72-E37E-2A7E-E85F-D2D85B7C7B9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200400" y="2133600"/>
              <a:ext cx="685800" cy="6858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19" name="رابط كسهم مستقيم 109">
              <a:extLst>
                <a:ext uri="{FF2B5EF4-FFF2-40B4-BE49-F238E27FC236}">
                  <a16:creationId xmlns:a16="http://schemas.microsoft.com/office/drawing/2014/main" id="{0607ABA5-EDAC-300B-6940-4A2D4F4B44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09800" y="3124200"/>
              <a:ext cx="4572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20" name="Text Box 24">
              <a:extLst>
                <a:ext uri="{FF2B5EF4-FFF2-40B4-BE49-F238E27FC236}">
                  <a16:creationId xmlns:a16="http://schemas.microsoft.com/office/drawing/2014/main" id="{4682544B-B121-43C7-7619-1962EF4FC1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22860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sp>
          <p:nvSpPr>
            <p:cNvPr id="25621" name="Text Box 24">
              <a:extLst>
                <a:ext uri="{FF2B5EF4-FFF2-40B4-BE49-F238E27FC236}">
                  <a16:creationId xmlns:a16="http://schemas.microsoft.com/office/drawing/2014/main" id="{DBC0402F-7280-D567-3DF0-8A82B80BA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22098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sp>
          <p:nvSpPr>
            <p:cNvPr id="25622" name="Text Box 24">
              <a:extLst>
                <a:ext uri="{FF2B5EF4-FFF2-40B4-BE49-F238E27FC236}">
                  <a16:creationId xmlns:a16="http://schemas.microsoft.com/office/drawing/2014/main" id="{5412385A-6FFC-D620-072A-C91DF9CD8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25908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400">
                  <a:latin typeface="Calibri" panose="020F0502020204030204" pitchFamily="34" charset="0"/>
                  <a:cs typeface="Arial" panose="020B0604020202020204" pitchFamily="34" charset="0"/>
                </a:rPr>
                <a:t>a</a:t>
              </a:r>
              <a:endParaRPr lang="en-US" altLang="en-US" sz="1400"/>
            </a:p>
          </p:txBody>
        </p:sp>
        <p:cxnSp>
          <p:nvCxnSpPr>
            <p:cNvPr id="25623" name="رابط كسهم مستقيم 113">
              <a:extLst>
                <a:ext uri="{FF2B5EF4-FFF2-40B4-BE49-F238E27FC236}">
                  <a16:creationId xmlns:a16="http://schemas.microsoft.com/office/drawing/2014/main" id="{834E7DE8-6623-A523-0C96-6738FB7123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038600" y="2209800"/>
              <a:ext cx="0" cy="3810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624" name="Text Box 23">
              <a:extLst>
                <a:ext uri="{FF2B5EF4-FFF2-40B4-BE49-F238E27FC236}">
                  <a16:creationId xmlns:a16="http://schemas.microsoft.com/office/drawing/2014/main" id="{A35264C4-C41B-3132-B3F6-2A07923C5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9834" y="23622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  <p:sp>
          <p:nvSpPr>
            <p:cNvPr id="25625" name="Text Box 23">
              <a:extLst>
                <a:ext uri="{FF2B5EF4-FFF2-40B4-BE49-F238E27FC236}">
                  <a16:creationId xmlns:a16="http://schemas.microsoft.com/office/drawing/2014/main" id="{41D28B86-1536-8ED5-EC63-01E7ED858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3175507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  <p:sp>
          <p:nvSpPr>
            <p:cNvPr id="25626" name="Text Box 23">
              <a:extLst>
                <a:ext uri="{FF2B5EF4-FFF2-40B4-BE49-F238E27FC236}">
                  <a16:creationId xmlns:a16="http://schemas.microsoft.com/office/drawing/2014/main" id="{FD7D1453-222C-9067-B75C-AEC8E9BB11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7834" y="2743200"/>
              <a:ext cx="197366" cy="2534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Aft>
                  <a:spcPts val="1000"/>
                </a:spcAft>
              </a:pPr>
              <a:r>
                <a:rPr lang="en-US" altLang="en-US" sz="1200">
                  <a:latin typeface="Calibri" panose="020F0502020204030204" pitchFamily="34" charset="0"/>
                  <a:cs typeface="Arial" panose="020B0604020202020204" pitchFamily="34" charset="0"/>
                </a:rPr>
                <a:t>b</a:t>
              </a:r>
              <a:endParaRPr lang="en-US" altLang="en-US" sz="1200"/>
            </a:p>
          </p:txBody>
        </p:sp>
        <p:grpSp>
          <p:nvGrpSpPr>
            <p:cNvPr id="25627" name="مجموعة 92">
              <a:extLst>
                <a:ext uri="{FF2B5EF4-FFF2-40B4-BE49-F238E27FC236}">
                  <a16:creationId xmlns:a16="http://schemas.microsoft.com/office/drawing/2014/main" id="{FA0959BF-FCE0-C5EF-566F-8AA58EA7F9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0" y="1295400"/>
              <a:ext cx="412234" cy="278386"/>
              <a:chOff x="3854966" y="737107"/>
              <a:chExt cx="412234" cy="278386"/>
            </a:xfrm>
          </p:grpSpPr>
          <p:sp>
            <p:nvSpPr>
              <p:cNvPr id="25629" name="Text Box 24">
                <a:extLst>
                  <a:ext uri="{FF2B5EF4-FFF2-40B4-BE49-F238E27FC236}">
                    <a16:creationId xmlns:a16="http://schemas.microsoft.com/office/drawing/2014/main" id="{F6817A7A-1E5C-3B44-E34C-1181A7C53A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4966" y="737107"/>
                <a:ext cx="228600" cy="25349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lang="en-US" altLang="en-US" sz="1400">
                    <a:latin typeface="Calibri" panose="020F0502020204030204" pitchFamily="34" charset="0"/>
                    <a:cs typeface="Arial" panose="020B0604020202020204" pitchFamily="34" charset="0"/>
                  </a:rPr>
                  <a:t>a</a:t>
                </a:r>
                <a:endParaRPr lang="en-US" altLang="en-US" sz="1400"/>
              </a:p>
            </p:txBody>
          </p:sp>
          <p:sp>
            <p:nvSpPr>
              <p:cNvPr id="25630" name="Text Box 23">
                <a:extLst>
                  <a:ext uri="{FF2B5EF4-FFF2-40B4-BE49-F238E27FC236}">
                    <a16:creationId xmlns:a16="http://schemas.microsoft.com/office/drawing/2014/main" id="{CBAFF8E6-EE31-7F90-0F2E-2A349C434A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8600" y="762000"/>
                <a:ext cx="228600" cy="25349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lang="en-US" altLang="en-US" sz="1200">
                    <a:latin typeface="Calibri" panose="020F0502020204030204" pitchFamily="34" charset="0"/>
                    <a:cs typeface="Arial" panose="020B0604020202020204" pitchFamily="34" charset="0"/>
                  </a:rPr>
                  <a:t>b</a:t>
                </a:r>
                <a:endParaRPr lang="en-US" altLang="en-US" sz="1200"/>
              </a:p>
            </p:txBody>
          </p:sp>
        </p:grpSp>
        <p:sp>
          <p:nvSpPr>
            <p:cNvPr id="25628" name="Arc 2">
              <a:extLst>
                <a:ext uri="{FF2B5EF4-FFF2-40B4-BE49-F238E27FC236}">
                  <a16:creationId xmlns:a16="http://schemas.microsoft.com/office/drawing/2014/main" id="{505C7090-3C65-27BB-EF28-3E0FC027031C}"/>
                </a:ext>
              </a:extLst>
            </p:cNvPr>
            <p:cNvSpPr>
              <a:spLocks/>
            </p:cNvSpPr>
            <p:nvPr/>
          </p:nvSpPr>
          <p:spPr bwMode="auto">
            <a:xfrm rot="7818831" flipH="1" flipV="1">
              <a:off x="3723414" y="1734663"/>
              <a:ext cx="752475" cy="321135"/>
            </a:xfrm>
            <a:custGeom>
              <a:avLst/>
              <a:gdLst>
                <a:gd name="T0" fmla="*/ 2147483647 w 21600"/>
                <a:gd name="T1" fmla="*/ 0 h 26988"/>
                <a:gd name="T2" fmla="*/ 2147483647 w 21600"/>
                <a:gd name="T3" fmla="*/ 2147483647 h 26988"/>
                <a:gd name="T4" fmla="*/ 0 w 21600"/>
                <a:gd name="T5" fmla="*/ 2147483647 h 269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6988"/>
                <a:gd name="T11" fmla="*/ 21600 w 21600"/>
                <a:gd name="T12" fmla="*/ 26988 h 269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6988" fill="none" extrusionOk="0">
                  <a:moveTo>
                    <a:pt x="16261" y="0"/>
                  </a:moveTo>
                  <a:cubicBezTo>
                    <a:pt x="19703" y="3936"/>
                    <a:pt x="21600" y="8988"/>
                    <a:pt x="21600" y="14217"/>
                  </a:cubicBezTo>
                  <a:cubicBezTo>
                    <a:pt x="21600" y="18810"/>
                    <a:pt x="20135" y="23283"/>
                    <a:pt x="17420" y="26988"/>
                  </a:cubicBezTo>
                </a:path>
                <a:path w="21600" h="26988" stroke="0" extrusionOk="0">
                  <a:moveTo>
                    <a:pt x="16261" y="0"/>
                  </a:moveTo>
                  <a:cubicBezTo>
                    <a:pt x="19703" y="3936"/>
                    <a:pt x="21600" y="8988"/>
                    <a:pt x="21600" y="14217"/>
                  </a:cubicBezTo>
                  <a:cubicBezTo>
                    <a:pt x="21600" y="18810"/>
                    <a:pt x="20135" y="23283"/>
                    <a:pt x="17420" y="26988"/>
                  </a:cubicBezTo>
                  <a:lnTo>
                    <a:pt x="0" y="14217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5608" name="مستطيل 123">
            <a:extLst>
              <a:ext uri="{FF2B5EF4-FFF2-40B4-BE49-F238E27FC236}">
                <a16:creationId xmlns:a16="http://schemas.microsoft.com/office/drawing/2014/main" id="{51949079-A61C-5706-7B33-EBD3C7D77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0155" y="4832042"/>
            <a:ext cx="38100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It is easier to see that the language the automaton accepts is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r>
              <a:rPr lang="en-US" altLang="en-US" dirty="0"/>
              <a:t>         </a:t>
            </a:r>
            <a:r>
              <a:rPr lang="en-US" altLang="en-US" sz="2400" dirty="0"/>
              <a:t>L(M)={b (a b)</a:t>
            </a:r>
            <a:r>
              <a:rPr lang="en-US" altLang="en-US" sz="2400" baseline="30000" dirty="0"/>
              <a:t>n</a:t>
            </a:r>
            <a:r>
              <a:rPr lang="en-US" altLang="en-US" sz="2400" dirty="0"/>
              <a:t> / n ∈ N }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CF982F9-6314-B8C4-246B-7E9B3530E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8451850" cy="1143000"/>
          </a:xfrm>
        </p:spPr>
        <p:txBody>
          <a:bodyPr/>
          <a:lstStyle/>
          <a:p>
            <a:r>
              <a:rPr lang="en-US" altLang="en-US"/>
              <a:t>Conclusion </a:t>
            </a:r>
          </a:p>
        </p:txBody>
      </p:sp>
      <p:sp>
        <p:nvSpPr>
          <p:cNvPr id="53249" name="Rectangle 1">
            <a:extLst>
              <a:ext uri="{FF2B5EF4-FFF2-40B4-BE49-F238E27FC236}">
                <a16:creationId xmlns:a16="http://schemas.microsoft.com/office/drawing/2014/main" id="{C754E617-3B38-A73A-8993-078242FE6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317" y="2038664"/>
            <a:ext cx="10330166" cy="2600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2800" dirty="0"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</a:rPr>
              <a:t> Finite automaton can recognize in a program key words, identifiers and numbers, but not arithmetic expressions parentheses and Begin-End blocks. In the next chapters we will define more powerful machines to recognize a wider range of languages.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أثر رجعي">
  <a:themeElements>
    <a:clrScheme name="أزرق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أثر رجعي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أثر رجعي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13952</TotalTime>
  <Words>2450</Words>
  <Application>Microsoft Office PowerPoint</Application>
  <PresentationFormat>شاشة عريضة</PresentationFormat>
  <Paragraphs>443</Paragraphs>
  <Slides>99</Slides>
  <Notes>0</Notes>
  <HiddenSlides>0</HiddenSlides>
  <MMClips>0</MMClips>
  <ScaleCrop>false</ScaleCrop>
  <HeadingPairs>
    <vt:vector size="8" baseType="variant">
      <vt:variant>
        <vt:lpstr>الخطوط المستخدمة</vt:lpstr>
      </vt:variant>
      <vt:variant>
        <vt:i4>8</vt:i4>
      </vt:variant>
      <vt:variant>
        <vt:lpstr>نسق</vt:lpstr>
      </vt:variant>
      <vt:variant>
        <vt:i4>1</vt:i4>
      </vt:variant>
      <vt:variant>
        <vt:lpstr>خوادم OLE مضمنة</vt:lpstr>
      </vt:variant>
      <vt:variant>
        <vt:i4>2</vt:i4>
      </vt:variant>
      <vt:variant>
        <vt:lpstr>عناوين الشرائح</vt:lpstr>
      </vt:variant>
      <vt:variant>
        <vt:i4>99</vt:i4>
      </vt:variant>
    </vt:vector>
  </HeadingPairs>
  <TitlesOfParts>
    <vt:vector size="110" baseType="lpstr">
      <vt:lpstr>Arial</vt:lpstr>
      <vt:lpstr>Calibri</vt:lpstr>
      <vt:lpstr>Calibri Light</vt:lpstr>
      <vt:lpstr>Monotype Sorts</vt:lpstr>
      <vt:lpstr>New Century Schoolbook (PCL6)</vt:lpstr>
      <vt:lpstr>Symbol</vt:lpstr>
      <vt:lpstr>Times New Roman</vt:lpstr>
      <vt:lpstr>Wingdings</vt:lpstr>
      <vt:lpstr>أثر رجعي</vt:lpstr>
      <vt:lpstr>Equation</vt:lpstr>
      <vt:lpstr>Microsoft Equation 3.0</vt:lpstr>
      <vt:lpstr>Non-Deterministic Finite Automata (NFA)</vt:lpstr>
      <vt:lpstr>What is an NFA?</vt:lpstr>
      <vt:lpstr>How does a NFA work?</vt:lpstr>
      <vt:lpstr>Why do we use NFA?</vt:lpstr>
      <vt:lpstr>Nondeterministic finite accepters</vt:lpstr>
      <vt:lpstr>Deterministic finite accepters</vt:lpstr>
      <vt:lpstr>L = {ambn : m, n  0}</vt:lpstr>
      <vt:lpstr>L = {ambn : m, n  0}</vt:lpstr>
      <vt:lpstr>L = {ambn : m, n  0}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مثال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Example :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Lambda Transitions الانتقال بالكلمة الفارغة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Another NFA Example</vt:lpstr>
      <vt:lpstr>عرض تقديمي في PowerPoint</vt:lpstr>
      <vt:lpstr>عرض تقديمي في PowerPoint</vt:lpstr>
      <vt:lpstr>عرض تقديمي في PowerPoint</vt:lpstr>
      <vt:lpstr>التعريف الشكلي (الرياضي) لآلة الحالة المنتهية الغير محدودة (NFA)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Extended Transition Function </vt:lpstr>
      <vt:lpstr>عرض تقديمي في PowerPoint</vt:lpstr>
      <vt:lpstr>عرض تقديمي في PowerPoint</vt:lpstr>
      <vt:lpstr>The Language of an NFA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نقول أن الآلة تقبل المتسلسلة إذا أدت قراءة المتسلسلة إلى مجموعة حالات بينها واحدة على الأقل تنتمي إلى F (مجموعة حالات القبول).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NDFA</vt:lpstr>
      <vt:lpstr>NDFA</vt:lpstr>
      <vt:lpstr>NDFA</vt:lpstr>
      <vt:lpstr>NDFA</vt:lpstr>
      <vt:lpstr>NDFA = DFA</vt:lpstr>
      <vt:lpstr>NDFA  DFA</vt:lpstr>
      <vt:lpstr>NDFA  DFA</vt:lpstr>
      <vt:lpstr>NDFA  DFA</vt:lpstr>
      <vt:lpstr>NDFA  DFA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Qursan</dc:creator>
  <cp:lastModifiedBy>Qursan</cp:lastModifiedBy>
  <cp:revision>330</cp:revision>
  <dcterms:created xsi:type="dcterms:W3CDTF">2025-11-01T19:28:28Z</dcterms:created>
  <dcterms:modified xsi:type="dcterms:W3CDTF">2026-08-25T13:43:49Z</dcterms:modified>
</cp:coreProperties>
</file>