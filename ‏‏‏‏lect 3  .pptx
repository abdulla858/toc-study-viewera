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446" r:id="rId4"/>
    <p:sldId id="430" r:id="rId5"/>
    <p:sldId id="438" r:id="rId6"/>
    <p:sldId id="432" r:id="rId7"/>
    <p:sldId id="440" r:id="rId8"/>
    <p:sldId id="338" r:id="rId9"/>
    <p:sldId id="441" r:id="rId10"/>
    <p:sldId id="442" r:id="rId11"/>
    <p:sldId id="443" r:id="rId12"/>
    <p:sldId id="444" r:id="rId13"/>
    <p:sldId id="445" r:id="rId14"/>
    <p:sldId id="280" r:id="rId15"/>
    <p:sldId id="281" r:id="rId16"/>
    <p:sldId id="283" r:id="rId17"/>
    <p:sldId id="285" r:id="rId18"/>
    <p:sldId id="318" r:id="rId19"/>
    <p:sldId id="286" r:id="rId20"/>
    <p:sldId id="287" r:id="rId21"/>
    <p:sldId id="288" r:id="rId22"/>
    <p:sldId id="289" r:id="rId23"/>
    <p:sldId id="319" r:id="rId24"/>
    <p:sldId id="314" r:id="rId25"/>
    <p:sldId id="315" r:id="rId26"/>
    <p:sldId id="316" r:id="rId27"/>
    <p:sldId id="317" r:id="rId28"/>
    <p:sldId id="320" r:id="rId29"/>
    <p:sldId id="321" r:id="rId30"/>
    <p:sldId id="322" r:id="rId31"/>
    <p:sldId id="323" r:id="rId32"/>
    <p:sldId id="324" r:id="rId33"/>
    <p:sldId id="325" r:id="rId34"/>
    <p:sldId id="292" r:id="rId35"/>
    <p:sldId id="293" r:id="rId36"/>
    <p:sldId id="294" r:id="rId37"/>
    <p:sldId id="295" r:id="rId38"/>
    <p:sldId id="327" r:id="rId39"/>
    <p:sldId id="328" r:id="rId40"/>
    <p:sldId id="329" r:id="rId41"/>
    <p:sldId id="296" r:id="rId42"/>
    <p:sldId id="42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1418" autoAdjust="0"/>
  </p:normalViewPr>
  <p:slideViewPr>
    <p:cSldViewPr snapToGrid="0">
      <p:cViewPr varScale="1">
        <p:scale>
          <a:sx n="76" d="100"/>
          <a:sy n="76" d="100"/>
        </p:scale>
        <p:origin x="84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20.wmf"/><Relationship Id="rId7" Type="http://schemas.openxmlformats.org/officeDocument/2006/relationships/image" Target="../media/image16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9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9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21.wmf"/><Relationship Id="rId6" Type="http://schemas.openxmlformats.org/officeDocument/2006/relationships/image" Target="../media/image16.wmf"/><Relationship Id="rId11" Type="http://schemas.openxmlformats.org/officeDocument/2006/relationships/image" Target="../media/image22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23.wmf"/><Relationship Id="rId6" Type="http://schemas.openxmlformats.org/officeDocument/2006/relationships/image" Target="../media/image17.wmf"/><Relationship Id="rId11" Type="http://schemas.openxmlformats.org/officeDocument/2006/relationships/image" Target="../media/image12.wmf"/><Relationship Id="rId5" Type="http://schemas.openxmlformats.org/officeDocument/2006/relationships/image" Target="../media/image16.wmf"/><Relationship Id="rId10" Type="http://schemas.openxmlformats.org/officeDocument/2006/relationships/image" Target="../media/image20.wmf"/><Relationship Id="rId4" Type="http://schemas.openxmlformats.org/officeDocument/2006/relationships/image" Target="../media/image15.wmf"/><Relationship Id="rId9" Type="http://schemas.openxmlformats.org/officeDocument/2006/relationships/image" Target="../media/image2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3.wmf"/><Relationship Id="rId7" Type="http://schemas.openxmlformats.org/officeDocument/2006/relationships/image" Target="../media/image18.wmf"/><Relationship Id="rId2" Type="http://schemas.openxmlformats.org/officeDocument/2006/relationships/image" Target="../media/image12.wmf"/><Relationship Id="rId1" Type="http://schemas.openxmlformats.org/officeDocument/2006/relationships/image" Target="../media/image25.wmf"/><Relationship Id="rId6" Type="http://schemas.openxmlformats.org/officeDocument/2006/relationships/image" Target="../media/image17.wmf"/><Relationship Id="rId11" Type="http://schemas.openxmlformats.org/officeDocument/2006/relationships/image" Target="../media/image16.wmf"/><Relationship Id="rId5" Type="http://schemas.openxmlformats.org/officeDocument/2006/relationships/image" Target="../media/image15.wmf"/><Relationship Id="rId10" Type="http://schemas.openxmlformats.org/officeDocument/2006/relationships/image" Target="../media/image26.wmf"/><Relationship Id="rId4" Type="http://schemas.openxmlformats.org/officeDocument/2006/relationships/image" Target="../media/image14.wmf"/><Relationship Id="rId9" Type="http://schemas.openxmlformats.org/officeDocument/2006/relationships/image" Target="../media/image2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27.wmf"/><Relationship Id="rId6" Type="http://schemas.openxmlformats.org/officeDocument/2006/relationships/image" Target="../media/image16.wmf"/><Relationship Id="rId11" Type="http://schemas.openxmlformats.org/officeDocument/2006/relationships/image" Target="../media/image28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2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10" Type="http://schemas.openxmlformats.org/officeDocument/2006/relationships/image" Target="../media/image13.wmf"/><Relationship Id="rId4" Type="http://schemas.openxmlformats.org/officeDocument/2006/relationships/image" Target="../media/image16.wmf"/><Relationship Id="rId9" Type="http://schemas.openxmlformats.org/officeDocument/2006/relationships/image" Target="../media/image1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30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10" Type="http://schemas.openxmlformats.org/officeDocument/2006/relationships/image" Target="../media/image12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10" Type="http://schemas.openxmlformats.org/officeDocument/2006/relationships/image" Target="../media/image3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12" Type="http://schemas.openxmlformats.org/officeDocument/2006/relationships/image" Target="../media/image33.wmf"/><Relationship Id="rId2" Type="http://schemas.openxmlformats.org/officeDocument/2006/relationships/image" Target="../media/image12.wmf"/><Relationship Id="rId1" Type="http://schemas.openxmlformats.org/officeDocument/2006/relationships/image" Target="../media/image27.wmf"/><Relationship Id="rId6" Type="http://schemas.openxmlformats.org/officeDocument/2006/relationships/image" Target="../media/image16.wmf"/><Relationship Id="rId11" Type="http://schemas.openxmlformats.org/officeDocument/2006/relationships/image" Target="../media/image32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FC571F9-F8FD-417F-A9F3-A00B709E23E6}" type="datetimeFigureOut">
              <a:rPr lang="ar-SA" smtClean="0"/>
              <a:t>07/02/48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حرر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943545C-7784-4C51-82AE-F075CA67E9AB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235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43545C-7784-4C51-82AE-F075CA67E9AB}" type="slidenum">
              <a:rPr lang="ar-SA" smtClean="0"/>
              <a:t>13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35461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3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4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638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8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5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5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J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03200" y="838200"/>
            <a:ext cx="5791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38200"/>
            <a:ext cx="57912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A563B6-1C4F-498E-83D9-E2FCBF1E7EFE}" type="slidenum">
              <a:rPr lang="ar-SA" altLang="ar-SA"/>
              <a:pPr/>
              <a:t>‹#›</a:t>
            </a:fld>
            <a:endParaRPr lang="en-US" altLang="ar-SA"/>
          </a:p>
        </p:txBody>
      </p:sp>
    </p:spTree>
    <p:extLst>
      <p:ext uri="{BB962C8B-B14F-4D97-AF65-F5344CB8AC3E}">
        <p14:creationId xmlns:p14="http://schemas.microsoft.com/office/powerpoint/2010/main" val="357314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D5BD1E-1131-49F5-94FE-55EDE838440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9FF686-B2D9-4409-B094-E2BE2EC8E47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29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9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4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3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12.bin"/><Relationship Id="rId27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.bin"/><Relationship Id="rId18" Type="http://schemas.openxmlformats.org/officeDocument/2006/relationships/image" Target="../media/image16.wmf"/><Relationship Id="rId26" Type="http://schemas.openxmlformats.org/officeDocument/2006/relationships/oleObject" Target="../embeddings/oleObject32.bin"/><Relationship Id="rId39" Type="http://schemas.openxmlformats.org/officeDocument/2006/relationships/oleObject" Target="../embeddings/oleObject44.bin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8.bin"/><Relationship Id="rId34" Type="http://schemas.openxmlformats.org/officeDocument/2006/relationships/oleObject" Target="../embeddings/oleObject39.bin"/><Relationship Id="rId42" Type="http://schemas.openxmlformats.org/officeDocument/2006/relationships/oleObject" Target="../embeddings/oleObject47.bin"/><Relationship Id="rId47" Type="http://schemas.openxmlformats.org/officeDocument/2006/relationships/oleObject" Target="../embeddings/oleObject52.bin"/><Relationship Id="rId50" Type="http://schemas.openxmlformats.org/officeDocument/2006/relationships/oleObject" Target="../embeddings/oleObject55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25.bin"/><Relationship Id="rId25" Type="http://schemas.openxmlformats.org/officeDocument/2006/relationships/oleObject" Target="../embeddings/oleObject31.bin"/><Relationship Id="rId33" Type="http://schemas.openxmlformats.org/officeDocument/2006/relationships/oleObject" Target="../embeddings/oleObject38.bin"/><Relationship Id="rId38" Type="http://schemas.openxmlformats.org/officeDocument/2006/relationships/oleObject" Target="../embeddings/oleObject43.bin"/><Relationship Id="rId46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oleObject" Target="../embeddings/oleObject27.bin"/><Relationship Id="rId29" Type="http://schemas.openxmlformats.org/officeDocument/2006/relationships/oleObject" Target="../embeddings/oleObject35.bin"/><Relationship Id="rId41" Type="http://schemas.openxmlformats.org/officeDocument/2006/relationships/oleObject" Target="../embeddings/oleObject46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19.wmf"/><Relationship Id="rId32" Type="http://schemas.openxmlformats.org/officeDocument/2006/relationships/oleObject" Target="../embeddings/oleObject37.bin"/><Relationship Id="rId37" Type="http://schemas.openxmlformats.org/officeDocument/2006/relationships/oleObject" Target="../embeddings/oleObject42.bin"/><Relationship Id="rId40" Type="http://schemas.openxmlformats.org/officeDocument/2006/relationships/oleObject" Target="../embeddings/oleObject45.bin"/><Relationship Id="rId45" Type="http://schemas.openxmlformats.org/officeDocument/2006/relationships/oleObject" Target="../embeddings/oleObject50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30.bin"/><Relationship Id="rId28" Type="http://schemas.openxmlformats.org/officeDocument/2006/relationships/oleObject" Target="../embeddings/oleObject34.bin"/><Relationship Id="rId36" Type="http://schemas.openxmlformats.org/officeDocument/2006/relationships/oleObject" Target="../embeddings/oleObject41.bin"/><Relationship Id="rId49" Type="http://schemas.openxmlformats.org/officeDocument/2006/relationships/oleObject" Target="../embeddings/oleObject54.bin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6.bin"/><Relationship Id="rId31" Type="http://schemas.openxmlformats.org/officeDocument/2006/relationships/image" Target="../media/image12.wmf"/><Relationship Id="rId44" Type="http://schemas.openxmlformats.org/officeDocument/2006/relationships/oleObject" Target="../embeddings/oleObject49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14.wmf"/><Relationship Id="rId22" Type="http://schemas.openxmlformats.org/officeDocument/2006/relationships/oleObject" Target="../embeddings/oleObject29.bin"/><Relationship Id="rId27" Type="http://schemas.openxmlformats.org/officeDocument/2006/relationships/oleObject" Target="../embeddings/oleObject33.bin"/><Relationship Id="rId30" Type="http://schemas.openxmlformats.org/officeDocument/2006/relationships/oleObject" Target="../embeddings/oleObject36.bin"/><Relationship Id="rId35" Type="http://schemas.openxmlformats.org/officeDocument/2006/relationships/oleObject" Target="../embeddings/oleObject40.bin"/><Relationship Id="rId43" Type="http://schemas.openxmlformats.org/officeDocument/2006/relationships/oleObject" Target="../embeddings/oleObject48.bin"/><Relationship Id="rId48" Type="http://schemas.openxmlformats.org/officeDocument/2006/relationships/oleObject" Target="../embeddings/oleObject53.bin"/><Relationship Id="rId8" Type="http://schemas.openxmlformats.org/officeDocument/2006/relationships/oleObject" Target="../embeddings/oleObject20.bin"/><Relationship Id="rId51" Type="http://schemas.openxmlformats.org/officeDocument/2006/relationships/oleObject" Target="../embeddings/oleObject56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3.bin"/><Relationship Id="rId18" Type="http://schemas.openxmlformats.org/officeDocument/2006/relationships/image" Target="../media/image16.wmf"/><Relationship Id="rId26" Type="http://schemas.openxmlformats.org/officeDocument/2006/relationships/oleObject" Target="../embeddings/oleObject72.bin"/><Relationship Id="rId39" Type="http://schemas.openxmlformats.org/officeDocument/2006/relationships/oleObject" Target="../embeddings/oleObject84.bin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8.bin"/><Relationship Id="rId34" Type="http://schemas.openxmlformats.org/officeDocument/2006/relationships/oleObject" Target="../embeddings/oleObject79.bin"/><Relationship Id="rId42" Type="http://schemas.openxmlformats.org/officeDocument/2006/relationships/oleObject" Target="../embeddings/oleObject87.bin"/><Relationship Id="rId47" Type="http://schemas.openxmlformats.org/officeDocument/2006/relationships/oleObject" Target="../embeddings/oleObject92.bin"/><Relationship Id="rId50" Type="http://schemas.openxmlformats.org/officeDocument/2006/relationships/oleObject" Target="../embeddings/oleObject95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65.bin"/><Relationship Id="rId25" Type="http://schemas.openxmlformats.org/officeDocument/2006/relationships/oleObject" Target="../embeddings/oleObject71.bin"/><Relationship Id="rId33" Type="http://schemas.openxmlformats.org/officeDocument/2006/relationships/oleObject" Target="../embeddings/oleObject78.bin"/><Relationship Id="rId38" Type="http://schemas.openxmlformats.org/officeDocument/2006/relationships/oleObject" Target="../embeddings/oleObject83.bin"/><Relationship Id="rId46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oleObject" Target="../embeddings/oleObject67.bin"/><Relationship Id="rId29" Type="http://schemas.openxmlformats.org/officeDocument/2006/relationships/oleObject" Target="../embeddings/oleObject75.bin"/><Relationship Id="rId41" Type="http://schemas.openxmlformats.org/officeDocument/2006/relationships/oleObject" Target="../embeddings/oleObject86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62.bin"/><Relationship Id="rId24" Type="http://schemas.openxmlformats.org/officeDocument/2006/relationships/image" Target="../media/image19.wmf"/><Relationship Id="rId32" Type="http://schemas.openxmlformats.org/officeDocument/2006/relationships/oleObject" Target="../embeddings/oleObject77.bin"/><Relationship Id="rId37" Type="http://schemas.openxmlformats.org/officeDocument/2006/relationships/oleObject" Target="../embeddings/oleObject82.bin"/><Relationship Id="rId40" Type="http://schemas.openxmlformats.org/officeDocument/2006/relationships/oleObject" Target="../embeddings/oleObject85.bin"/><Relationship Id="rId45" Type="http://schemas.openxmlformats.org/officeDocument/2006/relationships/oleObject" Target="../embeddings/oleObject90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70.bin"/><Relationship Id="rId28" Type="http://schemas.openxmlformats.org/officeDocument/2006/relationships/oleObject" Target="../embeddings/oleObject74.bin"/><Relationship Id="rId36" Type="http://schemas.openxmlformats.org/officeDocument/2006/relationships/oleObject" Target="../embeddings/oleObject81.bin"/><Relationship Id="rId49" Type="http://schemas.openxmlformats.org/officeDocument/2006/relationships/oleObject" Target="../embeddings/oleObject94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66.bin"/><Relationship Id="rId31" Type="http://schemas.openxmlformats.org/officeDocument/2006/relationships/oleObject" Target="../embeddings/oleObject76.bin"/><Relationship Id="rId44" Type="http://schemas.openxmlformats.org/officeDocument/2006/relationships/oleObject" Target="../embeddings/oleObject89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14.wmf"/><Relationship Id="rId22" Type="http://schemas.openxmlformats.org/officeDocument/2006/relationships/oleObject" Target="../embeddings/oleObject69.bin"/><Relationship Id="rId27" Type="http://schemas.openxmlformats.org/officeDocument/2006/relationships/oleObject" Target="../embeddings/oleObject73.bin"/><Relationship Id="rId30" Type="http://schemas.openxmlformats.org/officeDocument/2006/relationships/image" Target="../media/image20.wmf"/><Relationship Id="rId35" Type="http://schemas.openxmlformats.org/officeDocument/2006/relationships/oleObject" Target="../embeddings/oleObject80.bin"/><Relationship Id="rId43" Type="http://schemas.openxmlformats.org/officeDocument/2006/relationships/oleObject" Target="../embeddings/oleObject88.bin"/><Relationship Id="rId48" Type="http://schemas.openxmlformats.org/officeDocument/2006/relationships/oleObject" Target="../embeddings/oleObject93.bin"/><Relationship Id="rId8" Type="http://schemas.openxmlformats.org/officeDocument/2006/relationships/oleObject" Target="../embeddings/oleObject60.bin"/><Relationship Id="rId51" Type="http://schemas.openxmlformats.org/officeDocument/2006/relationships/oleObject" Target="../embeddings/oleObject96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oleObject" Target="../embeddings/oleObject103.bin"/><Relationship Id="rId18" Type="http://schemas.openxmlformats.org/officeDocument/2006/relationships/image" Target="../media/image16.wmf"/><Relationship Id="rId26" Type="http://schemas.openxmlformats.org/officeDocument/2006/relationships/oleObject" Target="../embeddings/oleObject112.bin"/><Relationship Id="rId3" Type="http://schemas.openxmlformats.org/officeDocument/2006/relationships/oleObject" Target="../embeddings/oleObject97.bin"/><Relationship Id="rId21" Type="http://schemas.openxmlformats.org/officeDocument/2006/relationships/oleObject" Target="../embeddings/oleObject108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05.bin"/><Relationship Id="rId25" Type="http://schemas.openxmlformats.org/officeDocument/2006/relationships/oleObject" Target="../embeddings/oleObject11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oleObject" Target="../embeddings/oleObject107.bin"/><Relationship Id="rId29" Type="http://schemas.openxmlformats.org/officeDocument/2006/relationships/oleObject" Target="../embeddings/oleObject11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02.bin"/><Relationship Id="rId24" Type="http://schemas.openxmlformats.org/officeDocument/2006/relationships/image" Target="../media/image19.wmf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4.bin"/><Relationship Id="rId23" Type="http://schemas.openxmlformats.org/officeDocument/2006/relationships/oleObject" Target="../embeddings/oleObject110.bin"/><Relationship Id="rId28" Type="http://schemas.openxmlformats.org/officeDocument/2006/relationships/oleObject" Target="../embeddings/oleObject114.bin"/><Relationship Id="rId10" Type="http://schemas.openxmlformats.org/officeDocument/2006/relationships/image" Target="../media/image12.wmf"/><Relationship Id="rId19" Type="http://schemas.openxmlformats.org/officeDocument/2006/relationships/oleObject" Target="../embeddings/oleObject106.bin"/><Relationship Id="rId31" Type="http://schemas.openxmlformats.org/officeDocument/2006/relationships/oleObject" Target="../embeddings/oleObject116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14.wmf"/><Relationship Id="rId22" Type="http://schemas.openxmlformats.org/officeDocument/2006/relationships/oleObject" Target="../embeddings/oleObject109.bin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22.bin"/><Relationship Id="rId18" Type="http://schemas.openxmlformats.org/officeDocument/2006/relationships/oleObject" Target="../embeddings/oleObject125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117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24.bin"/><Relationship Id="rId25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134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21.bin"/><Relationship Id="rId24" Type="http://schemas.openxmlformats.org/officeDocument/2006/relationships/oleObject" Target="../embeddings/oleObject130.bin"/><Relationship Id="rId5" Type="http://schemas.openxmlformats.org/officeDocument/2006/relationships/oleObject" Target="../embeddings/oleObject118.bin"/><Relationship Id="rId15" Type="http://schemas.openxmlformats.org/officeDocument/2006/relationships/oleObject" Target="../embeddings/oleObject123.bin"/><Relationship Id="rId23" Type="http://schemas.openxmlformats.org/officeDocument/2006/relationships/oleObject" Target="../embeddings/oleObject129.bin"/><Relationship Id="rId28" Type="http://schemas.openxmlformats.org/officeDocument/2006/relationships/oleObject" Target="../embeddings/oleObject133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26.bin"/><Relationship Id="rId31" Type="http://schemas.openxmlformats.org/officeDocument/2006/relationships/oleObject" Target="../embeddings/oleObject136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0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128.bin"/><Relationship Id="rId27" Type="http://schemas.openxmlformats.org/officeDocument/2006/relationships/oleObject" Target="../embeddings/oleObject132.bin"/><Relationship Id="rId30" Type="http://schemas.openxmlformats.org/officeDocument/2006/relationships/oleObject" Target="../embeddings/oleObject13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42.bin"/><Relationship Id="rId18" Type="http://schemas.openxmlformats.org/officeDocument/2006/relationships/image" Target="../media/image19.wmf"/><Relationship Id="rId26" Type="http://schemas.openxmlformats.org/officeDocument/2006/relationships/oleObject" Target="../embeddings/oleObject152.bin"/><Relationship Id="rId3" Type="http://schemas.openxmlformats.org/officeDocument/2006/relationships/oleObject" Target="../embeddings/oleObject137.bin"/><Relationship Id="rId21" Type="http://schemas.openxmlformats.org/officeDocument/2006/relationships/oleObject" Target="../embeddings/oleObject148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145.bin"/><Relationship Id="rId25" Type="http://schemas.openxmlformats.org/officeDocument/2006/relationships/oleObject" Target="../embeddings/oleObject15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4.bin"/><Relationship Id="rId20" Type="http://schemas.openxmlformats.org/officeDocument/2006/relationships/oleObject" Target="../embeddings/oleObject147.bin"/><Relationship Id="rId29" Type="http://schemas.openxmlformats.org/officeDocument/2006/relationships/oleObject" Target="../embeddings/oleObject155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41.bin"/><Relationship Id="rId24" Type="http://schemas.openxmlformats.org/officeDocument/2006/relationships/image" Target="../media/image20.wmf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23" Type="http://schemas.openxmlformats.org/officeDocument/2006/relationships/oleObject" Target="../embeddings/oleObject150.bin"/><Relationship Id="rId28" Type="http://schemas.openxmlformats.org/officeDocument/2006/relationships/oleObject" Target="../embeddings/oleObject154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146.bin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8.wmf"/><Relationship Id="rId22" Type="http://schemas.openxmlformats.org/officeDocument/2006/relationships/oleObject" Target="../embeddings/oleObject149.bin"/><Relationship Id="rId27" Type="http://schemas.openxmlformats.org/officeDocument/2006/relationships/oleObject" Target="../embeddings/oleObject153.bin"/><Relationship Id="rId30" Type="http://schemas.openxmlformats.org/officeDocument/2006/relationships/image" Target="../media/image1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1.bin"/><Relationship Id="rId18" Type="http://schemas.openxmlformats.org/officeDocument/2006/relationships/oleObject" Target="../embeddings/oleObject164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156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63.bin"/><Relationship Id="rId25" Type="http://schemas.openxmlformats.org/officeDocument/2006/relationships/oleObject" Target="../embeddings/oleObject17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173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60.bin"/><Relationship Id="rId24" Type="http://schemas.openxmlformats.org/officeDocument/2006/relationships/oleObject" Target="../embeddings/oleObject169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2.bin"/><Relationship Id="rId23" Type="http://schemas.openxmlformats.org/officeDocument/2006/relationships/oleObject" Target="../embeddings/oleObject168.bin"/><Relationship Id="rId28" Type="http://schemas.openxmlformats.org/officeDocument/2006/relationships/oleObject" Target="../embeddings/oleObject172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167.bin"/><Relationship Id="rId27" Type="http://schemas.openxmlformats.org/officeDocument/2006/relationships/oleObject" Target="../embeddings/oleObject171.bin"/><Relationship Id="rId30" Type="http://schemas.openxmlformats.org/officeDocument/2006/relationships/oleObject" Target="../embeddings/oleObject174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80.bin"/><Relationship Id="rId18" Type="http://schemas.openxmlformats.org/officeDocument/2006/relationships/oleObject" Target="../embeddings/oleObject183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175.bin"/><Relationship Id="rId21" Type="http://schemas.openxmlformats.org/officeDocument/2006/relationships/oleObject" Target="../embeddings/oleObject185.bin"/><Relationship Id="rId7" Type="http://schemas.openxmlformats.org/officeDocument/2006/relationships/oleObject" Target="../embeddings/oleObject177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82.bin"/><Relationship Id="rId25" Type="http://schemas.openxmlformats.org/officeDocument/2006/relationships/oleObject" Target="../embeddings/oleObject18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172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79.bin"/><Relationship Id="rId24" Type="http://schemas.openxmlformats.org/officeDocument/2006/relationships/oleObject" Target="../embeddings/oleObject188.bin"/><Relationship Id="rId5" Type="http://schemas.openxmlformats.org/officeDocument/2006/relationships/oleObject" Target="../embeddings/oleObject176.bin"/><Relationship Id="rId15" Type="http://schemas.openxmlformats.org/officeDocument/2006/relationships/oleObject" Target="../embeddings/oleObject181.bin"/><Relationship Id="rId23" Type="http://schemas.openxmlformats.org/officeDocument/2006/relationships/oleObject" Target="../embeddings/oleObject187.bin"/><Relationship Id="rId28" Type="http://schemas.openxmlformats.org/officeDocument/2006/relationships/oleObject" Target="../embeddings/oleObject171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84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78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186.bin"/><Relationship Id="rId27" Type="http://schemas.openxmlformats.org/officeDocument/2006/relationships/oleObject" Target="../embeddings/oleObject190.bin"/><Relationship Id="rId30" Type="http://schemas.openxmlformats.org/officeDocument/2006/relationships/oleObject" Target="../embeddings/oleObject17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96.bin"/><Relationship Id="rId18" Type="http://schemas.openxmlformats.org/officeDocument/2006/relationships/oleObject" Target="../embeddings/oleObject199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191.bin"/><Relationship Id="rId21" Type="http://schemas.openxmlformats.org/officeDocument/2006/relationships/oleObject" Target="../embeddings/oleObject201.bin"/><Relationship Id="rId7" Type="http://schemas.openxmlformats.org/officeDocument/2006/relationships/oleObject" Target="../embeddings/oleObject19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98.bin"/><Relationship Id="rId25" Type="http://schemas.openxmlformats.org/officeDocument/2006/relationships/oleObject" Target="../embeddings/oleObject20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172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95.bin"/><Relationship Id="rId24" Type="http://schemas.openxmlformats.org/officeDocument/2006/relationships/oleObject" Target="../embeddings/oleObject204.bin"/><Relationship Id="rId5" Type="http://schemas.openxmlformats.org/officeDocument/2006/relationships/oleObject" Target="../embeddings/oleObject192.bin"/><Relationship Id="rId15" Type="http://schemas.openxmlformats.org/officeDocument/2006/relationships/oleObject" Target="../embeddings/oleObject197.bin"/><Relationship Id="rId23" Type="http://schemas.openxmlformats.org/officeDocument/2006/relationships/oleObject" Target="../embeddings/oleObject203.bin"/><Relationship Id="rId28" Type="http://schemas.openxmlformats.org/officeDocument/2006/relationships/oleObject" Target="../embeddings/oleObject171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200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94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202.bin"/><Relationship Id="rId27" Type="http://schemas.openxmlformats.org/officeDocument/2006/relationships/oleObject" Target="../embeddings/oleObject206.bin"/><Relationship Id="rId30" Type="http://schemas.openxmlformats.org/officeDocument/2006/relationships/oleObject" Target="../embeddings/oleObject17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212.bin"/><Relationship Id="rId18" Type="http://schemas.openxmlformats.org/officeDocument/2006/relationships/oleObject" Target="../embeddings/oleObject215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207.bin"/><Relationship Id="rId21" Type="http://schemas.openxmlformats.org/officeDocument/2006/relationships/oleObject" Target="../embeddings/oleObject21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2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224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211.bin"/><Relationship Id="rId24" Type="http://schemas.openxmlformats.org/officeDocument/2006/relationships/oleObject" Target="../embeddings/oleObject220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9.bin"/><Relationship Id="rId28" Type="http://schemas.openxmlformats.org/officeDocument/2006/relationships/oleObject" Target="../embeddings/oleObject223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216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218.bin"/><Relationship Id="rId27" Type="http://schemas.openxmlformats.org/officeDocument/2006/relationships/oleObject" Target="../embeddings/oleObject222.bin"/><Relationship Id="rId30" Type="http://schemas.openxmlformats.org/officeDocument/2006/relationships/oleObject" Target="../embeddings/oleObject22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235.bin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12" Type="http://schemas.openxmlformats.org/officeDocument/2006/relationships/oleObject" Target="../embeddings/oleObject231.bin"/><Relationship Id="rId17" Type="http://schemas.openxmlformats.org/officeDocument/2006/relationships/oleObject" Target="../embeddings/oleObject234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33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2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3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29.bin"/><Relationship Id="rId14" Type="http://schemas.openxmlformats.org/officeDocument/2006/relationships/oleObject" Target="../embeddings/oleObject23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245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38.bin"/><Relationship Id="rId12" Type="http://schemas.openxmlformats.org/officeDocument/2006/relationships/oleObject" Target="../embeddings/oleObject241.bin"/><Relationship Id="rId17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43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3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4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39.bin"/><Relationship Id="rId14" Type="http://schemas.openxmlformats.org/officeDocument/2006/relationships/oleObject" Target="../embeddings/oleObject24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255.bin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12" Type="http://schemas.openxmlformats.org/officeDocument/2006/relationships/oleObject" Target="../embeddings/oleObject251.bin"/><Relationship Id="rId17" Type="http://schemas.openxmlformats.org/officeDocument/2006/relationships/oleObject" Target="../embeddings/oleObject25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3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4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5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49.bin"/><Relationship Id="rId14" Type="http://schemas.openxmlformats.org/officeDocument/2006/relationships/oleObject" Target="../embeddings/oleObject25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265.bin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12" Type="http://schemas.openxmlformats.org/officeDocument/2006/relationships/oleObject" Target="../embeddings/oleObject261.bin"/><Relationship Id="rId17" Type="http://schemas.openxmlformats.org/officeDocument/2006/relationships/oleObject" Target="../embeddings/oleObject26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6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5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6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59.bin"/><Relationship Id="rId14" Type="http://schemas.openxmlformats.org/officeDocument/2006/relationships/oleObject" Target="../embeddings/oleObject26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275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12" Type="http://schemas.openxmlformats.org/officeDocument/2006/relationships/oleObject" Target="../embeddings/oleObject271.bin"/><Relationship Id="rId17" Type="http://schemas.openxmlformats.org/officeDocument/2006/relationships/oleObject" Target="../embeddings/oleObject27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3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6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7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69.bin"/><Relationship Id="rId14" Type="http://schemas.openxmlformats.org/officeDocument/2006/relationships/oleObject" Target="../embeddings/oleObject27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285.bin"/><Relationship Id="rId3" Type="http://schemas.openxmlformats.org/officeDocument/2006/relationships/oleObject" Target="../embeddings/oleObject276.bin"/><Relationship Id="rId7" Type="http://schemas.openxmlformats.org/officeDocument/2006/relationships/oleObject" Target="../embeddings/oleObject278.bin"/><Relationship Id="rId12" Type="http://schemas.openxmlformats.org/officeDocument/2006/relationships/oleObject" Target="../embeddings/oleObject281.bin"/><Relationship Id="rId17" Type="http://schemas.openxmlformats.org/officeDocument/2006/relationships/oleObject" Target="../embeddings/oleObject284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8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7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8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79.bin"/><Relationship Id="rId14" Type="http://schemas.openxmlformats.org/officeDocument/2006/relationships/oleObject" Target="../embeddings/oleObject28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295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88.bin"/><Relationship Id="rId12" Type="http://schemas.openxmlformats.org/officeDocument/2006/relationships/oleObject" Target="../embeddings/oleObject291.bin"/><Relationship Id="rId17" Type="http://schemas.openxmlformats.org/officeDocument/2006/relationships/oleObject" Target="../embeddings/oleObject29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3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8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29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89.bin"/><Relationship Id="rId14" Type="http://schemas.openxmlformats.org/officeDocument/2006/relationships/oleObject" Target="../embeddings/oleObject29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305.bin"/><Relationship Id="rId3" Type="http://schemas.openxmlformats.org/officeDocument/2006/relationships/oleObject" Target="../embeddings/oleObject296.bin"/><Relationship Id="rId7" Type="http://schemas.openxmlformats.org/officeDocument/2006/relationships/oleObject" Target="../embeddings/oleObject298.bin"/><Relationship Id="rId12" Type="http://schemas.openxmlformats.org/officeDocument/2006/relationships/oleObject" Target="../embeddings/oleObject301.bin"/><Relationship Id="rId17" Type="http://schemas.openxmlformats.org/officeDocument/2006/relationships/oleObject" Target="../embeddings/oleObject30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3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29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30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99.bin"/><Relationship Id="rId14" Type="http://schemas.openxmlformats.org/officeDocument/2006/relationships/oleObject" Target="../embeddings/oleObject30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315.bin"/><Relationship Id="rId3" Type="http://schemas.openxmlformats.org/officeDocument/2006/relationships/oleObject" Target="../embeddings/oleObject306.bin"/><Relationship Id="rId7" Type="http://schemas.openxmlformats.org/officeDocument/2006/relationships/oleObject" Target="../embeddings/oleObject308.bin"/><Relationship Id="rId12" Type="http://schemas.openxmlformats.org/officeDocument/2006/relationships/oleObject" Target="../embeddings/oleObject311.bin"/><Relationship Id="rId17" Type="http://schemas.openxmlformats.org/officeDocument/2006/relationships/oleObject" Target="../embeddings/oleObject31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13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30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31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309.bin"/><Relationship Id="rId14" Type="http://schemas.openxmlformats.org/officeDocument/2006/relationships/oleObject" Target="../embeddings/oleObject31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13.wmf"/><Relationship Id="rId18" Type="http://schemas.openxmlformats.org/officeDocument/2006/relationships/oleObject" Target="../embeddings/oleObject325.bin"/><Relationship Id="rId3" Type="http://schemas.openxmlformats.org/officeDocument/2006/relationships/oleObject" Target="../embeddings/oleObject316.bin"/><Relationship Id="rId7" Type="http://schemas.openxmlformats.org/officeDocument/2006/relationships/oleObject" Target="../embeddings/oleObject318.bin"/><Relationship Id="rId12" Type="http://schemas.openxmlformats.org/officeDocument/2006/relationships/oleObject" Target="../embeddings/oleObject321.bin"/><Relationship Id="rId17" Type="http://schemas.openxmlformats.org/officeDocument/2006/relationships/oleObject" Target="../embeddings/oleObject32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3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.wmf"/><Relationship Id="rId11" Type="http://schemas.openxmlformats.org/officeDocument/2006/relationships/image" Target="../media/image12.wmf"/><Relationship Id="rId5" Type="http://schemas.openxmlformats.org/officeDocument/2006/relationships/oleObject" Target="../embeddings/oleObject317.bin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32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319.bin"/><Relationship Id="rId14" Type="http://schemas.openxmlformats.org/officeDocument/2006/relationships/oleObject" Target="../embeddings/oleObject32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331.bin"/><Relationship Id="rId18" Type="http://schemas.openxmlformats.org/officeDocument/2006/relationships/image" Target="../media/image18.wmf"/><Relationship Id="rId26" Type="http://schemas.openxmlformats.org/officeDocument/2006/relationships/oleObject" Target="../embeddings/oleObject340.bin"/><Relationship Id="rId3" Type="http://schemas.openxmlformats.org/officeDocument/2006/relationships/oleObject" Target="../embeddings/oleObject326.bin"/><Relationship Id="rId21" Type="http://schemas.openxmlformats.org/officeDocument/2006/relationships/oleObject" Target="../embeddings/oleObject336.bin"/><Relationship Id="rId7" Type="http://schemas.openxmlformats.org/officeDocument/2006/relationships/oleObject" Target="../embeddings/oleObject328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333.bin"/><Relationship Id="rId25" Type="http://schemas.openxmlformats.org/officeDocument/2006/relationships/oleObject" Target="../embeddings/oleObject33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7.wmf"/><Relationship Id="rId20" Type="http://schemas.openxmlformats.org/officeDocument/2006/relationships/oleObject" Target="../embeddings/oleObject335.bin"/><Relationship Id="rId29" Type="http://schemas.openxmlformats.org/officeDocument/2006/relationships/oleObject" Target="../embeddings/oleObject342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330.bin"/><Relationship Id="rId24" Type="http://schemas.openxmlformats.org/officeDocument/2006/relationships/oleObject" Target="../embeddings/oleObject338.bin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2.bin"/><Relationship Id="rId23" Type="http://schemas.openxmlformats.org/officeDocument/2006/relationships/oleObject" Target="../embeddings/oleObject337.bin"/><Relationship Id="rId28" Type="http://schemas.openxmlformats.org/officeDocument/2006/relationships/image" Target="../media/image20.wmf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334.bin"/><Relationship Id="rId31" Type="http://schemas.openxmlformats.org/officeDocument/2006/relationships/oleObject" Target="../embeddings/oleObject343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329.bin"/><Relationship Id="rId14" Type="http://schemas.openxmlformats.org/officeDocument/2006/relationships/image" Target="../media/image16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341.bin"/><Relationship Id="rId30" Type="http://schemas.openxmlformats.org/officeDocument/2006/relationships/image" Target="../media/image22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349.bin"/><Relationship Id="rId18" Type="http://schemas.openxmlformats.org/officeDocument/2006/relationships/oleObject" Target="../embeddings/oleObject352.bin"/><Relationship Id="rId26" Type="http://schemas.openxmlformats.org/officeDocument/2006/relationships/oleObject" Target="../embeddings/oleObject358.bin"/><Relationship Id="rId3" Type="http://schemas.openxmlformats.org/officeDocument/2006/relationships/oleObject" Target="../embeddings/oleObject344.bin"/><Relationship Id="rId21" Type="http://schemas.openxmlformats.org/officeDocument/2006/relationships/oleObject" Target="../embeddings/oleObject354.bin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351.bin"/><Relationship Id="rId25" Type="http://schemas.openxmlformats.org/officeDocument/2006/relationships/oleObject" Target="../embeddings/oleObject3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360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348.bin"/><Relationship Id="rId24" Type="http://schemas.openxmlformats.org/officeDocument/2006/relationships/oleObject" Target="../embeddings/oleObject356.bin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23" Type="http://schemas.openxmlformats.org/officeDocument/2006/relationships/oleObject" Target="../embeddings/oleObject355.bin"/><Relationship Id="rId28" Type="http://schemas.openxmlformats.org/officeDocument/2006/relationships/oleObject" Target="../embeddings/oleObject359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353.bin"/><Relationship Id="rId4" Type="http://schemas.openxmlformats.org/officeDocument/2006/relationships/image" Target="../media/image23.wmf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17.wmf"/><Relationship Id="rId22" Type="http://schemas.openxmlformats.org/officeDocument/2006/relationships/image" Target="../media/image24.wmf"/><Relationship Id="rId27" Type="http://schemas.openxmlformats.org/officeDocument/2006/relationships/image" Target="../media/image20.wmf"/><Relationship Id="rId30" Type="http://schemas.openxmlformats.org/officeDocument/2006/relationships/image" Target="../media/image1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366.bin"/><Relationship Id="rId18" Type="http://schemas.openxmlformats.org/officeDocument/2006/relationships/oleObject" Target="../embeddings/oleObject369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361.bin"/><Relationship Id="rId21" Type="http://schemas.openxmlformats.org/officeDocument/2006/relationships/oleObject" Target="../embeddings/oleObject371.bin"/><Relationship Id="rId7" Type="http://schemas.openxmlformats.org/officeDocument/2006/relationships/oleObject" Target="../embeddings/oleObject363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368.bin"/><Relationship Id="rId25" Type="http://schemas.openxmlformats.org/officeDocument/2006/relationships/oleObject" Target="../embeddings/oleObject37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oleObject" Target="../embeddings/oleObject377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365.bin"/><Relationship Id="rId24" Type="http://schemas.openxmlformats.org/officeDocument/2006/relationships/oleObject" Target="../embeddings/oleObject374.bin"/><Relationship Id="rId5" Type="http://schemas.openxmlformats.org/officeDocument/2006/relationships/oleObject" Target="../embeddings/oleObject362.bin"/><Relationship Id="rId15" Type="http://schemas.openxmlformats.org/officeDocument/2006/relationships/oleObject" Target="../embeddings/oleObject367.bin"/><Relationship Id="rId23" Type="http://schemas.openxmlformats.org/officeDocument/2006/relationships/oleObject" Target="../embeddings/oleObject373.bin"/><Relationship Id="rId28" Type="http://schemas.openxmlformats.org/officeDocument/2006/relationships/image" Target="../media/image26.wmf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370.bin"/><Relationship Id="rId31" Type="http://schemas.openxmlformats.org/officeDocument/2006/relationships/image" Target="../media/image16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364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372.bin"/><Relationship Id="rId27" Type="http://schemas.openxmlformats.org/officeDocument/2006/relationships/oleObject" Target="../embeddings/oleObject376.bin"/><Relationship Id="rId30" Type="http://schemas.openxmlformats.org/officeDocument/2006/relationships/oleObject" Target="../embeddings/oleObject37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384.bin"/><Relationship Id="rId18" Type="http://schemas.openxmlformats.org/officeDocument/2006/relationships/image" Target="../media/image18.wmf"/><Relationship Id="rId26" Type="http://schemas.openxmlformats.org/officeDocument/2006/relationships/oleObject" Target="../embeddings/oleObject393.bin"/><Relationship Id="rId3" Type="http://schemas.openxmlformats.org/officeDocument/2006/relationships/oleObject" Target="../embeddings/oleObject379.bin"/><Relationship Id="rId21" Type="http://schemas.openxmlformats.org/officeDocument/2006/relationships/oleObject" Target="../embeddings/oleObject389.bin"/><Relationship Id="rId7" Type="http://schemas.openxmlformats.org/officeDocument/2006/relationships/oleObject" Target="../embeddings/oleObject381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386.bin"/><Relationship Id="rId25" Type="http://schemas.openxmlformats.org/officeDocument/2006/relationships/oleObject" Target="../embeddings/oleObject39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20" Type="http://schemas.openxmlformats.org/officeDocument/2006/relationships/oleObject" Target="../embeddings/oleObject388.bin"/><Relationship Id="rId29" Type="http://schemas.openxmlformats.org/officeDocument/2006/relationships/oleObject" Target="../embeddings/oleObject395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383.bin"/><Relationship Id="rId24" Type="http://schemas.openxmlformats.org/officeDocument/2006/relationships/oleObject" Target="../embeddings/oleObject391.bin"/><Relationship Id="rId5" Type="http://schemas.openxmlformats.org/officeDocument/2006/relationships/oleObject" Target="../embeddings/oleObject380.bin"/><Relationship Id="rId15" Type="http://schemas.openxmlformats.org/officeDocument/2006/relationships/oleObject" Target="../embeddings/oleObject385.bin"/><Relationship Id="rId23" Type="http://schemas.openxmlformats.org/officeDocument/2006/relationships/oleObject" Target="../embeddings/oleObject390.bin"/><Relationship Id="rId28" Type="http://schemas.openxmlformats.org/officeDocument/2006/relationships/image" Target="../media/image20.wmf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387.bin"/><Relationship Id="rId31" Type="http://schemas.openxmlformats.org/officeDocument/2006/relationships/oleObject" Target="../embeddings/oleObject396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82.bin"/><Relationship Id="rId14" Type="http://schemas.openxmlformats.org/officeDocument/2006/relationships/image" Target="../media/image16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394.bin"/><Relationship Id="rId30" Type="http://schemas.openxmlformats.org/officeDocument/2006/relationships/image" Target="../media/image28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402.bin"/><Relationship Id="rId18" Type="http://schemas.openxmlformats.org/officeDocument/2006/relationships/image" Target="../media/image19.wmf"/><Relationship Id="rId26" Type="http://schemas.openxmlformats.org/officeDocument/2006/relationships/oleObject" Target="../embeddings/oleObject412.bin"/><Relationship Id="rId3" Type="http://schemas.openxmlformats.org/officeDocument/2006/relationships/oleObject" Target="../embeddings/oleObject397.bin"/><Relationship Id="rId21" Type="http://schemas.openxmlformats.org/officeDocument/2006/relationships/oleObject" Target="../embeddings/oleObject408.bin"/><Relationship Id="rId7" Type="http://schemas.openxmlformats.org/officeDocument/2006/relationships/oleObject" Target="../embeddings/oleObject399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405.bin"/><Relationship Id="rId25" Type="http://schemas.openxmlformats.org/officeDocument/2006/relationships/oleObject" Target="../embeddings/oleObject41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04.bin"/><Relationship Id="rId20" Type="http://schemas.openxmlformats.org/officeDocument/2006/relationships/oleObject" Target="../embeddings/oleObject407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401.bin"/><Relationship Id="rId24" Type="http://schemas.openxmlformats.org/officeDocument/2006/relationships/image" Target="../media/image20.wmf"/><Relationship Id="rId5" Type="http://schemas.openxmlformats.org/officeDocument/2006/relationships/oleObject" Target="../embeddings/oleObject398.bin"/><Relationship Id="rId15" Type="http://schemas.openxmlformats.org/officeDocument/2006/relationships/oleObject" Target="../embeddings/oleObject403.bin"/><Relationship Id="rId23" Type="http://schemas.openxmlformats.org/officeDocument/2006/relationships/oleObject" Target="../embeddings/oleObject410.bin"/><Relationship Id="rId28" Type="http://schemas.openxmlformats.org/officeDocument/2006/relationships/oleObject" Target="../embeddings/oleObject413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406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400.bin"/><Relationship Id="rId14" Type="http://schemas.openxmlformats.org/officeDocument/2006/relationships/image" Target="../media/image18.wmf"/><Relationship Id="rId22" Type="http://schemas.openxmlformats.org/officeDocument/2006/relationships/oleObject" Target="../embeddings/oleObject409.bin"/><Relationship Id="rId27" Type="http://schemas.openxmlformats.org/officeDocument/2006/relationships/image" Target="../media/image1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419.bin"/><Relationship Id="rId18" Type="http://schemas.openxmlformats.org/officeDocument/2006/relationships/oleObject" Target="../embeddings/oleObject422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414.bin"/><Relationship Id="rId21" Type="http://schemas.openxmlformats.org/officeDocument/2006/relationships/oleObject" Target="../embeddings/oleObject424.bin"/><Relationship Id="rId7" Type="http://schemas.openxmlformats.org/officeDocument/2006/relationships/oleObject" Target="../embeddings/oleObject416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421.bin"/><Relationship Id="rId25" Type="http://schemas.openxmlformats.org/officeDocument/2006/relationships/oleObject" Target="../embeddings/oleObject4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image" Target="../media/image12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418.bin"/><Relationship Id="rId24" Type="http://schemas.openxmlformats.org/officeDocument/2006/relationships/oleObject" Target="../embeddings/oleObject427.bin"/><Relationship Id="rId5" Type="http://schemas.openxmlformats.org/officeDocument/2006/relationships/oleObject" Target="../embeddings/oleObject415.bin"/><Relationship Id="rId15" Type="http://schemas.openxmlformats.org/officeDocument/2006/relationships/oleObject" Target="../embeddings/oleObject420.bin"/><Relationship Id="rId23" Type="http://schemas.openxmlformats.org/officeDocument/2006/relationships/oleObject" Target="../embeddings/oleObject426.bin"/><Relationship Id="rId28" Type="http://schemas.openxmlformats.org/officeDocument/2006/relationships/oleObject" Target="../embeddings/oleObject430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423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417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425.bin"/><Relationship Id="rId27" Type="http://schemas.openxmlformats.org/officeDocument/2006/relationships/oleObject" Target="../embeddings/oleObject429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436.bin"/><Relationship Id="rId18" Type="http://schemas.openxmlformats.org/officeDocument/2006/relationships/oleObject" Target="../embeddings/oleObject439.bin"/><Relationship Id="rId26" Type="http://schemas.openxmlformats.org/officeDocument/2006/relationships/image" Target="../media/image20.wmf"/><Relationship Id="rId3" Type="http://schemas.openxmlformats.org/officeDocument/2006/relationships/oleObject" Target="../embeddings/oleObject431.bin"/><Relationship Id="rId21" Type="http://schemas.openxmlformats.org/officeDocument/2006/relationships/oleObject" Target="../embeddings/oleObject441.bin"/><Relationship Id="rId7" Type="http://schemas.openxmlformats.org/officeDocument/2006/relationships/oleObject" Target="../embeddings/oleObject433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438.bin"/><Relationship Id="rId25" Type="http://schemas.openxmlformats.org/officeDocument/2006/relationships/oleObject" Target="../embeddings/oleObject4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.wmf"/><Relationship Id="rId20" Type="http://schemas.openxmlformats.org/officeDocument/2006/relationships/image" Target="../media/image19.wmf"/><Relationship Id="rId29" Type="http://schemas.openxmlformats.org/officeDocument/2006/relationships/image" Target="../media/image31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435.bin"/><Relationship Id="rId24" Type="http://schemas.openxmlformats.org/officeDocument/2006/relationships/oleObject" Target="../embeddings/oleObject444.bin"/><Relationship Id="rId5" Type="http://schemas.openxmlformats.org/officeDocument/2006/relationships/oleObject" Target="../embeddings/oleObject432.bin"/><Relationship Id="rId15" Type="http://schemas.openxmlformats.org/officeDocument/2006/relationships/oleObject" Target="../embeddings/oleObject437.bin"/><Relationship Id="rId23" Type="http://schemas.openxmlformats.org/officeDocument/2006/relationships/oleObject" Target="../embeddings/oleObject443.bin"/><Relationship Id="rId28" Type="http://schemas.openxmlformats.org/officeDocument/2006/relationships/oleObject" Target="../embeddings/oleObject447.bin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440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434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442.bin"/><Relationship Id="rId27" Type="http://schemas.openxmlformats.org/officeDocument/2006/relationships/oleObject" Target="../embeddings/oleObject446.bin"/></Relationships>
</file>

<file path=ppt/slides/_rels/slide4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53.bin"/><Relationship Id="rId18" Type="http://schemas.openxmlformats.org/officeDocument/2006/relationships/image" Target="../media/image18.wmf"/><Relationship Id="rId26" Type="http://schemas.openxmlformats.org/officeDocument/2006/relationships/oleObject" Target="../embeddings/oleObject462.bin"/><Relationship Id="rId39" Type="http://schemas.openxmlformats.org/officeDocument/2006/relationships/oleObject" Target="../embeddings/oleObject473.bin"/><Relationship Id="rId3" Type="http://schemas.openxmlformats.org/officeDocument/2006/relationships/oleObject" Target="../embeddings/oleObject448.bin"/><Relationship Id="rId21" Type="http://schemas.openxmlformats.org/officeDocument/2006/relationships/oleObject" Target="../embeddings/oleObject458.bin"/><Relationship Id="rId34" Type="http://schemas.openxmlformats.org/officeDocument/2006/relationships/oleObject" Target="../embeddings/oleObject468.bin"/><Relationship Id="rId42" Type="http://schemas.openxmlformats.org/officeDocument/2006/relationships/oleObject" Target="../embeddings/oleObject476.bin"/><Relationship Id="rId47" Type="http://schemas.openxmlformats.org/officeDocument/2006/relationships/oleObject" Target="../embeddings/oleObject480.bin"/><Relationship Id="rId50" Type="http://schemas.openxmlformats.org/officeDocument/2006/relationships/oleObject" Target="../embeddings/oleObject483.bin"/><Relationship Id="rId7" Type="http://schemas.openxmlformats.org/officeDocument/2006/relationships/oleObject" Target="../embeddings/oleObject450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455.bin"/><Relationship Id="rId25" Type="http://schemas.openxmlformats.org/officeDocument/2006/relationships/oleObject" Target="../embeddings/oleObject461.bin"/><Relationship Id="rId33" Type="http://schemas.openxmlformats.org/officeDocument/2006/relationships/oleObject" Target="../embeddings/oleObject467.bin"/><Relationship Id="rId38" Type="http://schemas.openxmlformats.org/officeDocument/2006/relationships/oleObject" Target="../embeddings/oleObject472.bin"/><Relationship Id="rId46" Type="http://schemas.openxmlformats.org/officeDocument/2006/relationships/oleObject" Target="../embeddings/oleObject47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20" Type="http://schemas.openxmlformats.org/officeDocument/2006/relationships/oleObject" Target="../embeddings/oleObject457.bin"/><Relationship Id="rId29" Type="http://schemas.openxmlformats.org/officeDocument/2006/relationships/oleObject" Target="../embeddings/oleObject464.bin"/><Relationship Id="rId41" Type="http://schemas.openxmlformats.org/officeDocument/2006/relationships/oleObject" Target="../embeddings/oleObject475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452.bin"/><Relationship Id="rId24" Type="http://schemas.openxmlformats.org/officeDocument/2006/relationships/oleObject" Target="../embeddings/oleObject460.bin"/><Relationship Id="rId32" Type="http://schemas.openxmlformats.org/officeDocument/2006/relationships/oleObject" Target="../embeddings/oleObject466.bin"/><Relationship Id="rId37" Type="http://schemas.openxmlformats.org/officeDocument/2006/relationships/oleObject" Target="../embeddings/oleObject471.bin"/><Relationship Id="rId40" Type="http://schemas.openxmlformats.org/officeDocument/2006/relationships/oleObject" Target="../embeddings/oleObject474.bin"/><Relationship Id="rId45" Type="http://schemas.openxmlformats.org/officeDocument/2006/relationships/image" Target="../media/image33.wmf"/><Relationship Id="rId5" Type="http://schemas.openxmlformats.org/officeDocument/2006/relationships/oleObject" Target="../embeddings/oleObject449.bin"/><Relationship Id="rId15" Type="http://schemas.openxmlformats.org/officeDocument/2006/relationships/oleObject" Target="../embeddings/oleObject454.bin"/><Relationship Id="rId23" Type="http://schemas.openxmlformats.org/officeDocument/2006/relationships/oleObject" Target="../embeddings/oleObject459.bin"/><Relationship Id="rId28" Type="http://schemas.openxmlformats.org/officeDocument/2006/relationships/image" Target="../media/image20.wmf"/><Relationship Id="rId36" Type="http://schemas.openxmlformats.org/officeDocument/2006/relationships/oleObject" Target="../embeddings/oleObject470.bin"/><Relationship Id="rId49" Type="http://schemas.openxmlformats.org/officeDocument/2006/relationships/oleObject" Target="../embeddings/oleObject482.bin"/><Relationship Id="rId10" Type="http://schemas.openxmlformats.org/officeDocument/2006/relationships/image" Target="../media/image14.wmf"/><Relationship Id="rId19" Type="http://schemas.openxmlformats.org/officeDocument/2006/relationships/oleObject" Target="../embeddings/oleObject456.bin"/><Relationship Id="rId31" Type="http://schemas.openxmlformats.org/officeDocument/2006/relationships/image" Target="../media/image32.wmf"/><Relationship Id="rId44" Type="http://schemas.openxmlformats.org/officeDocument/2006/relationships/oleObject" Target="../embeddings/oleObject478.bin"/><Relationship Id="rId52" Type="http://schemas.openxmlformats.org/officeDocument/2006/relationships/oleObject" Target="../embeddings/oleObject485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451.bin"/><Relationship Id="rId14" Type="http://schemas.openxmlformats.org/officeDocument/2006/relationships/image" Target="../media/image16.wmf"/><Relationship Id="rId22" Type="http://schemas.openxmlformats.org/officeDocument/2006/relationships/image" Target="../media/image19.wmf"/><Relationship Id="rId27" Type="http://schemas.openxmlformats.org/officeDocument/2006/relationships/oleObject" Target="../embeddings/oleObject463.bin"/><Relationship Id="rId30" Type="http://schemas.openxmlformats.org/officeDocument/2006/relationships/oleObject" Target="../embeddings/oleObject465.bin"/><Relationship Id="rId35" Type="http://schemas.openxmlformats.org/officeDocument/2006/relationships/oleObject" Target="../embeddings/oleObject469.bin"/><Relationship Id="rId43" Type="http://schemas.openxmlformats.org/officeDocument/2006/relationships/oleObject" Target="../embeddings/oleObject477.bin"/><Relationship Id="rId48" Type="http://schemas.openxmlformats.org/officeDocument/2006/relationships/oleObject" Target="../embeddings/oleObject481.bin"/><Relationship Id="rId8" Type="http://schemas.openxmlformats.org/officeDocument/2006/relationships/image" Target="../media/image13.wmf"/><Relationship Id="rId51" Type="http://schemas.openxmlformats.org/officeDocument/2006/relationships/oleObject" Target="../embeddings/oleObject484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B18A021-7845-E218-30C7-8328AEFE0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145" y="1605065"/>
            <a:ext cx="10927572" cy="263947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Automata (DFA)</a:t>
            </a: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4693244-8064-CBC4-79A3-34C08CF421BD}"/>
              </a:ext>
            </a:extLst>
          </p:cNvPr>
          <p:cNvSpPr txBox="1"/>
          <p:nvPr/>
        </p:nvSpPr>
        <p:spPr>
          <a:xfrm>
            <a:off x="4860086" y="6312309"/>
            <a:ext cx="26743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Rowaida</a:t>
            </a:r>
            <a:r>
              <a:rPr lang="en-US" sz="2400" b="1" dirty="0"/>
              <a:t> AL-Amri </a:t>
            </a:r>
          </a:p>
        </p:txBody>
      </p:sp>
      <p:sp>
        <p:nvSpPr>
          <p:cNvPr id="7" name="مربع نص 6">
            <a:extLst>
              <a:ext uri="{FF2B5EF4-FFF2-40B4-BE49-F238E27FC236}">
                <a16:creationId xmlns:a16="http://schemas.microsoft.com/office/drawing/2014/main" id="{A0842748-48A6-7631-2E2C-5CCBEF0E0E48}"/>
              </a:ext>
            </a:extLst>
          </p:cNvPr>
          <p:cNvSpPr txBox="1"/>
          <p:nvPr/>
        </p:nvSpPr>
        <p:spPr>
          <a:xfrm>
            <a:off x="2878282" y="4724424"/>
            <a:ext cx="62137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233799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5AC3CF1-7734-1385-72F8-845D4F25D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Syllabus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452C0AC1-90A6-28F4-0125-775C09A23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445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1B90E8-E301-4685-9144-A8771068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838812"/>
          </a:xfrm>
        </p:spPr>
        <p:txBody>
          <a:bodyPr/>
          <a:lstStyle/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DFA?</a:t>
            </a:r>
            <a:endParaRPr lang="ar-SA" sz="5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9064D5EB-7B62-467B-B89A-76754F89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28317"/>
            <a:ext cx="10850210" cy="45820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F0"/>
                </a:solidFill>
                <a:cs typeface="+mj-cs"/>
              </a:rPr>
              <a:t>- A DFA: 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is a finite-state machine that contains a finite number of states, and when each input symbol is read, it transitions to only one state.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cs typeface="+mj-cs"/>
              </a:rPr>
              <a:t>- This is why it is called "</a:t>
            </a:r>
            <a:r>
              <a:rPr lang="en-US" sz="2400" dirty="0">
                <a:solidFill>
                  <a:srgbClr val="FF0000"/>
                </a:solidFill>
                <a:cs typeface="+mj-cs"/>
              </a:rPr>
              <a:t>deterministic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," because there is </a:t>
            </a:r>
            <a:r>
              <a:rPr lang="en-US" sz="2400" b="1" dirty="0">
                <a:solidFill>
                  <a:schemeClr val="tx1"/>
                </a:solidFill>
                <a:cs typeface="+mj-cs"/>
              </a:rPr>
              <a:t>never more than one transition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for the same symbol from the same state.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cs typeface="+mj-cs"/>
              </a:rPr>
              <a:t>The basic idea </a:t>
            </a:r>
            <a:r>
              <a:rPr lang="en-US" sz="2400" dirty="0">
                <a:solidFill>
                  <a:schemeClr val="tx1"/>
                </a:solidFill>
                <a:cs typeface="+mj-cs"/>
              </a:rPr>
              <a:t>is that a machine reads the codes one by one and makes a final decision to accept or reject the chain.</a:t>
            </a:r>
            <a:endParaRPr lang="ar-SA" sz="2400" dirty="0">
              <a:solidFill>
                <a:schemeClr val="tx1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7920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1">
            <a:extLst>
              <a:ext uri="{FF2B5EF4-FFF2-40B4-BE49-F238E27FC236}">
                <a16:creationId xmlns:a16="http://schemas.microsoft.com/office/drawing/2014/main" id="{BCAFC4AF-DB65-439D-B080-BB49C9198F4F}"/>
              </a:ext>
            </a:extLst>
          </p:cNvPr>
          <p:cNvSpPr txBox="1">
            <a:spLocks/>
          </p:cNvSpPr>
          <p:nvPr/>
        </p:nvSpPr>
        <p:spPr>
          <a:xfrm>
            <a:off x="838200" y="182995"/>
            <a:ext cx="11353800" cy="996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Definition of DFA</a:t>
            </a:r>
          </a:p>
        </p:txBody>
      </p:sp>
      <p:pic>
        <p:nvPicPr>
          <p:cNvPr id="6" name="صورة 5">
            <a:extLst>
              <a:ext uri="{FF2B5EF4-FFF2-40B4-BE49-F238E27FC236}">
                <a16:creationId xmlns:a16="http://schemas.microsoft.com/office/drawing/2014/main" id="{8AC0F36B-E994-4881-8517-C00CBA0BB5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81"/>
          <a:stretch/>
        </p:blipFill>
        <p:spPr>
          <a:xfrm>
            <a:off x="1352145" y="1799618"/>
            <a:ext cx="9811567" cy="4518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1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عنوان 1">
            <a:extLst>
              <a:ext uri="{FF2B5EF4-FFF2-40B4-BE49-F238E27FC236}">
                <a16:creationId xmlns:a16="http://schemas.microsoft.com/office/drawing/2014/main" id="{C057621E-45DB-451F-BB72-50BFA1B3AA71}"/>
              </a:ext>
            </a:extLst>
          </p:cNvPr>
          <p:cNvSpPr txBox="1">
            <a:spLocks/>
          </p:cNvSpPr>
          <p:nvPr/>
        </p:nvSpPr>
        <p:spPr>
          <a:xfrm>
            <a:off x="838200" y="182995"/>
            <a:ext cx="11353800" cy="996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Finite Automata </a:t>
            </a:r>
          </a:p>
        </p:txBody>
      </p:sp>
      <p:pic>
        <p:nvPicPr>
          <p:cNvPr id="5" name="Picture 3" descr="DFAExample">
            <a:extLst>
              <a:ext uri="{FF2B5EF4-FFF2-40B4-BE49-F238E27FC236}">
                <a16:creationId xmlns:a16="http://schemas.microsoft.com/office/drawing/2014/main" id="{441D0896-F3F6-42A7-B628-F56E9018A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12751" y="2109281"/>
            <a:ext cx="8001000" cy="1863725"/>
          </a:xfrm>
          <a:prstGeom prst="rect">
            <a:avLst/>
          </a:prstGeom>
          <a:noFill/>
        </p:spPr>
      </p:pic>
      <p:pic>
        <p:nvPicPr>
          <p:cNvPr id="6" name="صورة 5">
            <a:extLst>
              <a:ext uri="{FF2B5EF4-FFF2-40B4-BE49-F238E27FC236}">
                <a16:creationId xmlns:a16="http://schemas.microsoft.com/office/drawing/2014/main" id="{8D306194-F38D-4298-92E0-A53919373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417" y="4202816"/>
            <a:ext cx="5369668" cy="199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10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عنوان 1">
            <a:extLst>
              <a:ext uri="{FF2B5EF4-FFF2-40B4-BE49-F238E27FC236}">
                <a16:creationId xmlns:a16="http://schemas.microsoft.com/office/drawing/2014/main" id="{BCAFC4AF-DB65-439D-B080-BB49C9198F4F}"/>
              </a:ext>
            </a:extLst>
          </p:cNvPr>
          <p:cNvSpPr txBox="1">
            <a:spLocks/>
          </p:cNvSpPr>
          <p:nvPr/>
        </p:nvSpPr>
        <p:spPr>
          <a:xfrm>
            <a:off x="293452" y="183074"/>
            <a:ext cx="11353800" cy="9960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a DFA work?</a:t>
            </a: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588E09D2-3829-4F22-B697-E4A244481631}"/>
              </a:ext>
            </a:extLst>
          </p:cNvPr>
          <p:cNvSpPr/>
          <p:nvPr/>
        </p:nvSpPr>
        <p:spPr>
          <a:xfrm>
            <a:off x="116732" y="1819871"/>
            <a:ext cx="12075268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ar-SA" sz="2800" b="1" dirty="0">
                <a:cs typeface="+mj-cs"/>
              </a:rPr>
              <a:t>1- An input string is placed on the tape (</a:t>
            </a:r>
            <a:r>
              <a:rPr lang="en-US" altLang="ar-SA" sz="2800" b="1" dirty="0">
                <a:solidFill>
                  <a:srgbClr val="008000"/>
                </a:solidFill>
                <a:cs typeface="+mj-cs"/>
              </a:rPr>
              <a:t>left-justified</a:t>
            </a:r>
            <a:r>
              <a:rPr lang="en-US" altLang="ar-SA" sz="2800" b="1" dirty="0">
                <a:cs typeface="+mj-cs"/>
              </a:rPr>
              <a:t>).</a:t>
            </a:r>
            <a:endParaRPr lang="en-US" altLang="ar-SA" sz="2000" b="1" dirty="0">
              <a:cs typeface="+mj-cs"/>
            </a:endParaRPr>
          </a:p>
          <a:p>
            <a:pPr algn="r" rtl="1"/>
            <a:r>
              <a:rPr lang="ar-SA" altLang="ar-SA" sz="2000" dirty="0">
                <a:cs typeface="+mj-cs"/>
              </a:rPr>
              <a:t>عادة يكون موقع المتسلسلة (الكلمة) المراد إدخالها في الأعلى، وتبدأ القراءة من اليسار إلى اليمين</a:t>
            </a:r>
            <a:endParaRPr lang="en-US" altLang="ar-SA" sz="2000" dirty="0">
              <a:cs typeface="+mj-cs"/>
            </a:endParaRPr>
          </a:p>
          <a:p>
            <a:r>
              <a:rPr lang="en-US" altLang="ar-SA" sz="2800" b="1" dirty="0">
                <a:cs typeface="+mj-cs"/>
              </a:rPr>
              <a:t>2- DFA begins in the start state.</a:t>
            </a:r>
          </a:p>
          <a:p>
            <a:pPr algn="r" rtl="1"/>
            <a:r>
              <a:rPr lang="ar-SA" altLang="ar-SA" sz="2000" dirty="0">
                <a:cs typeface="+mj-cs"/>
              </a:rPr>
              <a:t>تكون حالة الآلة في الحالة الابتدائية.</a:t>
            </a:r>
            <a:endParaRPr lang="en-US" altLang="ar-SA" sz="2000" dirty="0">
              <a:cs typeface="+mj-cs"/>
            </a:endParaRPr>
          </a:p>
          <a:p>
            <a:r>
              <a:rPr lang="en-US" altLang="ar-SA" sz="2800" dirty="0">
                <a:cs typeface="+mj-cs"/>
              </a:rPr>
              <a:t>3- </a:t>
            </a:r>
            <a:r>
              <a:rPr lang="en-US" altLang="ar-SA" sz="2800" b="1" dirty="0">
                <a:cs typeface="+mj-cs"/>
              </a:rPr>
              <a:t>Head placed on leftmost cell.</a:t>
            </a:r>
          </a:p>
          <a:p>
            <a:pPr algn="r" rtl="1"/>
            <a:r>
              <a:rPr lang="ar-SA" altLang="ar-SA" sz="2000" dirty="0">
                <a:cs typeface="+mj-cs"/>
              </a:rPr>
              <a:t>يتحرك رأس القراءة من اليسار ويقرأ رمز واحد فقط من الكلمة</a:t>
            </a:r>
            <a:r>
              <a:rPr lang="ar-SA" altLang="ar-SA" sz="2800" dirty="0">
                <a:cs typeface="+mj-cs"/>
              </a:rPr>
              <a:t>.</a:t>
            </a:r>
            <a:endParaRPr lang="en-US" altLang="ar-SA" sz="2800" dirty="0">
              <a:cs typeface="+mj-cs"/>
            </a:endParaRPr>
          </a:p>
          <a:p>
            <a:r>
              <a:rPr lang="en-US" altLang="ar-SA" sz="2800" dirty="0">
                <a:cs typeface="+mj-cs"/>
              </a:rPr>
              <a:t>4- DFA goes into a loop until the entire string is read.</a:t>
            </a:r>
          </a:p>
          <a:p>
            <a:pPr algn="r" rtl="1"/>
            <a:r>
              <a:rPr lang="ar-SA" altLang="ar-SA" sz="2400" dirty="0">
                <a:cs typeface="+mj-cs"/>
              </a:rPr>
              <a:t>وهكذا تستمر الآلة بقراءة الرموز حتى تقرأ المتسلسلة بالكامل، وفي كل مرة تغير حالتها بحسب دالة الانتقال</a:t>
            </a:r>
            <a:r>
              <a:rPr lang="ar-SA" altLang="ar-SA" sz="2800" dirty="0">
                <a:cs typeface="+mj-cs"/>
              </a:rPr>
              <a:t>.</a:t>
            </a:r>
            <a:endParaRPr lang="en-US" altLang="ar-SA" sz="2800" dirty="0">
              <a:cs typeface="+mj-cs"/>
            </a:endParaRPr>
          </a:p>
          <a:p>
            <a:pPr lvl="1">
              <a:buFontTx/>
              <a:buNone/>
            </a:pPr>
            <a:r>
              <a:rPr lang="en-US" altLang="ar-SA" sz="2400" dirty="0">
                <a:cs typeface="+mj-cs"/>
              </a:rPr>
              <a:t>In each step, DFA consults a transition table and changes state based on (</a:t>
            </a:r>
            <a:r>
              <a:rPr lang="en-US" altLang="ar-SA" sz="2400" dirty="0">
                <a:solidFill>
                  <a:srgbClr val="008000"/>
                </a:solidFill>
                <a:cs typeface="+mj-cs"/>
              </a:rPr>
              <a:t>s,</a:t>
            </a:r>
            <a:r>
              <a:rPr lang="en-US" altLang="ar-SA" sz="2400" dirty="0">
                <a:cs typeface="+mj-cs"/>
              </a:rPr>
              <a:t> </a:t>
            </a:r>
            <a:r>
              <a:rPr lang="en-US" altLang="ar-SA" sz="2400" dirty="0">
                <a:solidFill>
                  <a:srgbClr val="008000"/>
                </a:solidFill>
                <a:cs typeface="+mj-cs"/>
                <a:sym typeface="Symbol" panose="05050102010706020507" pitchFamily="18" charset="2"/>
              </a:rPr>
              <a:t></a:t>
            </a:r>
            <a:r>
              <a:rPr lang="en-US" altLang="ar-SA" sz="2400" dirty="0">
                <a:cs typeface="+mj-cs"/>
              </a:rPr>
              <a:t>) where</a:t>
            </a:r>
          </a:p>
          <a:p>
            <a:pPr lvl="2">
              <a:buFontTx/>
              <a:buNone/>
            </a:pPr>
            <a:r>
              <a:rPr lang="en-US" altLang="ar-SA" sz="2000" dirty="0">
                <a:solidFill>
                  <a:srgbClr val="008000"/>
                </a:solidFill>
                <a:cs typeface="+mj-cs"/>
              </a:rPr>
              <a:t>s - current state</a:t>
            </a:r>
            <a:r>
              <a:rPr lang="en-US" altLang="ar-SA" sz="2000" dirty="0">
                <a:cs typeface="+mj-cs"/>
              </a:rPr>
              <a:t> </a:t>
            </a:r>
          </a:p>
          <a:p>
            <a:pPr lvl="2">
              <a:buFontTx/>
              <a:buNone/>
            </a:pPr>
            <a:r>
              <a:rPr lang="en-US" altLang="ar-SA" sz="2000" dirty="0">
                <a:solidFill>
                  <a:srgbClr val="008000"/>
                </a:solidFill>
                <a:cs typeface="+mj-cs"/>
                <a:sym typeface="Symbol" panose="05050102010706020507" pitchFamily="18" charset="2"/>
              </a:rPr>
              <a:t></a:t>
            </a:r>
            <a:r>
              <a:rPr lang="en-US" altLang="ar-SA" sz="2000" dirty="0">
                <a:solidFill>
                  <a:srgbClr val="008000"/>
                </a:solidFill>
                <a:cs typeface="+mj-cs"/>
              </a:rPr>
              <a:t> - symbol scanned by head</a:t>
            </a:r>
          </a:p>
        </p:txBody>
      </p:sp>
    </p:spTree>
    <p:extLst>
      <p:ext uri="{BB962C8B-B14F-4D97-AF65-F5344CB8AC3E}">
        <p14:creationId xmlns:p14="http://schemas.microsoft.com/office/powerpoint/2010/main" val="416072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6F7C02D-6A9A-4929-8F43-8044FB22E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61261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does a DFA work?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F953B366-DB20-4DA9-B76C-2A019B2D2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534" y="2030560"/>
            <a:ext cx="10610931" cy="402336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ar-SA" sz="2800" b="1" dirty="0">
                <a:cs typeface="+mj-cs"/>
              </a:rPr>
              <a:t>5- After reading input string, </a:t>
            </a:r>
          </a:p>
          <a:p>
            <a:pPr algn="r" rtl="1">
              <a:buFontTx/>
              <a:buNone/>
            </a:pPr>
            <a:r>
              <a:rPr lang="ar-SA" altLang="ar-SA" sz="2800" dirty="0"/>
              <a:t>بعد قراءة كامل المتسلسلة </a:t>
            </a:r>
            <a:endParaRPr lang="en-US" altLang="ar-SA" sz="2800" dirty="0"/>
          </a:p>
          <a:p>
            <a:pPr lvl="1">
              <a:buFontTx/>
              <a:buNone/>
            </a:pPr>
            <a:r>
              <a:rPr lang="en-US" altLang="ar-SA" sz="2800" b="1" dirty="0"/>
              <a:t>6- if DFA state </a:t>
            </a:r>
            <a:r>
              <a:rPr lang="en-US" altLang="ar-SA" sz="2800" b="1" dirty="0">
                <a:solidFill>
                  <a:srgbClr val="008000"/>
                </a:solidFill>
              </a:rPr>
              <a:t>final</a:t>
            </a:r>
            <a:r>
              <a:rPr lang="en-US" altLang="ar-SA" sz="2800" b="1" dirty="0"/>
              <a:t>, input </a:t>
            </a:r>
            <a:r>
              <a:rPr lang="en-US" altLang="ar-SA" sz="2800" b="1" dirty="0">
                <a:solidFill>
                  <a:srgbClr val="008000"/>
                </a:solidFill>
              </a:rPr>
              <a:t>accepted</a:t>
            </a:r>
          </a:p>
          <a:p>
            <a:pPr lvl="1" algn="r" rtl="1">
              <a:buFontTx/>
              <a:buNone/>
            </a:pPr>
            <a:r>
              <a:rPr lang="ar-SA" altLang="ar-SA" sz="2800" dirty="0">
                <a:solidFill>
                  <a:srgbClr val="008000"/>
                </a:solidFill>
              </a:rPr>
              <a:t>إذا كانت حالة الآلة حالة نهائية (حالة قبول) تقبل المتسلسلة</a:t>
            </a:r>
            <a:endParaRPr lang="en-US" altLang="ar-SA" sz="2800" dirty="0">
              <a:solidFill>
                <a:srgbClr val="008000"/>
              </a:solidFill>
            </a:endParaRPr>
          </a:p>
          <a:p>
            <a:pPr lvl="1">
              <a:buFontTx/>
              <a:buNone/>
            </a:pPr>
            <a:r>
              <a:rPr lang="en-US" altLang="ar-SA" sz="2800" b="1" dirty="0"/>
              <a:t>7- if DFA state </a:t>
            </a:r>
            <a:r>
              <a:rPr lang="en-US" altLang="ar-SA" sz="2800" b="1" dirty="0">
                <a:solidFill>
                  <a:srgbClr val="FF0000"/>
                </a:solidFill>
              </a:rPr>
              <a:t>not</a:t>
            </a:r>
            <a:r>
              <a:rPr lang="en-US" altLang="ar-SA" sz="2800" b="1" dirty="0"/>
              <a:t> </a:t>
            </a:r>
            <a:r>
              <a:rPr lang="en-US" altLang="ar-SA" sz="2800" b="1" dirty="0">
                <a:solidFill>
                  <a:srgbClr val="FF0000"/>
                </a:solidFill>
              </a:rPr>
              <a:t>final</a:t>
            </a:r>
            <a:r>
              <a:rPr lang="en-US" altLang="ar-SA" sz="2800" b="1" dirty="0"/>
              <a:t>, input </a:t>
            </a:r>
            <a:r>
              <a:rPr lang="en-US" altLang="ar-SA" sz="2800" b="1" dirty="0">
                <a:solidFill>
                  <a:srgbClr val="FF0000"/>
                </a:solidFill>
              </a:rPr>
              <a:t>rejected</a:t>
            </a:r>
          </a:p>
          <a:p>
            <a:pPr lvl="1" algn="r" rtl="1">
              <a:buFontTx/>
              <a:buNone/>
            </a:pPr>
            <a:r>
              <a:rPr lang="ar-SA" altLang="ar-SA" sz="2800" dirty="0">
                <a:solidFill>
                  <a:srgbClr val="FF0000"/>
                </a:solidFill>
              </a:rPr>
              <a:t>أما إذا كانت حالة الآلة غير نهائية، فهذا يعني تم رفض المتسلسلة.</a:t>
            </a:r>
            <a:endParaRPr lang="en-US" altLang="ar-SA" sz="28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ar-SA" sz="2800" b="1" dirty="0"/>
              <a:t>8- Language of DFA -- set of </a:t>
            </a:r>
            <a:r>
              <a:rPr lang="en-US" altLang="ar-SA" sz="2800" b="1" dirty="0">
                <a:solidFill>
                  <a:schemeClr val="accent1"/>
                </a:solidFill>
              </a:rPr>
              <a:t>all</a:t>
            </a:r>
            <a:r>
              <a:rPr lang="en-US" altLang="ar-SA" sz="2800" b="1" dirty="0"/>
              <a:t> strings accepted by DFA.</a:t>
            </a:r>
          </a:p>
          <a:p>
            <a:pPr algn="r" rtl="1">
              <a:buFontTx/>
              <a:buNone/>
            </a:pPr>
            <a:r>
              <a:rPr lang="ar-SA" altLang="ar-SA" sz="2800" dirty="0"/>
              <a:t>لغة الآلة المنتهية المحدودة: هي مجموعة مكونة من كل المتسلسلات التي تقبلها الآلة.</a:t>
            </a:r>
            <a:endParaRPr lang="en-US" altLang="ar-SA" sz="2800" dirty="0"/>
          </a:p>
          <a:p>
            <a:pPr>
              <a:buFontTx/>
              <a:buNone/>
            </a:pPr>
            <a:endParaRPr lang="en-US" altLang="ar-SA" sz="2800" dirty="0"/>
          </a:p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414903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2" name="Rectangle 3"/>
          <p:cNvSpPr>
            <a:spLocks noGrp="1" noChangeArrowheads="1"/>
          </p:cNvSpPr>
          <p:nvPr>
            <p:ph type="title"/>
          </p:nvPr>
        </p:nvSpPr>
        <p:spPr>
          <a:xfrm>
            <a:off x="897190" y="511615"/>
            <a:ext cx="10583693" cy="1143000"/>
          </a:xfrm>
        </p:spPr>
        <p:txBody>
          <a:bodyPr>
            <a:normAutofit fontScale="90000"/>
          </a:bodyPr>
          <a:lstStyle/>
          <a:p>
            <a:pPr algn="ctr" rtl="1"/>
            <a:r>
              <a:rPr lang="en-US" altLang="ar-SA" b="1" dirty="0"/>
              <a:t>Pictorial representation of DFA</a:t>
            </a:r>
            <a:br>
              <a:rPr lang="ru-RU" altLang="ar-SA" b="1" dirty="0"/>
            </a:br>
            <a:r>
              <a:rPr lang="ar-SA" altLang="ar-SA" b="1" dirty="0"/>
              <a:t>الاشكال المستخدمة في رسم آلة الحالة المنتهية</a:t>
            </a:r>
            <a:endParaRPr lang="en-US" altLang="ar-SA" b="1" dirty="0"/>
          </a:p>
        </p:txBody>
      </p:sp>
      <p:pic>
        <p:nvPicPr>
          <p:cNvPr id="58371" name="Picture 2" descr="stat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909577"/>
            <a:ext cx="4572000" cy="3570033"/>
          </a:xfrm>
          <a:noFill/>
        </p:spPr>
      </p:pic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11BEF32-A5F3-4680-92E6-EECA21D0ED6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3" name="Text Box 4"/>
          <p:cNvSpPr txBox="1">
            <a:spLocks noChangeArrowheads="1"/>
          </p:cNvSpPr>
          <p:nvPr/>
        </p:nvSpPr>
        <p:spPr bwMode="auto">
          <a:xfrm>
            <a:off x="6387831" y="5479610"/>
            <a:ext cx="1452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ar-SA" sz="24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ar-SA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q,</a:t>
            </a:r>
            <a:r>
              <a:rPr lang="en-US" altLang="ar-SA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σ</a:t>
            </a:r>
            <a:r>
              <a:rPr lang="en-US" altLang="ar-SA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ar-SA" sz="1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ar-SA" sz="2800" dirty="0">
                <a:solidFill>
                  <a:srgbClr val="FF0000"/>
                </a:solidFill>
                <a:latin typeface="Arial" panose="020B0604020202020204" pitchFamily="34" charset="0"/>
              </a:rPr>
              <a:t>-</a:t>
            </a:r>
            <a:r>
              <a:rPr lang="en-US" altLang="ar-SA" sz="2000" dirty="0">
                <a:solidFill>
                  <a:srgbClr val="FF0000"/>
                </a:solidFill>
                <a:latin typeface="Arial" panose="020B0604020202020204" pitchFamily="34" charset="0"/>
              </a:rPr>
              <a:t>&gt;</a:t>
            </a:r>
            <a:r>
              <a:rPr lang="en-US" altLang="ar-SA" sz="1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ar-SA" sz="2400" dirty="0">
                <a:solidFill>
                  <a:srgbClr val="FF0000"/>
                </a:solidFill>
                <a:latin typeface="Arial" panose="020B0604020202020204" pitchFamily="34" charset="0"/>
              </a:rPr>
              <a:t>q'</a:t>
            </a:r>
          </a:p>
        </p:txBody>
      </p:sp>
      <p:sp>
        <p:nvSpPr>
          <p:cNvPr id="2" name="مربع نص 1"/>
          <p:cNvSpPr txBox="1"/>
          <p:nvPr/>
        </p:nvSpPr>
        <p:spPr>
          <a:xfrm>
            <a:off x="7472463" y="2063290"/>
            <a:ext cx="3429000" cy="34163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SA" sz="5400" dirty="0"/>
              <a:t>الحالة</a:t>
            </a:r>
          </a:p>
          <a:p>
            <a:pPr algn="r" rtl="1"/>
            <a:r>
              <a:rPr lang="ar-SA" sz="5400" dirty="0"/>
              <a:t>الحالة الابتدائية</a:t>
            </a:r>
          </a:p>
          <a:p>
            <a:pPr algn="r" rtl="1"/>
            <a:r>
              <a:rPr lang="ar-SA" sz="5400" dirty="0"/>
              <a:t>حالة القبول</a:t>
            </a:r>
          </a:p>
          <a:p>
            <a:pPr algn="r" rtl="1"/>
            <a:r>
              <a:rPr lang="ar-SA" sz="5400" dirty="0"/>
              <a:t>الانتقال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1502BFA-C70D-4F74-8FF8-E53CBBA2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4880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Diagram of DFA 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0935A8-987F-454B-A265-386513765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ctr"/>
            <a:r>
              <a:rPr lang="en-US" sz="2200" b="1" dirty="0">
                <a:solidFill>
                  <a:srgbClr val="FF0000"/>
                </a:solidFill>
              </a:rPr>
              <a:t>Example1 :           </a:t>
            </a:r>
            <a:r>
              <a:rPr lang="pt-BR" sz="2200" b="1" dirty="0">
                <a:solidFill>
                  <a:srgbClr val="FF0000"/>
                </a:solidFill>
              </a:rPr>
              <a:t>L = {a</a:t>
            </a:r>
            <a:r>
              <a:rPr lang="pt-BR" sz="2200" b="1" baseline="30000" dirty="0">
                <a:solidFill>
                  <a:srgbClr val="FF0000"/>
                </a:solidFill>
              </a:rPr>
              <a:t>2n + 1 </a:t>
            </a:r>
            <a:r>
              <a:rPr lang="pt-BR" sz="2200" b="1" dirty="0">
                <a:solidFill>
                  <a:srgbClr val="FF0000"/>
                </a:solidFill>
              </a:rPr>
              <a:t>| n &gt;= 0} OR  L = {a</a:t>
            </a:r>
            <a:r>
              <a:rPr lang="pt-BR" sz="2200" b="1" baseline="30000" dirty="0">
                <a:solidFill>
                  <a:srgbClr val="FF0000"/>
                </a:solidFill>
              </a:rPr>
              <a:t>n</a:t>
            </a:r>
            <a:r>
              <a:rPr lang="pt-BR" sz="2200" b="1" dirty="0">
                <a:solidFill>
                  <a:srgbClr val="FF0000"/>
                </a:solidFill>
              </a:rPr>
              <a:t>  | n is odd}</a:t>
            </a:r>
            <a:endParaRPr lang="ar-SA" sz="2200" b="1" dirty="0">
              <a:solidFill>
                <a:srgbClr val="FF0000"/>
              </a:solidFill>
            </a:endParaRPr>
          </a:p>
          <a:p>
            <a:pPr marL="0" indent="0">
              <a:buFontTx/>
              <a:buNone/>
            </a:pPr>
            <a:r>
              <a:rPr lang="en-US" altLang="ar-SA" sz="2400" dirty="0"/>
              <a:t>Answer:</a:t>
            </a:r>
          </a:p>
          <a:p>
            <a:pPr marL="0" indent="0">
              <a:buFontTx/>
              <a:buNone/>
            </a:pPr>
            <a:r>
              <a:rPr lang="en-US" altLang="ar-SA" sz="2400" dirty="0"/>
              <a:t>			</a:t>
            </a:r>
            <a:r>
              <a:rPr lang="fi-FI" altLang="ar-SA" sz="2400" dirty="0">
                <a:solidFill>
                  <a:srgbClr val="008000"/>
                </a:solidFill>
              </a:rPr>
              <a:t>L = {a, aaa, aaaaa, ...}</a:t>
            </a:r>
            <a:r>
              <a:rPr lang="fi-FI" altLang="ar-SA" sz="2400" dirty="0"/>
              <a:t> </a:t>
            </a:r>
          </a:p>
          <a:p>
            <a:pPr algn="ctr"/>
            <a:endParaRPr lang="ar-SA" sz="2400" b="1" dirty="0">
              <a:solidFill>
                <a:srgbClr val="FF0000"/>
              </a:solidFill>
            </a:endParaRPr>
          </a:p>
        </p:txBody>
      </p:sp>
      <p:grpSp>
        <p:nvGrpSpPr>
          <p:cNvPr id="10" name="مجموعة 9">
            <a:extLst>
              <a:ext uri="{FF2B5EF4-FFF2-40B4-BE49-F238E27FC236}">
                <a16:creationId xmlns:a16="http://schemas.microsoft.com/office/drawing/2014/main" id="{CF7580D8-6BF6-4F0F-BE2C-012537E24088}"/>
              </a:ext>
            </a:extLst>
          </p:cNvPr>
          <p:cNvGrpSpPr/>
          <p:nvPr/>
        </p:nvGrpSpPr>
        <p:grpSpPr>
          <a:xfrm>
            <a:off x="574607" y="3711499"/>
            <a:ext cx="4330700" cy="2008813"/>
            <a:chOff x="574607" y="3711499"/>
            <a:chExt cx="4330700" cy="2008813"/>
          </a:xfrm>
        </p:grpSpPr>
        <p:pic>
          <p:nvPicPr>
            <p:cNvPr id="5" name="Picture 4" descr="a^2n+1">
              <a:extLst>
                <a:ext uri="{FF2B5EF4-FFF2-40B4-BE49-F238E27FC236}">
                  <a16:creationId xmlns:a16="http://schemas.microsoft.com/office/drawing/2014/main" id="{6660663A-24F8-4DE2-B278-5F5B8787BF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74607" y="3711499"/>
              <a:ext cx="4330700" cy="1376363"/>
            </a:xfrm>
            <a:prstGeom prst="rect">
              <a:avLst/>
            </a:prstGeom>
            <a:noFill/>
          </p:spPr>
        </p:pic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05FE991E-EEBF-4CA8-8DB6-B65033500F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968" y="5258647"/>
              <a:ext cx="3561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2400" dirty="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11" name="مجموعة 10">
            <a:extLst>
              <a:ext uri="{FF2B5EF4-FFF2-40B4-BE49-F238E27FC236}">
                <a16:creationId xmlns:a16="http://schemas.microsoft.com/office/drawing/2014/main" id="{D0313C87-6018-47FC-9DB7-0C6D0C48E1F3}"/>
              </a:ext>
            </a:extLst>
          </p:cNvPr>
          <p:cNvGrpSpPr/>
          <p:nvPr/>
        </p:nvGrpSpPr>
        <p:grpSpPr>
          <a:xfrm>
            <a:off x="6515559" y="3857414"/>
            <a:ext cx="4775983" cy="2102226"/>
            <a:chOff x="5895259" y="3917574"/>
            <a:chExt cx="4775983" cy="2102226"/>
          </a:xfrm>
        </p:grpSpPr>
        <p:pic>
          <p:nvPicPr>
            <p:cNvPr id="12" name="Picture 3" descr="1trans1">
              <a:extLst>
                <a:ext uri="{FF2B5EF4-FFF2-40B4-BE49-F238E27FC236}">
                  <a16:creationId xmlns:a16="http://schemas.microsoft.com/office/drawing/2014/main" id="{E7D95DF0-2892-4207-B2DA-DF0394E85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5259" y="3917574"/>
              <a:ext cx="4775983" cy="1414609"/>
            </a:xfrm>
            <a:prstGeom prst="rect">
              <a:avLst/>
            </a:prstGeom>
            <a:noFill/>
          </p:spPr>
        </p:pic>
        <p:sp>
          <p:nvSpPr>
            <p:cNvPr id="13" name="Text Box 4">
              <a:extLst>
                <a:ext uri="{FF2B5EF4-FFF2-40B4-BE49-F238E27FC236}">
                  <a16:creationId xmlns:a16="http://schemas.microsoft.com/office/drawing/2014/main" id="{9C5B467C-864A-4A4F-A98B-884083F24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4775" y="5562600"/>
              <a:ext cx="6937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24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aaa</a:t>
              </a:r>
              <a:endParaRPr lang="en-US" altLang="ar-SA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001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20DD64EB-7AB5-49D6-B663-463E68F57002}"/>
              </a:ext>
            </a:extLst>
          </p:cNvPr>
          <p:cNvGrpSpPr/>
          <p:nvPr/>
        </p:nvGrpSpPr>
        <p:grpSpPr>
          <a:xfrm>
            <a:off x="4002932" y="705803"/>
            <a:ext cx="3881335" cy="1807865"/>
            <a:chOff x="924128" y="3328194"/>
            <a:chExt cx="3881335" cy="1807865"/>
          </a:xfrm>
        </p:grpSpPr>
        <p:pic>
          <p:nvPicPr>
            <p:cNvPr id="4" name="Picture 3" descr="1trans2">
              <a:extLst>
                <a:ext uri="{FF2B5EF4-FFF2-40B4-BE49-F238E27FC236}">
                  <a16:creationId xmlns:a16="http://schemas.microsoft.com/office/drawing/2014/main" id="{02D73FDD-6BF7-4A7D-BDEA-D8100EE0E9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4128" y="3328194"/>
              <a:ext cx="3881335" cy="1346200"/>
            </a:xfrm>
            <a:prstGeom prst="rect">
              <a:avLst/>
            </a:prstGeom>
            <a:noFill/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CF3D86-D9A2-4ADD-825F-1B644B50C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992" y="4674394"/>
              <a:ext cx="16044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ar-SA" sz="24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aa</a:t>
              </a:r>
              <a:endParaRPr lang="en-US" altLang="ar-SA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مجموعة 8">
            <a:extLst>
              <a:ext uri="{FF2B5EF4-FFF2-40B4-BE49-F238E27FC236}">
                <a16:creationId xmlns:a16="http://schemas.microsoft.com/office/drawing/2014/main" id="{2D3AAE51-EA15-4805-8760-C79743B369DE}"/>
              </a:ext>
            </a:extLst>
          </p:cNvPr>
          <p:cNvGrpSpPr/>
          <p:nvPr/>
        </p:nvGrpSpPr>
        <p:grpSpPr>
          <a:xfrm>
            <a:off x="1097280" y="3513019"/>
            <a:ext cx="4846320" cy="1735245"/>
            <a:chOff x="5487208" y="3328194"/>
            <a:chExt cx="4511202" cy="1735245"/>
          </a:xfrm>
        </p:grpSpPr>
        <p:pic>
          <p:nvPicPr>
            <p:cNvPr id="7" name="Picture 3" descr="1trans1">
              <a:extLst>
                <a:ext uri="{FF2B5EF4-FFF2-40B4-BE49-F238E27FC236}">
                  <a16:creationId xmlns:a16="http://schemas.microsoft.com/office/drawing/2014/main" id="{C6CC8D30-3634-486F-8FE2-710A145CB1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87208" y="3328194"/>
              <a:ext cx="4511202" cy="1282700"/>
            </a:xfrm>
            <a:prstGeom prst="rect">
              <a:avLst/>
            </a:prstGeom>
            <a:noFill/>
          </p:spPr>
        </p:pic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D8A40314-CCFC-4614-9AF1-4CDB622E3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0561" y="4601774"/>
              <a:ext cx="16044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24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ar-SA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ar-SA" sz="24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  <a:endParaRPr lang="en-US" altLang="ar-SA" sz="2400" dirty="0">
                <a:solidFill>
                  <a:srgbClr val="008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مجموعة 11">
            <a:extLst>
              <a:ext uri="{FF2B5EF4-FFF2-40B4-BE49-F238E27FC236}">
                <a16:creationId xmlns:a16="http://schemas.microsoft.com/office/drawing/2014/main" id="{2E386FE4-498F-40D7-9443-3853311BB201}"/>
              </a:ext>
            </a:extLst>
          </p:cNvPr>
          <p:cNvGrpSpPr/>
          <p:nvPr/>
        </p:nvGrpSpPr>
        <p:grpSpPr>
          <a:xfrm>
            <a:off x="6906638" y="3513019"/>
            <a:ext cx="4666399" cy="1930243"/>
            <a:chOff x="6906638" y="3513019"/>
            <a:chExt cx="4666399" cy="1930243"/>
          </a:xfrm>
        </p:grpSpPr>
        <p:pic>
          <p:nvPicPr>
            <p:cNvPr id="10" name="Picture 3" descr="1trans2">
              <a:extLst>
                <a:ext uri="{FF2B5EF4-FFF2-40B4-BE49-F238E27FC236}">
                  <a16:creationId xmlns:a16="http://schemas.microsoft.com/office/drawing/2014/main" id="{E6A15A2A-32AA-4D38-AF6A-ED8B6A446B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906638" y="3513019"/>
              <a:ext cx="4666399" cy="1504412"/>
            </a:xfrm>
            <a:prstGeom prst="rect">
              <a:avLst/>
            </a:prstGeom>
            <a:noFill/>
          </p:spPr>
        </p:pic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EBBF2CCA-B6A4-4754-A856-0D897E8BF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9641" y="4981597"/>
              <a:ext cx="75073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2400" dirty="0" err="1">
                  <a:solidFill>
                    <a:srgbClr val="008000"/>
                  </a:solidFill>
                  <a:latin typeface="Arial" panose="020B0604020202020204" pitchFamily="34" charset="0"/>
                </a:rPr>
                <a:t>aa</a:t>
              </a:r>
              <a:r>
                <a:rPr lang="en-US" altLang="ar-SA" sz="2400" dirty="0" err="1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  <a:endParaRPr lang="en-US" altLang="ar-SA" sz="24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مستطيل 12">
            <a:extLst>
              <a:ext uri="{FF2B5EF4-FFF2-40B4-BE49-F238E27FC236}">
                <a16:creationId xmlns:a16="http://schemas.microsoft.com/office/drawing/2014/main" id="{858068E9-2634-4AB4-A700-72912FC31E74}"/>
              </a:ext>
            </a:extLst>
          </p:cNvPr>
          <p:cNvSpPr/>
          <p:nvPr/>
        </p:nvSpPr>
        <p:spPr>
          <a:xfrm>
            <a:off x="207158" y="209732"/>
            <a:ext cx="2324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ar-SA" sz="3200" dirty="0">
                <a:solidFill>
                  <a:srgbClr val="00B050"/>
                </a:solidFill>
              </a:rPr>
              <a:t>Step-By-Step</a:t>
            </a:r>
            <a:endParaRPr lang="ar-SA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78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1502BFA-C70D-4F74-8FF8-E53CBBA2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48809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Diagram of DFA </a:t>
            </a:r>
            <a:endParaRPr lang="ar-SA" dirty="0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6A0935A8-987F-454B-A265-386513765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200" b="1" dirty="0">
                <a:solidFill>
                  <a:srgbClr val="FF0000"/>
                </a:solidFill>
              </a:rPr>
              <a:t>Example2 :           L(M) = {w in {</a:t>
            </a:r>
            <a:r>
              <a:rPr lang="en-US" sz="2200" b="1" dirty="0" err="1">
                <a:solidFill>
                  <a:srgbClr val="FF0000"/>
                </a:solidFill>
              </a:rPr>
              <a:t>a,b</a:t>
            </a:r>
            <a:r>
              <a:rPr lang="en-US" sz="2200" b="1" dirty="0">
                <a:solidFill>
                  <a:srgbClr val="FF0000"/>
                </a:solidFill>
              </a:rPr>
              <a:t>}* |w contains even no. of a’s}</a:t>
            </a:r>
          </a:p>
          <a:p>
            <a:pPr lvl="1"/>
            <a:br>
              <a:rPr lang="en-US" sz="2200" b="1" dirty="0">
                <a:solidFill>
                  <a:srgbClr val="FF0000"/>
                </a:solidFill>
              </a:rPr>
            </a:br>
            <a:r>
              <a:rPr lang="en-US" altLang="ar-SA" sz="2400" dirty="0"/>
              <a:t>Answer:</a:t>
            </a:r>
          </a:p>
          <a:p>
            <a:pPr marL="0" indent="0">
              <a:buFontTx/>
              <a:buNone/>
            </a:pPr>
            <a:r>
              <a:rPr lang="en-US" altLang="ar-SA" sz="2400" dirty="0"/>
              <a:t>			</a:t>
            </a:r>
            <a:r>
              <a:rPr lang="fi-FI" altLang="ar-SA" sz="2400" dirty="0">
                <a:solidFill>
                  <a:srgbClr val="008000"/>
                </a:solidFill>
              </a:rPr>
              <a:t>L = {a, aaa, aaaaa, ...}</a:t>
            </a:r>
            <a:r>
              <a:rPr lang="fi-FI" altLang="ar-SA" sz="2400" dirty="0"/>
              <a:t> </a:t>
            </a:r>
          </a:p>
          <a:p>
            <a:pPr algn="ctr"/>
            <a:endParaRPr lang="ar-SA" sz="2400" b="1" dirty="0">
              <a:solidFill>
                <a:srgbClr val="FF0000"/>
              </a:solidFill>
            </a:endParaRPr>
          </a:p>
        </p:txBody>
      </p:sp>
      <p:pic>
        <p:nvPicPr>
          <p:cNvPr id="14" name="Picture 3" descr="{a,b}^star">
            <a:extLst>
              <a:ext uri="{FF2B5EF4-FFF2-40B4-BE49-F238E27FC236}">
                <a16:creationId xmlns:a16="http://schemas.microsoft.com/office/drawing/2014/main" id="{97092775-B81C-477E-B892-92205C3D8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5448" y="3994770"/>
            <a:ext cx="4468238" cy="15377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216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 descr="2trans1">
            <a:extLst>
              <a:ext uri="{FF2B5EF4-FFF2-40B4-BE49-F238E27FC236}">
                <a16:creationId xmlns:a16="http://schemas.microsoft.com/office/drawing/2014/main" id="{596F9DB9-560F-4663-AE8A-77734BECDB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769" y="406479"/>
            <a:ext cx="4383662" cy="1803400"/>
          </a:xfrm>
          <a:noFill/>
        </p:spPr>
      </p:pic>
      <p:sp>
        <p:nvSpPr>
          <p:cNvPr id="14" name="Text Box 4">
            <a:extLst>
              <a:ext uri="{FF2B5EF4-FFF2-40B4-BE49-F238E27FC236}">
                <a16:creationId xmlns:a16="http://schemas.microsoft.com/office/drawing/2014/main" id="{A5E984DE-2EFC-4FDA-8148-034D280C2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212" y="2311381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ar-SA" sz="1800" dirty="0">
                <a:solidFill>
                  <a:srgbClr val="008000"/>
                </a:solidFill>
                <a:latin typeface="Arial" panose="020B0604020202020204" pitchFamily="34" charset="0"/>
              </a:rPr>
              <a:t>aa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F128F66B-33E7-4D40-A360-5AC7485D60CF}"/>
              </a:ext>
            </a:extLst>
          </p:cNvPr>
          <p:cNvGrpSpPr/>
          <p:nvPr/>
        </p:nvGrpSpPr>
        <p:grpSpPr>
          <a:xfrm>
            <a:off x="636960" y="3216297"/>
            <a:ext cx="5130800" cy="2429669"/>
            <a:chOff x="636960" y="3216297"/>
            <a:chExt cx="5130800" cy="2429669"/>
          </a:xfrm>
        </p:grpSpPr>
        <p:pic>
          <p:nvPicPr>
            <p:cNvPr id="15" name="Picture 3" descr="2trans2">
              <a:extLst>
                <a:ext uri="{FF2B5EF4-FFF2-40B4-BE49-F238E27FC236}">
                  <a16:creationId xmlns:a16="http://schemas.microsoft.com/office/drawing/2014/main" id="{53F58DD3-7F25-4922-BFF8-B8667555EA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960" y="3216297"/>
              <a:ext cx="5130800" cy="1765300"/>
            </a:xfrm>
            <a:prstGeom prst="rect">
              <a:avLst/>
            </a:prstGeom>
            <a:noFill/>
          </p:spPr>
        </p:pic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79B696A0-33DD-4928-8193-6516C6ED6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8560" y="5279253"/>
              <a:ext cx="438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1800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ar-SA" sz="180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</p:grp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406A48EC-7CF3-479B-A8E3-70F49262750C}"/>
              </a:ext>
            </a:extLst>
          </p:cNvPr>
          <p:cNvGrpSpPr/>
          <p:nvPr/>
        </p:nvGrpSpPr>
        <p:grpSpPr>
          <a:xfrm>
            <a:off x="6422362" y="3429000"/>
            <a:ext cx="5327098" cy="2219585"/>
            <a:chOff x="6422362" y="3429000"/>
            <a:chExt cx="5327098" cy="2219585"/>
          </a:xfrm>
        </p:grpSpPr>
        <p:pic>
          <p:nvPicPr>
            <p:cNvPr id="17" name="Picture 3" descr="2trans1">
              <a:extLst>
                <a:ext uri="{FF2B5EF4-FFF2-40B4-BE49-F238E27FC236}">
                  <a16:creationId xmlns:a16="http://schemas.microsoft.com/office/drawing/2014/main" id="{DDE1FAFC-7AEC-4B48-87BA-22410FA24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422362" y="3429000"/>
              <a:ext cx="5327098" cy="1612128"/>
            </a:xfrm>
            <a:prstGeom prst="rect">
              <a:avLst/>
            </a:prstGeom>
            <a:noFill/>
          </p:spPr>
        </p:pic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C4939A6F-798F-41A4-8FDB-B03F48384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178" y="5279253"/>
              <a:ext cx="7024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1800" dirty="0">
                  <a:solidFill>
                    <a:srgbClr val="00800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ar-SA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a</a:t>
              </a:r>
            </a:p>
          </p:txBody>
        </p:sp>
      </p:grpSp>
      <p:sp>
        <p:nvSpPr>
          <p:cNvPr id="19" name="مستطيل 18">
            <a:extLst>
              <a:ext uri="{FF2B5EF4-FFF2-40B4-BE49-F238E27FC236}">
                <a16:creationId xmlns:a16="http://schemas.microsoft.com/office/drawing/2014/main" id="{D07B7567-EA24-4742-9BE9-677C2FE3BC77}"/>
              </a:ext>
            </a:extLst>
          </p:cNvPr>
          <p:cNvSpPr/>
          <p:nvPr/>
        </p:nvSpPr>
        <p:spPr>
          <a:xfrm>
            <a:off x="207158" y="347013"/>
            <a:ext cx="2324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ar-SA" sz="3200" dirty="0">
                <a:solidFill>
                  <a:srgbClr val="00B050"/>
                </a:solidFill>
              </a:rPr>
              <a:t>Step-By-Step</a:t>
            </a:r>
            <a:endParaRPr lang="ar-SA" sz="32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68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مجموعة 6">
            <a:extLst>
              <a:ext uri="{FF2B5EF4-FFF2-40B4-BE49-F238E27FC236}">
                <a16:creationId xmlns:a16="http://schemas.microsoft.com/office/drawing/2014/main" id="{A41B8E6F-9AB1-41C5-A3A2-FE067FFF06E9}"/>
              </a:ext>
            </a:extLst>
          </p:cNvPr>
          <p:cNvGrpSpPr/>
          <p:nvPr/>
        </p:nvGrpSpPr>
        <p:grpSpPr>
          <a:xfrm>
            <a:off x="3380712" y="592757"/>
            <a:ext cx="5207000" cy="2087956"/>
            <a:chOff x="3380712" y="592757"/>
            <a:chExt cx="5207000" cy="2087956"/>
          </a:xfrm>
        </p:grpSpPr>
        <p:sp>
          <p:nvSpPr>
            <p:cNvPr id="14" name="Text Box 4">
              <a:extLst>
                <a:ext uri="{FF2B5EF4-FFF2-40B4-BE49-F238E27FC236}">
                  <a16:creationId xmlns:a16="http://schemas.microsoft.com/office/drawing/2014/main" id="{A5E984DE-2EFC-4FDA-8148-034D280C2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2714" y="2311381"/>
              <a:ext cx="4411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1800" dirty="0">
                  <a:solidFill>
                    <a:srgbClr val="008000"/>
                  </a:solidFill>
                  <a:latin typeface="Arial" panose="020B0604020202020204" pitchFamily="34" charset="0"/>
                </a:rPr>
                <a:t>ab</a:t>
              </a:r>
            </a:p>
          </p:txBody>
        </p:sp>
        <p:pic>
          <p:nvPicPr>
            <p:cNvPr id="12" name="Picture 3" descr="2trans1">
              <a:extLst>
                <a:ext uri="{FF2B5EF4-FFF2-40B4-BE49-F238E27FC236}">
                  <a16:creationId xmlns:a16="http://schemas.microsoft.com/office/drawing/2014/main" id="{E490F9BB-18BB-4E04-8695-1BFACDF38B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0712" y="592757"/>
              <a:ext cx="5207000" cy="1803400"/>
            </a:xfrm>
            <a:prstGeom prst="rect">
              <a:avLst/>
            </a:prstGeom>
            <a:noFill/>
          </p:spPr>
        </p:pic>
      </p:grpSp>
      <p:pic>
        <p:nvPicPr>
          <p:cNvPr id="19" name="Picture 3" descr="2trans2">
            <a:extLst>
              <a:ext uri="{FF2B5EF4-FFF2-40B4-BE49-F238E27FC236}">
                <a16:creationId xmlns:a16="http://schemas.microsoft.com/office/drawing/2014/main" id="{E86BFB65-403F-4FEE-B6D9-F2138B6605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40" y="3513953"/>
            <a:ext cx="5130800" cy="1765300"/>
          </a:xfrm>
          <a:noFill/>
        </p:spPr>
      </p:pic>
      <p:sp>
        <p:nvSpPr>
          <p:cNvPr id="20" name="Text Box 4">
            <a:extLst>
              <a:ext uri="{FF2B5EF4-FFF2-40B4-BE49-F238E27FC236}">
                <a16:creationId xmlns:a16="http://schemas.microsoft.com/office/drawing/2014/main" id="{FB8EA89C-3EDE-4757-BB3B-95FF4B7D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7366" y="5418327"/>
            <a:ext cx="4411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ar-SA" sz="1800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ar-SA" sz="1800" dirty="0">
                <a:solidFill>
                  <a:srgbClr val="008000"/>
                </a:solidFill>
                <a:latin typeface="Arial" panose="020B0604020202020204" pitchFamily="34" charset="0"/>
              </a:rPr>
              <a:t>b</a:t>
            </a:r>
          </a:p>
        </p:txBody>
      </p:sp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2C8566C2-CAB2-4B24-8BEF-3468EB1F3C67}"/>
              </a:ext>
            </a:extLst>
          </p:cNvPr>
          <p:cNvGrpSpPr/>
          <p:nvPr/>
        </p:nvGrpSpPr>
        <p:grpSpPr>
          <a:xfrm>
            <a:off x="6022312" y="3294638"/>
            <a:ext cx="5130800" cy="2169281"/>
            <a:chOff x="6022312" y="3294638"/>
            <a:chExt cx="5130800" cy="2169281"/>
          </a:xfrm>
        </p:grpSpPr>
        <p:pic>
          <p:nvPicPr>
            <p:cNvPr id="21" name="Picture 3" descr="2trans2">
              <a:extLst>
                <a:ext uri="{FF2B5EF4-FFF2-40B4-BE49-F238E27FC236}">
                  <a16:creationId xmlns:a16="http://schemas.microsoft.com/office/drawing/2014/main" id="{BF227B0B-B902-42DD-9DA4-C7ACC6E938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2312" y="3294638"/>
              <a:ext cx="5130800" cy="1765300"/>
            </a:xfrm>
            <a:prstGeom prst="rect">
              <a:avLst/>
            </a:prstGeom>
            <a:noFill/>
          </p:spPr>
        </p:pic>
        <p:sp>
          <p:nvSpPr>
            <p:cNvPr id="22" name="Text Box 4">
              <a:extLst>
                <a:ext uri="{FF2B5EF4-FFF2-40B4-BE49-F238E27FC236}">
                  <a16:creationId xmlns:a16="http://schemas.microsoft.com/office/drawing/2014/main" id="{897668B7-71BE-4764-B088-47D051701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3315" y="5094587"/>
              <a:ext cx="12403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ar-SA" sz="1800" dirty="0">
                  <a:solidFill>
                    <a:srgbClr val="00B050"/>
                  </a:solidFill>
                  <a:latin typeface="Arial" panose="020B0604020202020204" pitchFamily="34" charset="0"/>
                </a:rPr>
                <a:t>a</a:t>
              </a:r>
              <a:r>
                <a:rPr lang="en-US" altLang="ar-SA" sz="1800" dirty="0">
                  <a:solidFill>
                    <a:srgbClr val="FF0000"/>
                  </a:solidFill>
                  <a:latin typeface="Arial" panose="020B0604020202020204" pitchFamily="34" charset="0"/>
                </a:rPr>
                <a:t>b</a:t>
              </a:r>
            </a:p>
          </p:txBody>
        </p:sp>
      </p:grpSp>
      <p:sp>
        <p:nvSpPr>
          <p:cNvPr id="8" name="مستطيل 7">
            <a:extLst>
              <a:ext uri="{FF2B5EF4-FFF2-40B4-BE49-F238E27FC236}">
                <a16:creationId xmlns:a16="http://schemas.microsoft.com/office/drawing/2014/main" id="{EFF681D2-48E3-4AB5-956C-8572C5E0B0A0}"/>
              </a:ext>
            </a:extLst>
          </p:cNvPr>
          <p:cNvSpPr/>
          <p:nvPr/>
        </p:nvSpPr>
        <p:spPr>
          <a:xfrm>
            <a:off x="442540" y="320264"/>
            <a:ext cx="25860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ar-SA" sz="3600" dirty="0">
                <a:solidFill>
                  <a:srgbClr val="00B050"/>
                </a:solidFill>
              </a:rPr>
              <a:t>Step-By-Step</a:t>
            </a:r>
            <a:endParaRPr lang="ar-SA" sz="3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625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Rectangle 2"/>
          <p:cNvSpPr>
            <a:spLocks noGrp="1" noChangeArrowheads="1"/>
          </p:cNvSpPr>
          <p:nvPr>
            <p:ph type="title"/>
          </p:nvPr>
        </p:nvSpPr>
        <p:spPr>
          <a:xfrm>
            <a:off x="4764628" y="203203"/>
            <a:ext cx="6040943" cy="533399"/>
          </a:xfrm>
        </p:spPr>
        <p:txBody>
          <a:bodyPr>
            <a:normAutofit fontScale="90000"/>
          </a:bodyPr>
          <a:lstStyle/>
          <a:p>
            <a:r>
              <a:rPr lang="en-US" altLang="ar-SA" b="1" dirty="0">
                <a:solidFill>
                  <a:srgbClr val="FF0000"/>
                </a:solidFill>
              </a:rPr>
              <a:t>Transition Graph</a:t>
            </a:r>
          </a:p>
        </p:txBody>
      </p:sp>
      <p:sp>
        <p:nvSpPr>
          <p:cNvPr id="10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10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493E1DDE-866A-423F-9103-421703364056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45" name="Text Box 27"/>
          <p:cNvSpPr txBox="1">
            <a:spLocks noChangeArrowheads="1"/>
          </p:cNvSpPr>
          <p:nvPr/>
        </p:nvSpPr>
        <p:spPr bwMode="auto">
          <a:xfrm>
            <a:off x="2743200" y="4343400"/>
            <a:ext cx="126188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initial</a:t>
            </a:r>
          </a:p>
          <a:p>
            <a:r>
              <a:rPr lang="en-US" altLang="ar-SA"/>
              <a:t>state</a:t>
            </a:r>
          </a:p>
        </p:txBody>
      </p:sp>
      <p:sp>
        <p:nvSpPr>
          <p:cNvPr id="1046" name="Text Box 28"/>
          <p:cNvSpPr txBox="1">
            <a:spLocks noChangeArrowheads="1"/>
          </p:cNvSpPr>
          <p:nvPr/>
        </p:nvSpPr>
        <p:spPr bwMode="auto">
          <a:xfrm>
            <a:off x="8001000" y="4343400"/>
            <a:ext cx="177965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  final</a:t>
            </a:r>
          </a:p>
          <a:p>
            <a:r>
              <a:rPr lang="en-US" altLang="ar-SA"/>
              <a:t>  state</a:t>
            </a:r>
          </a:p>
          <a:p>
            <a:r>
              <a:rPr lang="en-US" altLang="ar-SA"/>
              <a:t>“accept”</a:t>
            </a:r>
          </a:p>
        </p:txBody>
      </p:sp>
      <p:sp>
        <p:nvSpPr>
          <p:cNvPr id="1047" name="Line 31"/>
          <p:cNvSpPr>
            <a:spLocks noChangeShapeType="1"/>
          </p:cNvSpPr>
          <p:nvPr/>
        </p:nvSpPr>
        <p:spPr bwMode="auto">
          <a:xfrm flipV="1">
            <a:off x="4724400" y="41910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48" name="Line 32"/>
          <p:cNvSpPr>
            <a:spLocks noChangeShapeType="1"/>
          </p:cNvSpPr>
          <p:nvPr/>
        </p:nvSpPr>
        <p:spPr bwMode="auto">
          <a:xfrm flipV="1">
            <a:off x="6629400" y="3962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49" name="Text Box 33"/>
          <p:cNvSpPr txBox="1">
            <a:spLocks noChangeArrowheads="1"/>
          </p:cNvSpPr>
          <p:nvPr/>
        </p:nvSpPr>
        <p:spPr bwMode="auto">
          <a:xfrm>
            <a:off x="4038601" y="5638800"/>
            <a:ext cx="1196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state</a:t>
            </a:r>
          </a:p>
        </p:txBody>
      </p:sp>
      <p:sp>
        <p:nvSpPr>
          <p:cNvPr id="1050" name="Text Box 34"/>
          <p:cNvSpPr txBox="1">
            <a:spLocks noChangeArrowheads="1"/>
          </p:cNvSpPr>
          <p:nvPr/>
        </p:nvSpPr>
        <p:spPr bwMode="auto">
          <a:xfrm>
            <a:off x="5486400" y="5181600"/>
            <a:ext cx="2038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transition</a:t>
            </a:r>
          </a:p>
        </p:txBody>
      </p:sp>
      <p:sp>
        <p:nvSpPr>
          <p:cNvPr id="1051" name="Text Box 62"/>
          <p:cNvSpPr txBox="1">
            <a:spLocks noChangeArrowheads="1"/>
          </p:cNvSpPr>
          <p:nvPr/>
        </p:nvSpPr>
        <p:spPr bwMode="auto">
          <a:xfrm>
            <a:off x="2974329" y="1130515"/>
            <a:ext cx="44529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Abba -Finite Accepter</a:t>
            </a:r>
          </a:p>
        </p:txBody>
      </p:sp>
      <p:sp>
        <p:nvSpPr>
          <p:cNvPr id="1052" name="Oval 70"/>
          <p:cNvSpPr>
            <a:spLocks noChangeArrowheads="1"/>
          </p:cNvSpPr>
          <p:nvPr/>
        </p:nvSpPr>
        <p:spPr bwMode="auto">
          <a:xfrm>
            <a:off x="31242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53" name="Oval 71"/>
          <p:cNvSpPr>
            <a:spLocks noChangeArrowheads="1"/>
          </p:cNvSpPr>
          <p:nvPr/>
        </p:nvSpPr>
        <p:spPr bwMode="auto">
          <a:xfrm>
            <a:off x="5715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54" name="Oval 72"/>
          <p:cNvSpPr>
            <a:spLocks noChangeArrowheads="1"/>
          </p:cNvSpPr>
          <p:nvPr/>
        </p:nvSpPr>
        <p:spPr bwMode="auto">
          <a:xfrm>
            <a:off x="70104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55" name="Oval 73"/>
          <p:cNvSpPr>
            <a:spLocks noChangeArrowheads="1"/>
          </p:cNvSpPr>
          <p:nvPr/>
        </p:nvSpPr>
        <p:spPr bwMode="auto">
          <a:xfrm>
            <a:off x="83820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56" name="Oval 74"/>
          <p:cNvSpPr>
            <a:spLocks noChangeArrowheads="1"/>
          </p:cNvSpPr>
          <p:nvPr/>
        </p:nvSpPr>
        <p:spPr bwMode="auto">
          <a:xfrm>
            <a:off x="8229600" y="3429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57" name="Line 75"/>
          <p:cNvSpPr>
            <a:spLocks noChangeShapeType="1"/>
          </p:cNvSpPr>
          <p:nvPr/>
        </p:nvSpPr>
        <p:spPr bwMode="auto">
          <a:xfrm>
            <a:off x="2514600" y="3886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58" name="Line 76"/>
          <p:cNvSpPr>
            <a:spLocks noChangeShapeType="1"/>
          </p:cNvSpPr>
          <p:nvPr/>
        </p:nvSpPr>
        <p:spPr bwMode="auto">
          <a:xfrm>
            <a:off x="49530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59" name="Line 77"/>
          <p:cNvSpPr>
            <a:spLocks noChangeShapeType="1"/>
          </p:cNvSpPr>
          <p:nvPr/>
        </p:nvSpPr>
        <p:spPr bwMode="auto">
          <a:xfrm>
            <a:off x="62484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60" name="Line 78"/>
          <p:cNvSpPr>
            <a:spLocks noChangeShapeType="1"/>
          </p:cNvSpPr>
          <p:nvPr/>
        </p:nvSpPr>
        <p:spPr bwMode="auto">
          <a:xfrm>
            <a:off x="7543800" y="3886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026" name="Object 79"/>
          <p:cNvGraphicFramePr>
            <a:graphicFrameLocks noChangeAspect="1"/>
          </p:cNvGraphicFramePr>
          <p:nvPr/>
        </p:nvGraphicFramePr>
        <p:xfrm>
          <a:off x="3200400" y="3581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2" name="Equation" r:id="rId3" imgW="419040" imgH="469800" progId="Equation.3">
                  <p:embed/>
                </p:oleObj>
              </mc:Choice>
              <mc:Fallback>
                <p:oleObj name="Equation" r:id="rId3" imgW="419040" imgH="469800" progId="Equation.3">
                  <p:embed/>
                  <p:pic>
                    <p:nvPicPr>
                      <p:cNvPr id="1026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581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" name="Oval 80"/>
          <p:cNvSpPr>
            <a:spLocks noChangeArrowheads="1"/>
          </p:cNvSpPr>
          <p:nvPr/>
        </p:nvSpPr>
        <p:spPr bwMode="auto">
          <a:xfrm>
            <a:off x="4419600" y="358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027" name="Object 81"/>
          <p:cNvGraphicFramePr>
            <a:graphicFrameLocks noChangeAspect="1"/>
          </p:cNvGraphicFramePr>
          <p:nvPr/>
        </p:nvGraphicFramePr>
        <p:xfrm>
          <a:off x="4533901" y="3581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3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1027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901" y="3581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82"/>
          <p:cNvGraphicFramePr>
            <a:graphicFrameLocks noChangeAspect="1"/>
          </p:cNvGraphicFramePr>
          <p:nvPr/>
        </p:nvGraphicFramePr>
        <p:xfrm>
          <a:off x="5803901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4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1028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83"/>
          <p:cNvGraphicFramePr>
            <a:graphicFrameLocks noChangeAspect="1"/>
          </p:cNvGraphicFramePr>
          <p:nvPr/>
        </p:nvGraphicFramePr>
        <p:xfrm>
          <a:off x="7099301" y="3581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5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1029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9301" y="3581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0" name="Object 84"/>
          <p:cNvGraphicFramePr>
            <a:graphicFrameLocks noChangeAspect="1"/>
          </p:cNvGraphicFramePr>
          <p:nvPr/>
        </p:nvGraphicFramePr>
        <p:xfrm>
          <a:off x="8458200" y="3581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6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103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58200" y="3581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2" name="Line 85"/>
          <p:cNvSpPr>
            <a:spLocks noChangeShapeType="1"/>
          </p:cNvSpPr>
          <p:nvPr/>
        </p:nvSpPr>
        <p:spPr bwMode="auto">
          <a:xfrm>
            <a:off x="3657600" y="3886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031" name="Object 86"/>
          <p:cNvGraphicFramePr>
            <a:graphicFrameLocks noChangeAspect="1"/>
          </p:cNvGraphicFramePr>
          <p:nvPr/>
        </p:nvGraphicFramePr>
        <p:xfrm>
          <a:off x="3886201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7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1031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1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2" name="Object 87"/>
          <p:cNvGraphicFramePr>
            <a:graphicFrameLocks noChangeAspect="1"/>
          </p:cNvGraphicFramePr>
          <p:nvPr/>
        </p:nvGraphicFramePr>
        <p:xfrm>
          <a:off x="5181600" y="3505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8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1032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505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88"/>
          <p:cNvGraphicFramePr>
            <a:graphicFrameLocks noChangeAspect="1"/>
          </p:cNvGraphicFramePr>
          <p:nvPr/>
        </p:nvGraphicFramePr>
        <p:xfrm>
          <a:off x="6477000" y="3505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69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033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505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" name="Object 89"/>
          <p:cNvGraphicFramePr>
            <a:graphicFrameLocks noChangeAspect="1"/>
          </p:cNvGraphicFramePr>
          <p:nvPr/>
        </p:nvGraphicFramePr>
        <p:xfrm>
          <a:off x="7772401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0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034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1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3" name="Oval 90"/>
          <p:cNvSpPr>
            <a:spLocks noChangeArrowheads="1"/>
          </p:cNvSpPr>
          <p:nvPr/>
        </p:nvSpPr>
        <p:spPr bwMode="auto">
          <a:xfrm>
            <a:off x="7785100" y="2298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035" name="Object 91"/>
          <p:cNvGraphicFramePr>
            <a:graphicFrameLocks noChangeAspect="1"/>
          </p:cNvGraphicFramePr>
          <p:nvPr/>
        </p:nvGraphicFramePr>
        <p:xfrm>
          <a:off x="7861301" y="22987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1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1035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1301" y="22987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92"/>
          <p:cNvGraphicFramePr>
            <a:graphicFrameLocks noChangeAspect="1"/>
          </p:cNvGraphicFramePr>
          <p:nvPr/>
        </p:nvGraphicFramePr>
        <p:xfrm>
          <a:off x="4724401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2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036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7" name="Object 93"/>
          <p:cNvGraphicFramePr>
            <a:graphicFrameLocks noChangeAspect="1"/>
          </p:cNvGraphicFramePr>
          <p:nvPr/>
        </p:nvGraphicFramePr>
        <p:xfrm>
          <a:off x="5943601" y="3200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3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1037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3200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8" name="Object 94"/>
          <p:cNvGraphicFramePr>
            <a:graphicFrameLocks noChangeAspect="1"/>
          </p:cNvGraphicFramePr>
          <p:nvPr/>
        </p:nvGraphicFramePr>
        <p:xfrm>
          <a:off x="7239000" y="3124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4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1038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124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9" name="Object 95"/>
          <p:cNvGraphicFramePr>
            <a:graphicFrameLocks noChangeAspect="1"/>
          </p:cNvGraphicFramePr>
          <p:nvPr/>
        </p:nvGraphicFramePr>
        <p:xfrm>
          <a:off x="3352800" y="3048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5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1039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048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4" name="Freeform 96"/>
          <p:cNvSpPr>
            <a:spLocks/>
          </p:cNvSpPr>
          <p:nvPr/>
        </p:nvSpPr>
        <p:spPr bwMode="auto">
          <a:xfrm>
            <a:off x="7620000" y="15240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040" name="Object 97"/>
          <p:cNvGraphicFramePr>
            <a:graphicFrameLocks noChangeAspect="1"/>
          </p:cNvGraphicFramePr>
          <p:nvPr/>
        </p:nvGraphicFramePr>
        <p:xfrm>
          <a:off x="7632701" y="10795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76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104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1" y="10795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5" name="Line 98"/>
          <p:cNvSpPr>
            <a:spLocks noChangeShapeType="1"/>
          </p:cNvSpPr>
          <p:nvPr/>
        </p:nvSpPr>
        <p:spPr bwMode="auto">
          <a:xfrm flipV="1">
            <a:off x="7391400" y="2819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66" name="Freeform 99"/>
          <p:cNvSpPr>
            <a:spLocks/>
          </p:cNvSpPr>
          <p:nvPr/>
        </p:nvSpPr>
        <p:spPr bwMode="auto">
          <a:xfrm>
            <a:off x="6096000" y="26670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67" name="Freeform 100"/>
          <p:cNvSpPr>
            <a:spLocks/>
          </p:cNvSpPr>
          <p:nvPr/>
        </p:nvSpPr>
        <p:spPr bwMode="auto">
          <a:xfrm>
            <a:off x="4800600" y="24765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68" name="Freeform 101"/>
          <p:cNvSpPr>
            <a:spLocks/>
          </p:cNvSpPr>
          <p:nvPr/>
        </p:nvSpPr>
        <p:spPr bwMode="auto">
          <a:xfrm>
            <a:off x="3505200" y="18542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1069" name="Group 103"/>
          <p:cNvGrpSpPr>
            <a:grpSpLocks/>
          </p:cNvGrpSpPr>
          <p:nvPr/>
        </p:nvGrpSpPr>
        <p:grpSpPr bwMode="auto">
          <a:xfrm>
            <a:off x="8153401" y="2819400"/>
            <a:ext cx="900113" cy="609600"/>
            <a:chOff x="4224" y="1824"/>
            <a:chExt cx="567" cy="384"/>
          </a:xfrm>
        </p:grpSpPr>
        <p:graphicFrame>
          <p:nvGraphicFramePr>
            <p:cNvPr id="1041" name="Object 10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77" name="Equation" r:id="rId27" imgW="672840" imgH="444240" progId="Equation.3">
                    <p:embed/>
                  </p:oleObj>
                </mc:Choice>
                <mc:Fallback>
                  <p:oleObj name="Equation" r:id="rId27" imgW="672840" imgH="444240" progId="Equation.3">
                    <p:embed/>
                    <p:pic>
                      <p:nvPicPr>
                        <p:cNvPr id="1041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1" name="Line 10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1070" name="Text Box 106"/>
          <p:cNvSpPr txBox="1">
            <a:spLocks noChangeArrowheads="1"/>
          </p:cNvSpPr>
          <p:nvPr/>
        </p:nvSpPr>
        <p:spPr bwMode="auto">
          <a:xfrm>
            <a:off x="8305801" y="1981200"/>
            <a:ext cx="213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trap state</a:t>
            </a:r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30DD3B4-1FEE-4219-A185-9E2F73CB5641}"/>
              </a:ext>
            </a:extLst>
          </p:cNvPr>
          <p:cNvSpPr txBox="1">
            <a:spLocks noChangeArrowheads="1"/>
          </p:cNvSpPr>
          <p:nvPr/>
        </p:nvSpPr>
        <p:spPr>
          <a:xfrm>
            <a:off x="10639" y="132510"/>
            <a:ext cx="4280008" cy="8563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ar-SA" b="1" dirty="0">
                <a:solidFill>
                  <a:srgbClr val="FF0000"/>
                </a:solidFill>
              </a:rPr>
              <a:t>Example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Rectangle 2"/>
          <p:cNvSpPr>
            <a:spLocks noGrp="1" noChangeArrowheads="1"/>
          </p:cNvSpPr>
          <p:nvPr>
            <p:ph type="title"/>
          </p:nvPr>
        </p:nvSpPr>
        <p:spPr>
          <a:xfrm>
            <a:off x="2152650" y="262732"/>
            <a:ext cx="7886700" cy="519112"/>
          </a:xfrm>
        </p:spPr>
        <p:txBody>
          <a:bodyPr>
            <a:normAutofit fontScale="90000"/>
          </a:bodyPr>
          <a:lstStyle/>
          <a:p>
            <a:r>
              <a:rPr lang="en-US" altLang="ar-SA" dirty="0"/>
              <a:t>Initial Configuration</a:t>
            </a:r>
          </a:p>
        </p:txBody>
      </p:sp>
      <p:sp>
        <p:nvSpPr>
          <p:cNvPr id="20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877B2F7-7DE2-4244-AF8C-4C7B86259CBE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1" name="Text Box 46"/>
          <p:cNvSpPr txBox="1">
            <a:spLocks noChangeArrowheads="1"/>
          </p:cNvSpPr>
          <p:nvPr/>
        </p:nvSpPr>
        <p:spPr bwMode="auto">
          <a:xfrm>
            <a:off x="774053" y="1051761"/>
            <a:ext cx="2574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 dirty="0"/>
              <a:t>Input String</a:t>
            </a:r>
          </a:p>
        </p:txBody>
      </p:sp>
      <p:grpSp>
        <p:nvGrpSpPr>
          <p:cNvPr id="6" name="مجموعة 5">
            <a:extLst>
              <a:ext uri="{FF2B5EF4-FFF2-40B4-BE49-F238E27FC236}">
                <a16:creationId xmlns:a16="http://schemas.microsoft.com/office/drawing/2014/main" id="{F4C56E57-08C9-4A07-9F28-15E616684A9A}"/>
              </a:ext>
            </a:extLst>
          </p:cNvPr>
          <p:cNvGrpSpPr/>
          <p:nvPr/>
        </p:nvGrpSpPr>
        <p:grpSpPr>
          <a:xfrm>
            <a:off x="450565" y="1849062"/>
            <a:ext cx="3667795" cy="533400"/>
            <a:chOff x="2209800" y="1371600"/>
            <a:chExt cx="3667795" cy="533400"/>
          </a:xfrm>
        </p:grpSpPr>
        <p:sp>
          <p:nvSpPr>
            <p:cNvPr id="2090" name="Rectangle 44"/>
            <p:cNvSpPr>
              <a:spLocks noChangeArrowheads="1"/>
            </p:cNvSpPr>
            <p:nvPr/>
          </p:nvSpPr>
          <p:spPr bwMode="auto">
            <a:xfrm>
              <a:off x="2209800" y="1371600"/>
              <a:ext cx="3667795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2092" name="Line 47"/>
            <p:cNvSpPr>
              <a:spLocks noChangeShapeType="1"/>
            </p:cNvSpPr>
            <p:nvPr/>
          </p:nvSpPr>
          <p:spPr bwMode="auto">
            <a:xfrm>
              <a:off x="27432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093" name="Line 48"/>
            <p:cNvSpPr>
              <a:spLocks noChangeShapeType="1"/>
            </p:cNvSpPr>
            <p:nvPr/>
          </p:nvSpPr>
          <p:spPr bwMode="auto">
            <a:xfrm>
              <a:off x="32766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094" name="Line 49"/>
            <p:cNvSpPr>
              <a:spLocks noChangeShapeType="1"/>
            </p:cNvSpPr>
            <p:nvPr/>
          </p:nvSpPr>
          <p:spPr bwMode="auto">
            <a:xfrm>
              <a:off x="38100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2095" name="Line 50"/>
            <p:cNvSpPr>
              <a:spLocks noChangeShapeType="1"/>
            </p:cNvSpPr>
            <p:nvPr/>
          </p:nvSpPr>
          <p:spPr bwMode="auto">
            <a:xfrm>
              <a:off x="43434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2064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539335"/>
                </p:ext>
              </p:extLst>
            </p:nvPr>
          </p:nvGraphicFramePr>
          <p:xfrm>
            <a:off x="2362201" y="15240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4" name="Equation" r:id="rId3" imgW="266400" imgH="279360" progId="Equation.3">
                    <p:embed/>
                  </p:oleObj>
                </mc:Choice>
                <mc:Fallback>
                  <p:oleObj name="Equation" r:id="rId3" imgW="266400" imgH="279360" progId="Equation.3">
                    <p:embed/>
                    <p:pic>
                      <p:nvPicPr>
                        <p:cNvPr id="2064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1" y="15240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5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5467679"/>
                </p:ext>
              </p:extLst>
            </p:nvPr>
          </p:nvGraphicFramePr>
          <p:xfrm>
            <a:off x="2895600" y="14478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5" name="Equation" r:id="rId5" imgW="279360" imgH="380880" progId="Equation.3">
                    <p:embed/>
                  </p:oleObj>
                </mc:Choice>
                <mc:Fallback>
                  <p:oleObj name="Equation" r:id="rId5" imgW="279360" imgH="380880" progId="Equation.3">
                    <p:embed/>
                    <p:pic>
                      <p:nvPicPr>
                        <p:cNvPr id="2065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14478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7257408"/>
                </p:ext>
              </p:extLst>
            </p:nvPr>
          </p:nvGraphicFramePr>
          <p:xfrm>
            <a:off x="3429000" y="14478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6" name="Equation" r:id="rId7" imgW="279360" imgH="380880" progId="Equation.3">
                    <p:embed/>
                  </p:oleObj>
                </mc:Choice>
                <mc:Fallback>
                  <p:oleObj name="Equation" r:id="rId7" imgW="279360" imgH="380880" progId="Equation.3">
                    <p:embed/>
                    <p:pic>
                      <p:nvPicPr>
                        <p:cNvPr id="2066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14478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7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9009971"/>
                </p:ext>
              </p:extLst>
            </p:nvPr>
          </p:nvGraphicFramePr>
          <p:xfrm>
            <a:off x="3962401" y="15240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7" name="Equation" r:id="rId8" imgW="266400" imgH="279360" progId="Equation.3">
                    <p:embed/>
                  </p:oleObj>
                </mc:Choice>
                <mc:Fallback>
                  <p:oleObj name="Equation" r:id="rId8" imgW="266400" imgH="279360" progId="Equation.3">
                    <p:embed/>
                    <p:pic>
                      <p:nvPicPr>
                        <p:cNvPr id="2067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1" y="15240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97" name="Line 60"/>
          <p:cNvSpPr>
            <a:spLocks noChangeShapeType="1"/>
          </p:cNvSpPr>
          <p:nvPr/>
        </p:nvSpPr>
        <p:spPr bwMode="auto">
          <a:xfrm>
            <a:off x="283813" y="1391862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3F085617-49F1-40BC-AB16-15109CA62928}"/>
              </a:ext>
            </a:extLst>
          </p:cNvPr>
          <p:cNvGrpSpPr/>
          <p:nvPr/>
        </p:nvGrpSpPr>
        <p:grpSpPr>
          <a:xfrm>
            <a:off x="10320" y="2653602"/>
            <a:ext cx="5880095" cy="3187699"/>
            <a:chOff x="2362200" y="2374901"/>
            <a:chExt cx="6553200" cy="3187699"/>
          </a:xfrm>
        </p:grpSpPr>
        <p:graphicFrame>
          <p:nvGraphicFramePr>
            <p:cNvPr id="2063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0898295"/>
                </p:ext>
              </p:extLst>
            </p:nvPr>
          </p:nvGraphicFramePr>
          <p:xfrm>
            <a:off x="7480301" y="2374901"/>
            <a:ext cx="671513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58" name="Equation" r:id="rId9" imgW="672840" imgH="444240" progId="Equation.3">
                    <p:embed/>
                  </p:oleObj>
                </mc:Choice>
                <mc:Fallback>
                  <p:oleObj name="Equation" r:id="rId9" imgW="672840" imgH="444240" progId="Equation.3">
                    <p:embed/>
                    <p:pic>
                      <p:nvPicPr>
                        <p:cNvPr id="2063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0301" y="2374901"/>
                          <a:ext cx="671513" cy="442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" name="مجموعة 1">
              <a:extLst>
                <a:ext uri="{FF2B5EF4-FFF2-40B4-BE49-F238E27FC236}">
                  <a16:creationId xmlns:a16="http://schemas.microsoft.com/office/drawing/2014/main" id="{2122836E-BD1D-4FA3-B573-629767D6E399}"/>
                </a:ext>
              </a:extLst>
            </p:cNvPr>
            <p:cNvGrpSpPr/>
            <p:nvPr/>
          </p:nvGrpSpPr>
          <p:grpSpPr>
            <a:xfrm>
              <a:off x="2362200" y="2819400"/>
              <a:ext cx="6553200" cy="2743200"/>
              <a:chOff x="2362200" y="2819400"/>
              <a:chExt cx="6553200" cy="2743200"/>
            </a:xfrm>
          </p:grpSpPr>
          <p:sp>
            <p:nvSpPr>
              <p:cNvPr id="2073" name="Oval 5"/>
              <p:cNvSpPr>
                <a:spLocks noChangeArrowheads="1"/>
              </p:cNvSpPr>
              <p:nvPr/>
            </p:nvSpPr>
            <p:spPr bwMode="auto">
              <a:xfrm>
                <a:off x="2967039" y="4879976"/>
                <a:ext cx="530225" cy="530225"/>
              </a:xfrm>
              <a:prstGeom prst="ellipse">
                <a:avLst/>
              </a:prstGeom>
              <a:solidFill>
                <a:srgbClr val="FF0000">
                  <a:alpha val="50195"/>
                </a:srgbClr>
              </a:solidFill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2074" name="Oval 6"/>
              <p:cNvSpPr>
                <a:spLocks noChangeArrowheads="1"/>
              </p:cNvSpPr>
              <p:nvPr/>
            </p:nvSpPr>
            <p:spPr bwMode="auto">
              <a:xfrm>
                <a:off x="55626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2075" name="Oval 7"/>
              <p:cNvSpPr>
                <a:spLocks noChangeArrowheads="1"/>
              </p:cNvSpPr>
              <p:nvPr/>
            </p:nvSpPr>
            <p:spPr bwMode="auto">
              <a:xfrm>
                <a:off x="68580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2076" name="Oval 8"/>
              <p:cNvSpPr>
                <a:spLocks noChangeArrowheads="1"/>
              </p:cNvSpPr>
              <p:nvPr/>
            </p:nvSpPr>
            <p:spPr bwMode="auto">
              <a:xfrm>
                <a:off x="82296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2077" name="Oval 9"/>
              <p:cNvSpPr>
                <a:spLocks noChangeArrowheads="1"/>
              </p:cNvSpPr>
              <p:nvPr/>
            </p:nvSpPr>
            <p:spPr bwMode="auto">
              <a:xfrm>
                <a:off x="8077200" y="4724400"/>
                <a:ext cx="838200" cy="8382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2078" name="Line 10"/>
              <p:cNvSpPr>
                <a:spLocks noChangeShapeType="1"/>
              </p:cNvSpPr>
              <p:nvPr/>
            </p:nvSpPr>
            <p:spPr bwMode="auto">
              <a:xfrm>
                <a:off x="2362200" y="5181600"/>
                <a:ext cx="60960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79" name="Line 11"/>
              <p:cNvSpPr>
                <a:spLocks noChangeShapeType="1"/>
              </p:cNvSpPr>
              <p:nvPr/>
            </p:nvSpPr>
            <p:spPr bwMode="auto">
              <a:xfrm>
                <a:off x="4800600" y="5181600"/>
                <a:ext cx="762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80" name="Line 12"/>
              <p:cNvSpPr>
                <a:spLocks noChangeShapeType="1"/>
              </p:cNvSpPr>
              <p:nvPr/>
            </p:nvSpPr>
            <p:spPr bwMode="auto">
              <a:xfrm>
                <a:off x="6096000" y="5181600"/>
                <a:ext cx="762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81" name="Line 13"/>
              <p:cNvSpPr>
                <a:spLocks noChangeShapeType="1"/>
              </p:cNvSpPr>
              <p:nvPr/>
            </p:nvSpPr>
            <p:spPr bwMode="auto">
              <a:xfrm>
                <a:off x="7391400" y="5181600"/>
                <a:ext cx="685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82" name="Oval 15"/>
              <p:cNvSpPr>
                <a:spLocks noChangeArrowheads="1"/>
              </p:cNvSpPr>
              <p:nvPr/>
            </p:nvSpPr>
            <p:spPr bwMode="auto">
              <a:xfrm>
                <a:off x="42672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graphicFrame>
            <p:nvGraphicFramePr>
              <p:cNvPr id="2050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60419994"/>
                  </p:ext>
                </p:extLst>
              </p:nvPr>
            </p:nvGraphicFramePr>
            <p:xfrm>
              <a:off x="4381501" y="4876800"/>
              <a:ext cx="3413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59" name="Equation" r:id="rId11" imgW="342720" imgH="469800" progId="Equation.3">
                      <p:embed/>
                    </p:oleObj>
                  </mc:Choice>
                  <mc:Fallback>
                    <p:oleObj name="Equation" r:id="rId11" imgW="342720" imgH="469800" progId="Equation.3">
                      <p:embed/>
                      <p:pic>
                        <p:nvPicPr>
                          <p:cNvPr id="205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1501" y="4876800"/>
                            <a:ext cx="3413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1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45186471"/>
                  </p:ext>
                </p:extLst>
              </p:nvPr>
            </p:nvGraphicFramePr>
            <p:xfrm>
              <a:off x="5651501" y="4876800"/>
              <a:ext cx="3921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0" name="Equation" r:id="rId13" imgW="393480" imgH="469800" progId="Equation.3">
                      <p:embed/>
                    </p:oleObj>
                  </mc:Choice>
                  <mc:Fallback>
                    <p:oleObj name="Equation" r:id="rId13" imgW="393480" imgH="469800" progId="Equation.3">
                      <p:embed/>
                      <p:pic>
                        <p:nvPicPr>
                          <p:cNvPr id="2051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51501" y="4876800"/>
                            <a:ext cx="3921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2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0426707"/>
                  </p:ext>
                </p:extLst>
              </p:nvPr>
            </p:nvGraphicFramePr>
            <p:xfrm>
              <a:off x="6946901" y="4876800"/>
              <a:ext cx="3921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1" name="Equation" r:id="rId15" imgW="393480" imgH="469800" progId="Equation.3">
                      <p:embed/>
                    </p:oleObj>
                  </mc:Choice>
                  <mc:Fallback>
                    <p:oleObj name="Equation" r:id="rId15" imgW="393480" imgH="469800" progId="Equation.3">
                      <p:embed/>
                      <p:pic>
                        <p:nvPicPr>
                          <p:cNvPr id="2052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46901" y="4876800"/>
                            <a:ext cx="3921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3" name="Object 1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4375892"/>
                  </p:ext>
                </p:extLst>
              </p:nvPr>
            </p:nvGraphicFramePr>
            <p:xfrm>
              <a:off x="8305800" y="4876800"/>
              <a:ext cx="419100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2" name="Equation" r:id="rId17" imgW="419040" imgH="469800" progId="Equation.3">
                      <p:embed/>
                    </p:oleObj>
                  </mc:Choice>
                  <mc:Fallback>
                    <p:oleObj name="Equation" r:id="rId17" imgW="419040" imgH="469800" progId="Equation.3">
                      <p:embed/>
                      <p:pic>
                        <p:nvPicPr>
                          <p:cNvPr id="2053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05800" y="4876800"/>
                            <a:ext cx="419100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3" name="Line 20"/>
              <p:cNvSpPr>
                <a:spLocks noChangeShapeType="1"/>
              </p:cNvSpPr>
              <p:nvPr/>
            </p:nvSpPr>
            <p:spPr bwMode="auto">
              <a:xfrm>
                <a:off x="3505200" y="5181600"/>
                <a:ext cx="762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aphicFrame>
            <p:nvGraphicFramePr>
              <p:cNvPr id="2054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1827577"/>
                  </p:ext>
                </p:extLst>
              </p:nvPr>
            </p:nvGraphicFramePr>
            <p:xfrm>
              <a:off x="3733801" y="48768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3" name="Equation" r:id="rId19" imgW="266400" imgH="279360" progId="Equation.3">
                      <p:embed/>
                    </p:oleObj>
                  </mc:Choice>
                  <mc:Fallback>
                    <p:oleObj name="Equation" r:id="rId19" imgW="266400" imgH="279360" progId="Equation.3">
                      <p:embed/>
                      <p:pic>
                        <p:nvPicPr>
                          <p:cNvPr id="2054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3801" y="48768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5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22761585"/>
                  </p:ext>
                </p:extLst>
              </p:nvPr>
            </p:nvGraphicFramePr>
            <p:xfrm>
              <a:off x="5029200" y="48006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4" name="Equation" r:id="rId20" imgW="279360" imgH="380880" progId="Equation.3">
                      <p:embed/>
                    </p:oleObj>
                  </mc:Choice>
                  <mc:Fallback>
                    <p:oleObj name="Equation" r:id="rId20" imgW="279360" imgH="380880" progId="Equation.3">
                      <p:embed/>
                      <p:pic>
                        <p:nvPicPr>
                          <p:cNvPr id="2055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9200" y="48006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6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76325934"/>
                  </p:ext>
                </p:extLst>
              </p:nvPr>
            </p:nvGraphicFramePr>
            <p:xfrm>
              <a:off x="6324600" y="48006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5" name="Equation" r:id="rId21" imgW="279360" imgH="380880" progId="Equation.3">
                      <p:embed/>
                    </p:oleObj>
                  </mc:Choice>
                  <mc:Fallback>
                    <p:oleObj name="Equation" r:id="rId21" imgW="279360" imgH="380880" progId="Equation.3">
                      <p:embed/>
                      <p:pic>
                        <p:nvPicPr>
                          <p:cNvPr id="2056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24600" y="48006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7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6695683"/>
                  </p:ext>
                </p:extLst>
              </p:nvPr>
            </p:nvGraphicFramePr>
            <p:xfrm>
              <a:off x="7620001" y="48768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6" name="Equation" r:id="rId22" imgW="266400" imgH="279360" progId="Equation.3">
                      <p:embed/>
                    </p:oleObj>
                  </mc:Choice>
                  <mc:Fallback>
                    <p:oleObj name="Equation" r:id="rId22" imgW="266400" imgH="279360" progId="Equation.3">
                      <p:embed/>
                      <p:pic>
                        <p:nvPicPr>
                          <p:cNvPr id="2057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20001" y="48768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4" name="Oval 31"/>
              <p:cNvSpPr>
                <a:spLocks noChangeArrowheads="1"/>
              </p:cNvSpPr>
              <p:nvPr/>
            </p:nvSpPr>
            <p:spPr bwMode="auto">
              <a:xfrm>
                <a:off x="7632700" y="35941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graphicFrame>
            <p:nvGraphicFramePr>
              <p:cNvPr id="2058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7803190"/>
                  </p:ext>
                </p:extLst>
              </p:nvPr>
            </p:nvGraphicFramePr>
            <p:xfrm>
              <a:off x="7708901" y="3594100"/>
              <a:ext cx="4048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7" name="Equation" r:id="rId23" imgW="406080" imgH="469800" progId="Equation.3">
                      <p:embed/>
                    </p:oleObj>
                  </mc:Choice>
                  <mc:Fallback>
                    <p:oleObj name="Equation" r:id="rId23" imgW="406080" imgH="469800" progId="Equation.3">
                      <p:embed/>
                      <p:pic>
                        <p:nvPicPr>
                          <p:cNvPr id="2058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08901" y="3594100"/>
                            <a:ext cx="4048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59" name="Object 3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3747051"/>
                  </p:ext>
                </p:extLst>
              </p:nvPr>
            </p:nvGraphicFramePr>
            <p:xfrm>
              <a:off x="4572001" y="44196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8" name="Equation" r:id="rId25" imgW="266400" imgH="279360" progId="Equation.3">
                      <p:embed/>
                    </p:oleObj>
                  </mc:Choice>
                  <mc:Fallback>
                    <p:oleObj name="Equation" r:id="rId25" imgW="266400" imgH="279360" progId="Equation.3">
                      <p:embed/>
                      <p:pic>
                        <p:nvPicPr>
                          <p:cNvPr id="2059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2001" y="44196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0" name="Object 3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06668941"/>
                  </p:ext>
                </p:extLst>
              </p:nvPr>
            </p:nvGraphicFramePr>
            <p:xfrm>
              <a:off x="5791201" y="44958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69" name="Equation" r:id="rId26" imgW="266400" imgH="279360" progId="Equation.3">
                      <p:embed/>
                    </p:oleObj>
                  </mc:Choice>
                  <mc:Fallback>
                    <p:oleObj name="Equation" r:id="rId26" imgW="266400" imgH="279360" progId="Equation.3">
                      <p:embed/>
                      <p:pic>
                        <p:nvPicPr>
                          <p:cNvPr id="206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1201" y="44958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1" name="Object 3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3907371"/>
                  </p:ext>
                </p:extLst>
              </p:nvPr>
            </p:nvGraphicFramePr>
            <p:xfrm>
              <a:off x="7086600" y="44196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70" name="Equation" r:id="rId27" imgW="279360" imgH="380880" progId="Equation.3">
                      <p:embed/>
                    </p:oleObj>
                  </mc:Choice>
                  <mc:Fallback>
                    <p:oleObj name="Equation" r:id="rId27" imgW="279360" imgH="380880" progId="Equation.3">
                      <p:embed/>
                      <p:pic>
                        <p:nvPicPr>
                          <p:cNvPr id="2061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86600" y="44196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62" name="Object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77887175"/>
                  </p:ext>
                </p:extLst>
              </p:nvPr>
            </p:nvGraphicFramePr>
            <p:xfrm>
              <a:off x="3200400" y="43434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71" name="Equation" r:id="rId28" imgW="279360" imgH="380880" progId="Equation.3">
                      <p:embed/>
                    </p:oleObj>
                  </mc:Choice>
                  <mc:Fallback>
                    <p:oleObj name="Equation" r:id="rId28" imgW="279360" imgH="380880" progId="Equation.3">
                      <p:embed/>
                      <p:pic>
                        <p:nvPicPr>
                          <p:cNvPr id="2062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00400" y="43434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85" name="Freeform 37"/>
              <p:cNvSpPr>
                <a:spLocks/>
              </p:cNvSpPr>
              <p:nvPr/>
            </p:nvSpPr>
            <p:spPr bwMode="auto">
              <a:xfrm>
                <a:off x="7467600" y="2819400"/>
                <a:ext cx="660400" cy="850900"/>
              </a:xfrm>
              <a:custGeom>
                <a:avLst/>
                <a:gdLst>
                  <a:gd name="T0" fmla="*/ 383063737 w 416"/>
                  <a:gd name="T1" fmla="*/ 1350803532 h 536"/>
                  <a:gd name="T2" fmla="*/ 20161250 w 416"/>
                  <a:gd name="T3" fmla="*/ 504031219 h 536"/>
                  <a:gd name="T4" fmla="*/ 504031301 w 416"/>
                  <a:gd name="T5" fmla="*/ 20161247 h 536"/>
                  <a:gd name="T6" fmla="*/ 987901357 w 416"/>
                  <a:gd name="T7" fmla="*/ 383063675 h 536"/>
                  <a:gd name="T8" fmla="*/ 866933892 w 416"/>
                  <a:gd name="T9" fmla="*/ 1229836087 h 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6"/>
                  <a:gd name="T16" fmla="*/ 0 h 536"/>
                  <a:gd name="T17" fmla="*/ 416 w 416"/>
                  <a:gd name="T18" fmla="*/ 536 h 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6" h="536">
                    <a:moveTo>
                      <a:pt x="152" y="536"/>
                    </a:moveTo>
                    <a:cubicBezTo>
                      <a:pt x="76" y="412"/>
                      <a:pt x="0" y="288"/>
                      <a:pt x="8" y="200"/>
                    </a:cubicBezTo>
                    <a:cubicBezTo>
                      <a:pt x="16" y="112"/>
                      <a:pt x="136" y="16"/>
                      <a:pt x="200" y="8"/>
                    </a:cubicBezTo>
                    <a:cubicBezTo>
                      <a:pt x="264" y="0"/>
                      <a:pt x="368" y="72"/>
                      <a:pt x="392" y="152"/>
                    </a:cubicBezTo>
                    <a:cubicBezTo>
                      <a:pt x="416" y="232"/>
                      <a:pt x="380" y="360"/>
                      <a:pt x="344" y="48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86" name="Line 39"/>
              <p:cNvSpPr>
                <a:spLocks noChangeShapeType="1"/>
              </p:cNvSpPr>
              <p:nvPr/>
            </p:nvSpPr>
            <p:spPr bwMode="auto">
              <a:xfrm flipV="1">
                <a:off x="7239000" y="4114800"/>
                <a:ext cx="53340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87" name="Freeform 40"/>
              <p:cNvSpPr>
                <a:spLocks/>
              </p:cNvSpPr>
              <p:nvPr/>
            </p:nvSpPr>
            <p:spPr bwMode="auto">
              <a:xfrm>
                <a:off x="5943600" y="3962400"/>
                <a:ext cx="1752600" cy="990600"/>
              </a:xfrm>
              <a:custGeom>
                <a:avLst/>
                <a:gdLst>
                  <a:gd name="T0" fmla="*/ 0 w 1104"/>
                  <a:gd name="T1" fmla="*/ 1572577282 h 624"/>
                  <a:gd name="T2" fmla="*/ 1088707415 w 1104"/>
                  <a:gd name="T3" fmla="*/ 483870009 h 624"/>
                  <a:gd name="T4" fmla="*/ 2147483647 w 1104"/>
                  <a:gd name="T5" fmla="*/ 0 h 624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624"/>
                  <a:gd name="T11" fmla="*/ 1104 w 1104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624">
                    <a:moveTo>
                      <a:pt x="0" y="624"/>
                    </a:moveTo>
                    <a:cubicBezTo>
                      <a:pt x="124" y="460"/>
                      <a:pt x="248" y="296"/>
                      <a:pt x="432" y="192"/>
                    </a:cubicBezTo>
                    <a:cubicBezTo>
                      <a:pt x="616" y="88"/>
                      <a:pt x="860" y="44"/>
                      <a:pt x="110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88" name="Freeform 41"/>
              <p:cNvSpPr>
                <a:spLocks/>
              </p:cNvSpPr>
              <p:nvPr/>
            </p:nvSpPr>
            <p:spPr bwMode="auto">
              <a:xfrm>
                <a:off x="4648200" y="3771900"/>
                <a:ext cx="2971800" cy="1181100"/>
              </a:xfrm>
              <a:custGeom>
                <a:avLst/>
                <a:gdLst>
                  <a:gd name="T0" fmla="*/ 0 w 1872"/>
                  <a:gd name="T1" fmla="*/ 1874996428 h 744"/>
                  <a:gd name="T2" fmla="*/ 1814512820 w 1872"/>
                  <a:gd name="T3" fmla="*/ 302418750 h 744"/>
                  <a:gd name="T4" fmla="*/ 2147483647 w 1872"/>
                  <a:gd name="T5" fmla="*/ 60483755 h 744"/>
                  <a:gd name="T6" fmla="*/ 0 60000 65536"/>
                  <a:gd name="T7" fmla="*/ 0 60000 65536"/>
                  <a:gd name="T8" fmla="*/ 0 60000 65536"/>
                  <a:gd name="T9" fmla="*/ 0 w 1872"/>
                  <a:gd name="T10" fmla="*/ 0 h 744"/>
                  <a:gd name="T11" fmla="*/ 1872 w 1872"/>
                  <a:gd name="T12" fmla="*/ 744 h 7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72" h="744">
                    <a:moveTo>
                      <a:pt x="0" y="744"/>
                    </a:moveTo>
                    <a:cubicBezTo>
                      <a:pt x="204" y="492"/>
                      <a:pt x="408" y="240"/>
                      <a:pt x="720" y="120"/>
                    </a:cubicBezTo>
                    <a:cubicBezTo>
                      <a:pt x="1032" y="0"/>
                      <a:pt x="1452" y="12"/>
                      <a:pt x="1872" y="2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89" name="Freeform 42"/>
              <p:cNvSpPr>
                <a:spLocks/>
              </p:cNvSpPr>
              <p:nvPr/>
            </p:nvSpPr>
            <p:spPr bwMode="auto">
              <a:xfrm>
                <a:off x="3352800" y="3149600"/>
                <a:ext cx="4343400" cy="1803400"/>
              </a:xfrm>
              <a:custGeom>
                <a:avLst/>
                <a:gdLst>
                  <a:gd name="T0" fmla="*/ 0 w 2736"/>
                  <a:gd name="T1" fmla="*/ 2147483647 h 1136"/>
                  <a:gd name="T2" fmla="*/ 1814512646 w 2736"/>
                  <a:gd name="T3" fmla="*/ 322579961 h 1136"/>
                  <a:gd name="T4" fmla="*/ 2147483647 w 2736"/>
                  <a:gd name="T5" fmla="*/ 927417498 h 1136"/>
                  <a:gd name="T6" fmla="*/ 0 60000 65536"/>
                  <a:gd name="T7" fmla="*/ 0 60000 65536"/>
                  <a:gd name="T8" fmla="*/ 0 60000 65536"/>
                  <a:gd name="T9" fmla="*/ 0 w 2736"/>
                  <a:gd name="T10" fmla="*/ 0 h 1136"/>
                  <a:gd name="T11" fmla="*/ 2736 w 2736"/>
                  <a:gd name="T12" fmla="*/ 1136 h 1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6" h="1136">
                    <a:moveTo>
                      <a:pt x="0" y="1136"/>
                    </a:moveTo>
                    <a:cubicBezTo>
                      <a:pt x="132" y="696"/>
                      <a:pt x="264" y="256"/>
                      <a:pt x="720" y="128"/>
                    </a:cubicBezTo>
                    <a:cubicBezTo>
                      <a:pt x="1176" y="0"/>
                      <a:pt x="1956" y="184"/>
                      <a:pt x="2736" y="36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2096" name="Line 56"/>
              <p:cNvSpPr>
                <a:spLocks noChangeShapeType="1"/>
              </p:cNvSpPr>
              <p:nvPr/>
            </p:nvSpPr>
            <p:spPr bwMode="auto">
              <a:xfrm>
                <a:off x="2895600" y="5562600"/>
                <a:ext cx="7620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pSp>
            <p:nvGrpSpPr>
              <p:cNvPr id="2098" name="Group 63"/>
              <p:cNvGrpSpPr>
                <a:grpSpLocks/>
              </p:cNvGrpSpPr>
              <p:nvPr/>
            </p:nvGrpSpPr>
            <p:grpSpPr bwMode="auto">
              <a:xfrm>
                <a:off x="8001001" y="4114800"/>
                <a:ext cx="900113" cy="609600"/>
                <a:chOff x="4224" y="1824"/>
                <a:chExt cx="567" cy="384"/>
              </a:xfrm>
            </p:grpSpPr>
            <p:graphicFrame>
              <p:nvGraphicFramePr>
                <p:cNvPr id="2069" name="Object 64"/>
                <p:cNvGraphicFramePr>
                  <a:graphicFrameLocks noChangeAspect="1"/>
                </p:cNvGraphicFramePr>
                <p:nvPr/>
              </p:nvGraphicFramePr>
              <p:xfrm>
                <a:off x="4368" y="1824"/>
                <a:ext cx="423" cy="27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372" name="Equation" r:id="rId29" imgW="672840" imgH="444240" progId="Equation.3">
                        <p:embed/>
                      </p:oleObj>
                    </mc:Choice>
                    <mc:Fallback>
                      <p:oleObj name="Equation" r:id="rId29" imgW="672840" imgH="444240" progId="Equation.3">
                        <p:embed/>
                        <p:pic>
                          <p:nvPicPr>
                            <p:cNvPr id="2069" name="Object 6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8" y="1824"/>
                              <a:ext cx="423" cy="27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099" name="Line 65"/>
                <p:cNvSpPr>
                  <a:spLocks noChangeShapeType="1"/>
                </p:cNvSpPr>
                <p:nvPr/>
              </p:nvSpPr>
              <p:spPr bwMode="auto">
                <a:xfrm flipH="1" flipV="1">
                  <a:off x="4224" y="1824"/>
                  <a:ext cx="192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ar-SA"/>
                </a:p>
              </p:txBody>
            </p:sp>
          </p:grpSp>
          <p:graphicFrame>
            <p:nvGraphicFramePr>
              <p:cNvPr id="2068" name="Object 6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05527444"/>
                  </p:ext>
                </p:extLst>
              </p:nvPr>
            </p:nvGraphicFramePr>
            <p:xfrm>
              <a:off x="3048000" y="4876800"/>
              <a:ext cx="419100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73" name="Equation" r:id="rId30" imgW="419040" imgH="469800" progId="Equation.3">
                      <p:embed/>
                    </p:oleObj>
                  </mc:Choice>
                  <mc:Fallback>
                    <p:oleObj name="Equation" r:id="rId30" imgW="419040" imgH="469800" progId="Equation.3">
                      <p:embed/>
                      <p:pic>
                        <p:nvPicPr>
                          <p:cNvPr id="2068" name="Object 6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48000" y="4876800"/>
                            <a:ext cx="419100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4" name="مجموعة 53">
            <a:extLst>
              <a:ext uri="{FF2B5EF4-FFF2-40B4-BE49-F238E27FC236}">
                <a16:creationId xmlns:a16="http://schemas.microsoft.com/office/drawing/2014/main" id="{712FE2A0-E7C9-45F8-B2B7-2DB397B242DD}"/>
              </a:ext>
            </a:extLst>
          </p:cNvPr>
          <p:cNvGrpSpPr/>
          <p:nvPr/>
        </p:nvGrpSpPr>
        <p:grpSpPr>
          <a:xfrm>
            <a:off x="6251318" y="2653602"/>
            <a:ext cx="5826801" cy="3187699"/>
            <a:chOff x="2362200" y="2374901"/>
            <a:chExt cx="6615114" cy="3187699"/>
          </a:xfrm>
        </p:grpSpPr>
        <p:sp>
          <p:nvSpPr>
            <p:cNvPr id="55" name="Oval 4">
              <a:extLst>
                <a:ext uri="{FF2B5EF4-FFF2-40B4-BE49-F238E27FC236}">
                  <a16:creationId xmlns:a16="http://schemas.microsoft.com/office/drawing/2014/main" id="{837C715E-A45F-46C3-8E9B-64356A4DC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6" name="Oval 5">
              <a:extLst>
                <a:ext uri="{FF2B5EF4-FFF2-40B4-BE49-F238E27FC236}">
                  <a16:creationId xmlns:a16="http://schemas.microsoft.com/office/drawing/2014/main" id="{3355569C-249D-468E-A40C-0FD5711C0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7" name="Oval 6">
              <a:extLst>
                <a:ext uri="{FF2B5EF4-FFF2-40B4-BE49-F238E27FC236}">
                  <a16:creationId xmlns:a16="http://schemas.microsoft.com/office/drawing/2014/main" id="{FA887533-E45B-40A0-A8BC-9C8D70602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8" name="Oval 7">
              <a:extLst>
                <a:ext uri="{FF2B5EF4-FFF2-40B4-BE49-F238E27FC236}">
                  <a16:creationId xmlns:a16="http://schemas.microsoft.com/office/drawing/2014/main" id="{4615D2E0-08A2-4F6A-A48A-B0CE970A8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9" name="Oval 8">
              <a:extLst>
                <a:ext uri="{FF2B5EF4-FFF2-40B4-BE49-F238E27FC236}">
                  <a16:creationId xmlns:a16="http://schemas.microsoft.com/office/drawing/2014/main" id="{CB9BB759-C490-41A6-96ED-25DA45120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724400"/>
              <a:ext cx="838200" cy="838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0" name="Line 9">
              <a:extLst>
                <a:ext uri="{FF2B5EF4-FFF2-40B4-BE49-F238E27FC236}">
                  <a16:creationId xmlns:a16="http://schemas.microsoft.com/office/drawing/2014/main" id="{DE08E0FD-5057-49CA-955B-E5E6BB03C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5181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" name="Line 10">
              <a:extLst>
                <a:ext uri="{FF2B5EF4-FFF2-40B4-BE49-F238E27FC236}">
                  <a16:creationId xmlns:a16="http://schemas.microsoft.com/office/drawing/2014/main" id="{31441732-5F5C-4199-B17B-1EF1763A4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51816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2" name="Line 11">
              <a:extLst>
                <a:ext uri="{FF2B5EF4-FFF2-40B4-BE49-F238E27FC236}">
                  <a16:creationId xmlns:a16="http://schemas.microsoft.com/office/drawing/2014/main" id="{914CD41F-BB98-4A71-B5D9-20154C50D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51816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3" name="Line 12">
              <a:extLst>
                <a:ext uri="{FF2B5EF4-FFF2-40B4-BE49-F238E27FC236}">
                  <a16:creationId xmlns:a16="http://schemas.microsoft.com/office/drawing/2014/main" id="{F33396F1-C2B1-4108-BCB6-09C4277F9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51816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64" name="Object 13">
              <a:extLst>
                <a:ext uri="{FF2B5EF4-FFF2-40B4-BE49-F238E27FC236}">
                  <a16:creationId xmlns:a16="http://schemas.microsoft.com/office/drawing/2014/main" id="{65215E22-FED5-4844-90ED-BC9775EAE2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1969181"/>
                </p:ext>
              </p:extLst>
            </p:nvPr>
          </p:nvGraphicFramePr>
          <p:xfrm>
            <a:off x="3048000" y="48768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4" name="Equation" r:id="rId32" imgW="419040" imgH="469800" progId="Equation.3">
                    <p:embed/>
                  </p:oleObj>
                </mc:Choice>
                <mc:Fallback>
                  <p:oleObj name="Equation" r:id="rId32" imgW="419040" imgH="469800" progId="Equation.3">
                    <p:embed/>
                    <p:pic>
                      <p:nvPicPr>
                        <p:cNvPr id="3074" name="Object 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48768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Oval 14">
              <a:extLst>
                <a:ext uri="{FF2B5EF4-FFF2-40B4-BE49-F238E27FC236}">
                  <a16:creationId xmlns:a16="http://schemas.microsoft.com/office/drawing/2014/main" id="{1951477F-CAA3-4ACE-9E3F-CAF361EDC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4876800"/>
              <a:ext cx="533400" cy="533400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66" name="Object 15">
              <a:extLst>
                <a:ext uri="{FF2B5EF4-FFF2-40B4-BE49-F238E27FC236}">
                  <a16:creationId xmlns:a16="http://schemas.microsoft.com/office/drawing/2014/main" id="{EBCB54F7-2F46-4F7F-AA65-540D8C6B2C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0068167"/>
                </p:ext>
              </p:extLst>
            </p:nvPr>
          </p:nvGraphicFramePr>
          <p:xfrm>
            <a:off x="4381501" y="4876800"/>
            <a:ext cx="3413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5" name="Equation" r:id="rId33" imgW="342720" imgH="469800" progId="Equation.3">
                    <p:embed/>
                  </p:oleObj>
                </mc:Choice>
                <mc:Fallback>
                  <p:oleObj name="Equation" r:id="rId33" imgW="342720" imgH="469800" progId="Equation.3">
                    <p:embed/>
                    <p:pic>
                      <p:nvPicPr>
                        <p:cNvPr id="3075" name="Object 1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501" y="4876800"/>
                          <a:ext cx="3413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16">
              <a:extLst>
                <a:ext uri="{FF2B5EF4-FFF2-40B4-BE49-F238E27FC236}">
                  <a16:creationId xmlns:a16="http://schemas.microsoft.com/office/drawing/2014/main" id="{DCCF5BE6-BFEA-4B57-81AD-BA0BB46A1F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9757899"/>
                </p:ext>
              </p:extLst>
            </p:nvPr>
          </p:nvGraphicFramePr>
          <p:xfrm>
            <a:off x="5651501" y="48768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6" name="Equation" r:id="rId34" imgW="393480" imgH="469800" progId="Equation.3">
                    <p:embed/>
                  </p:oleObj>
                </mc:Choice>
                <mc:Fallback>
                  <p:oleObj name="Equation" r:id="rId34" imgW="393480" imgH="469800" progId="Equation.3">
                    <p:embed/>
                    <p:pic>
                      <p:nvPicPr>
                        <p:cNvPr id="3076" name="Object 1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1501" y="48768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17">
              <a:extLst>
                <a:ext uri="{FF2B5EF4-FFF2-40B4-BE49-F238E27FC236}">
                  <a16:creationId xmlns:a16="http://schemas.microsoft.com/office/drawing/2014/main" id="{F9563A42-CA16-4FEB-950A-BAC0EB23F9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7665249"/>
                </p:ext>
              </p:extLst>
            </p:nvPr>
          </p:nvGraphicFramePr>
          <p:xfrm>
            <a:off x="6946901" y="48768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7" name="Equation" r:id="rId35" imgW="393480" imgH="469800" progId="Equation.3">
                    <p:embed/>
                  </p:oleObj>
                </mc:Choice>
                <mc:Fallback>
                  <p:oleObj name="Equation" r:id="rId35" imgW="393480" imgH="469800" progId="Equation.3">
                    <p:embed/>
                    <p:pic>
                      <p:nvPicPr>
                        <p:cNvPr id="3077" name="Object 1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6901" y="48768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Object 18">
              <a:extLst>
                <a:ext uri="{FF2B5EF4-FFF2-40B4-BE49-F238E27FC236}">
                  <a16:creationId xmlns:a16="http://schemas.microsoft.com/office/drawing/2014/main" id="{3708B3AB-D903-4865-94FA-0137A1B966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588523"/>
                </p:ext>
              </p:extLst>
            </p:nvPr>
          </p:nvGraphicFramePr>
          <p:xfrm>
            <a:off x="8305800" y="48768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8" name="Equation" r:id="rId36" imgW="419040" imgH="469800" progId="Equation.3">
                    <p:embed/>
                  </p:oleObj>
                </mc:Choice>
                <mc:Fallback>
                  <p:oleObj name="Equation" r:id="rId36" imgW="419040" imgH="469800" progId="Equation.3">
                    <p:embed/>
                    <p:pic>
                      <p:nvPicPr>
                        <p:cNvPr id="3078" name="Object 1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5800" y="48768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0" name="Line 19">
              <a:extLst>
                <a:ext uri="{FF2B5EF4-FFF2-40B4-BE49-F238E27FC236}">
                  <a16:creationId xmlns:a16="http://schemas.microsoft.com/office/drawing/2014/main" id="{2F692322-C56D-40A5-8CB8-F36CEB857A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181600"/>
              <a:ext cx="762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71" name="Object 20">
              <a:extLst>
                <a:ext uri="{FF2B5EF4-FFF2-40B4-BE49-F238E27FC236}">
                  <a16:creationId xmlns:a16="http://schemas.microsoft.com/office/drawing/2014/main" id="{912108FE-82AD-4CFF-8B89-1A86C80B50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7111451"/>
                </p:ext>
              </p:extLst>
            </p:nvPr>
          </p:nvGraphicFramePr>
          <p:xfrm>
            <a:off x="3733801" y="4876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79" name="Equation" r:id="rId37" imgW="266400" imgH="279360" progId="Equation.3">
                    <p:embed/>
                  </p:oleObj>
                </mc:Choice>
                <mc:Fallback>
                  <p:oleObj name="Equation" r:id="rId37" imgW="266400" imgH="279360" progId="Equation.3">
                    <p:embed/>
                    <p:pic>
                      <p:nvPicPr>
                        <p:cNvPr id="3079" name="Object 2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801" y="4876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21">
              <a:extLst>
                <a:ext uri="{FF2B5EF4-FFF2-40B4-BE49-F238E27FC236}">
                  <a16:creationId xmlns:a16="http://schemas.microsoft.com/office/drawing/2014/main" id="{655B1428-25B3-4BCC-AF8D-A25CA28FAA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6230236"/>
                </p:ext>
              </p:extLst>
            </p:nvPr>
          </p:nvGraphicFramePr>
          <p:xfrm>
            <a:off x="5029200" y="4800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0" name="Equation" r:id="rId38" imgW="279360" imgH="380880" progId="Equation.3">
                    <p:embed/>
                  </p:oleObj>
                </mc:Choice>
                <mc:Fallback>
                  <p:oleObj name="Equation" r:id="rId38" imgW="279360" imgH="380880" progId="Equation.3">
                    <p:embed/>
                    <p:pic>
                      <p:nvPicPr>
                        <p:cNvPr id="3080" name="Object 2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4800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22">
              <a:extLst>
                <a:ext uri="{FF2B5EF4-FFF2-40B4-BE49-F238E27FC236}">
                  <a16:creationId xmlns:a16="http://schemas.microsoft.com/office/drawing/2014/main" id="{928C440A-9AA4-4A13-B8A9-53794CBA8C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2293617"/>
                </p:ext>
              </p:extLst>
            </p:nvPr>
          </p:nvGraphicFramePr>
          <p:xfrm>
            <a:off x="6324600" y="4800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1" name="Equation" r:id="rId39" imgW="279360" imgH="380880" progId="Equation.3">
                    <p:embed/>
                  </p:oleObj>
                </mc:Choice>
                <mc:Fallback>
                  <p:oleObj name="Equation" r:id="rId39" imgW="279360" imgH="380880" progId="Equation.3">
                    <p:embed/>
                    <p:pic>
                      <p:nvPicPr>
                        <p:cNvPr id="3081" name="Object 2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4600" y="4800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23">
              <a:extLst>
                <a:ext uri="{FF2B5EF4-FFF2-40B4-BE49-F238E27FC236}">
                  <a16:creationId xmlns:a16="http://schemas.microsoft.com/office/drawing/2014/main" id="{717335FA-BE9A-4F59-9CDD-2EBF145E11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1884852"/>
                </p:ext>
              </p:extLst>
            </p:nvPr>
          </p:nvGraphicFramePr>
          <p:xfrm>
            <a:off x="7620001" y="4876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2" name="Equation" r:id="rId40" imgW="266400" imgH="279360" progId="Equation.3">
                    <p:embed/>
                  </p:oleObj>
                </mc:Choice>
                <mc:Fallback>
                  <p:oleObj name="Equation" r:id="rId40" imgW="266400" imgH="279360" progId="Equation.3">
                    <p:embed/>
                    <p:pic>
                      <p:nvPicPr>
                        <p:cNvPr id="3082" name="Object 2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1" y="4876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Oval 25">
              <a:extLst>
                <a:ext uri="{FF2B5EF4-FFF2-40B4-BE49-F238E27FC236}">
                  <a16:creationId xmlns:a16="http://schemas.microsoft.com/office/drawing/2014/main" id="{8B8B70D5-167C-415E-85BF-4AA5C1671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2700" y="35941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76" name="Object 26">
              <a:extLst>
                <a:ext uri="{FF2B5EF4-FFF2-40B4-BE49-F238E27FC236}">
                  <a16:creationId xmlns:a16="http://schemas.microsoft.com/office/drawing/2014/main" id="{92ADE24C-DF54-401E-B266-0F533534BC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05518199"/>
                </p:ext>
              </p:extLst>
            </p:nvPr>
          </p:nvGraphicFramePr>
          <p:xfrm>
            <a:off x="7708901" y="35941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3" name="Equation" r:id="rId41" imgW="406080" imgH="469800" progId="Equation.3">
                    <p:embed/>
                  </p:oleObj>
                </mc:Choice>
                <mc:Fallback>
                  <p:oleObj name="Equation" r:id="rId41" imgW="406080" imgH="469800" progId="Equation.3">
                    <p:embed/>
                    <p:pic>
                      <p:nvPicPr>
                        <p:cNvPr id="3083" name="Object 2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8901" y="35941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27">
              <a:extLst>
                <a:ext uri="{FF2B5EF4-FFF2-40B4-BE49-F238E27FC236}">
                  <a16:creationId xmlns:a16="http://schemas.microsoft.com/office/drawing/2014/main" id="{993F168A-4282-4708-973D-E0CA7319D4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002387"/>
                </p:ext>
              </p:extLst>
            </p:nvPr>
          </p:nvGraphicFramePr>
          <p:xfrm>
            <a:off x="4572001" y="44196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4" name="Equation" r:id="rId42" imgW="266400" imgH="279360" progId="Equation.3">
                    <p:embed/>
                  </p:oleObj>
                </mc:Choice>
                <mc:Fallback>
                  <p:oleObj name="Equation" r:id="rId42" imgW="266400" imgH="279360" progId="Equation.3">
                    <p:embed/>
                    <p:pic>
                      <p:nvPicPr>
                        <p:cNvPr id="3084" name="Object 2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1" y="44196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28">
              <a:extLst>
                <a:ext uri="{FF2B5EF4-FFF2-40B4-BE49-F238E27FC236}">
                  <a16:creationId xmlns:a16="http://schemas.microsoft.com/office/drawing/2014/main" id="{1DAE5DA6-FE05-454B-9DF4-1EB093CA9B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4986805"/>
                </p:ext>
              </p:extLst>
            </p:nvPr>
          </p:nvGraphicFramePr>
          <p:xfrm>
            <a:off x="5791201" y="4495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5" name="Equation" r:id="rId43" imgW="266400" imgH="279360" progId="Equation.3">
                    <p:embed/>
                  </p:oleObj>
                </mc:Choice>
                <mc:Fallback>
                  <p:oleObj name="Equation" r:id="rId43" imgW="266400" imgH="279360" progId="Equation.3">
                    <p:embed/>
                    <p:pic>
                      <p:nvPicPr>
                        <p:cNvPr id="3085" name="Object 2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1201" y="4495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29">
              <a:extLst>
                <a:ext uri="{FF2B5EF4-FFF2-40B4-BE49-F238E27FC236}">
                  <a16:creationId xmlns:a16="http://schemas.microsoft.com/office/drawing/2014/main" id="{6D89D147-851C-45B7-9FF0-5900958737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1079647"/>
                </p:ext>
              </p:extLst>
            </p:nvPr>
          </p:nvGraphicFramePr>
          <p:xfrm>
            <a:off x="7086600" y="4419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6" name="Equation" r:id="rId44" imgW="279360" imgH="380880" progId="Equation.3">
                    <p:embed/>
                  </p:oleObj>
                </mc:Choice>
                <mc:Fallback>
                  <p:oleObj name="Equation" r:id="rId44" imgW="279360" imgH="380880" progId="Equation.3">
                    <p:embed/>
                    <p:pic>
                      <p:nvPicPr>
                        <p:cNvPr id="3086" name="Object 2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4419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30">
              <a:extLst>
                <a:ext uri="{FF2B5EF4-FFF2-40B4-BE49-F238E27FC236}">
                  <a16:creationId xmlns:a16="http://schemas.microsoft.com/office/drawing/2014/main" id="{DD19F0F9-7C47-40EE-BF89-B96C0555A1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4601024"/>
                </p:ext>
              </p:extLst>
            </p:nvPr>
          </p:nvGraphicFramePr>
          <p:xfrm>
            <a:off x="3200400" y="43434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7" name="Equation" r:id="rId45" imgW="279360" imgH="380880" progId="Equation.3">
                    <p:embed/>
                  </p:oleObj>
                </mc:Choice>
                <mc:Fallback>
                  <p:oleObj name="Equation" r:id="rId45" imgW="279360" imgH="380880" progId="Equation.3">
                    <p:embed/>
                    <p:pic>
                      <p:nvPicPr>
                        <p:cNvPr id="3087" name="Object 3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400" y="43434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Freeform 31">
              <a:extLst>
                <a:ext uri="{FF2B5EF4-FFF2-40B4-BE49-F238E27FC236}">
                  <a16:creationId xmlns:a16="http://schemas.microsoft.com/office/drawing/2014/main" id="{4CFA9E04-ED46-4D56-92FD-7C5837A75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600" y="2819400"/>
              <a:ext cx="660400" cy="850900"/>
            </a:xfrm>
            <a:custGeom>
              <a:avLst/>
              <a:gdLst>
                <a:gd name="T0" fmla="*/ 383063737 w 416"/>
                <a:gd name="T1" fmla="*/ 1350803532 h 536"/>
                <a:gd name="T2" fmla="*/ 20161250 w 416"/>
                <a:gd name="T3" fmla="*/ 504031219 h 536"/>
                <a:gd name="T4" fmla="*/ 504031301 w 416"/>
                <a:gd name="T5" fmla="*/ 20161247 h 536"/>
                <a:gd name="T6" fmla="*/ 987901357 w 416"/>
                <a:gd name="T7" fmla="*/ 383063675 h 536"/>
                <a:gd name="T8" fmla="*/ 866933892 w 416"/>
                <a:gd name="T9" fmla="*/ 1229836087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6"/>
                <a:gd name="T16" fmla="*/ 0 h 536"/>
                <a:gd name="T17" fmla="*/ 416 w 416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6" h="536">
                  <a:moveTo>
                    <a:pt x="152" y="536"/>
                  </a:moveTo>
                  <a:cubicBezTo>
                    <a:pt x="76" y="412"/>
                    <a:pt x="0" y="288"/>
                    <a:pt x="8" y="200"/>
                  </a:cubicBezTo>
                  <a:cubicBezTo>
                    <a:pt x="16" y="112"/>
                    <a:pt x="136" y="16"/>
                    <a:pt x="200" y="8"/>
                  </a:cubicBezTo>
                  <a:cubicBezTo>
                    <a:pt x="264" y="0"/>
                    <a:pt x="368" y="72"/>
                    <a:pt x="392" y="152"/>
                  </a:cubicBezTo>
                  <a:cubicBezTo>
                    <a:pt x="416" y="232"/>
                    <a:pt x="380" y="360"/>
                    <a:pt x="344" y="4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82" name="Object 32">
              <a:extLst>
                <a:ext uri="{FF2B5EF4-FFF2-40B4-BE49-F238E27FC236}">
                  <a16:creationId xmlns:a16="http://schemas.microsoft.com/office/drawing/2014/main" id="{27B97107-3369-46EE-BDB8-4905172B9E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8818324"/>
                </p:ext>
              </p:extLst>
            </p:nvPr>
          </p:nvGraphicFramePr>
          <p:xfrm>
            <a:off x="7480301" y="2374901"/>
            <a:ext cx="671513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388" name="Equation" r:id="rId46" imgW="672840" imgH="444240" progId="Equation.3">
                    <p:embed/>
                  </p:oleObj>
                </mc:Choice>
                <mc:Fallback>
                  <p:oleObj name="Equation" r:id="rId46" imgW="672840" imgH="444240" progId="Equation.3">
                    <p:embed/>
                    <p:pic>
                      <p:nvPicPr>
                        <p:cNvPr id="3088" name="Object 3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0301" y="2374901"/>
                          <a:ext cx="671513" cy="442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Line 33">
              <a:extLst>
                <a:ext uri="{FF2B5EF4-FFF2-40B4-BE49-F238E27FC236}">
                  <a16:creationId xmlns:a16="http://schemas.microsoft.com/office/drawing/2014/main" id="{5400710C-CAB1-46B0-A059-06CC53901A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39000" y="4114800"/>
              <a:ext cx="533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82A19792-FCD2-4739-9D70-EDF9EAC19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600" y="3962400"/>
              <a:ext cx="1752600" cy="990600"/>
            </a:xfrm>
            <a:custGeom>
              <a:avLst/>
              <a:gdLst>
                <a:gd name="T0" fmla="*/ 0 w 1104"/>
                <a:gd name="T1" fmla="*/ 1572577282 h 624"/>
                <a:gd name="T2" fmla="*/ 1088707415 w 1104"/>
                <a:gd name="T3" fmla="*/ 483870009 h 624"/>
                <a:gd name="T4" fmla="*/ 2147483647 w 1104"/>
                <a:gd name="T5" fmla="*/ 0 h 624"/>
                <a:gd name="T6" fmla="*/ 0 60000 65536"/>
                <a:gd name="T7" fmla="*/ 0 60000 65536"/>
                <a:gd name="T8" fmla="*/ 0 60000 65536"/>
                <a:gd name="T9" fmla="*/ 0 w 1104"/>
                <a:gd name="T10" fmla="*/ 0 h 624"/>
                <a:gd name="T11" fmla="*/ 1104 w 1104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624">
                  <a:moveTo>
                    <a:pt x="0" y="624"/>
                  </a:moveTo>
                  <a:cubicBezTo>
                    <a:pt x="124" y="460"/>
                    <a:pt x="248" y="296"/>
                    <a:pt x="432" y="192"/>
                  </a:cubicBezTo>
                  <a:cubicBezTo>
                    <a:pt x="616" y="88"/>
                    <a:pt x="860" y="44"/>
                    <a:pt x="110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85" name="Freeform 35">
              <a:extLst>
                <a:ext uri="{FF2B5EF4-FFF2-40B4-BE49-F238E27FC236}">
                  <a16:creationId xmlns:a16="http://schemas.microsoft.com/office/drawing/2014/main" id="{0E828F2E-BC0E-4DBA-B1B7-0806A964F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200" y="3771900"/>
              <a:ext cx="2971800" cy="1181100"/>
            </a:xfrm>
            <a:custGeom>
              <a:avLst/>
              <a:gdLst>
                <a:gd name="T0" fmla="*/ 0 w 1872"/>
                <a:gd name="T1" fmla="*/ 1874996428 h 744"/>
                <a:gd name="T2" fmla="*/ 1814512820 w 1872"/>
                <a:gd name="T3" fmla="*/ 302418750 h 744"/>
                <a:gd name="T4" fmla="*/ 2147483647 w 1872"/>
                <a:gd name="T5" fmla="*/ 60483755 h 744"/>
                <a:gd name="T6" fmla="*/ 0 60000 65536"/>
                <a:gd name="T7" fmla="*/ 0 60000 65536"/>
                <a:gd name="T8" fmla="*/ 0 60000 65536"/>
                <a:gd name="T9" fmla="*/ 0 w 1872"/>
                <a:gd name="T10" fmla="*/ 0 h 744"/>
                <a:gd name="T11" fmla="*/ 1872 w 1872"/>
                <a:gd name="T12" fmla="*/ 744 h 7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744">
                  <a:moveTo>
                    <a:pt x="0" y="744"/>
                  </a:moveTo>
                  <a:cubicBezTo>
                    <a:pt x="204" y="492"/>
                    <a:pt x="408" y="240"/>
                    <a:pt x="720" y="120"/>
                  </a:cubicBezTo>
                  <a:cubicBezTo>
                    <a:pt x="1032" y="0"/>
                    <a:pt x="1452" y="12"/>
                    <a:pt x="1872" y="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86" name="Freeform 36">
              <a:extLst>
                <a:ext uri="{FF2B5EF4-FFF2-40B4-BE49-F238E27FC236}">
                  <a16:creationId xmlns:a16="http://schemas.microsoft.com/office/drawing/2014/main" id="{4781A739-7FE6-4123-828F-6F523302C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800" y="3149600"/>
              <a:ext cx="4343400" cy="1803400"/>
            </a:xfrm>
            <a:custGeom>
              <a:avLst/>
              <a:gdLst>
                <a:gd name="T0" fmla="*/ 0 w 2736"/>
                <a:gd name="T1" fmla="*/ 2147483647 h 1136"/>
                <a:gd name="T2" fmla="*/ 1814512646 w 2736"/>
                <a:gd name="T3" fmla="*/ 322579961 h 1136"/>
                <a:gd name="T4" fmla="*/ 2147483647 w 2736"/>
                <a:gd name="T5" fmla="*/ 927417498 h 1136"/>
                <a:gd name="T6" fmla="*/ 0 60000 65536"/>
                <a:gd name="T7" fmla="*/ 0 60000 65536"/>
                <a:gd name="T8" fmla="*/ 0 60000 65536"/>
                <a:gd name="T9" fmla="*/ 0 w 2736"/>
                <a:gd name="T10" fmla="*/ 0 h 1136"/>
                <a:gd name="T11" fmla="*/ 2736 w 2736"/>
                <a:gd name="T12" fmla="*/ 1136 h 1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6" h="1136">
                  <a:moveTo>
                    <a:pt x="0" y="1136"/>
                  </a:moveTo>
                  <a:cubicBezTo>
                    <a:pt x="132" y="696"/>
                    <a:pt x="264" y="256"/>
                    <a:pt x="720" y="128"/>
                  </a:cubicBezTo>
                  <a:cubicBezTo>
                    <a:pt x="1176" y="0"/>
                    <a:pt x="1956" y="184"/>
                    <a:pt x="2736" y="36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 dirty="0"/>
            </a:p>
          </p:txBody>
        </p:sp>
        <p:sp>
          <p:nvSpPr>
            <p:cNvPr id="87" name="Line 48">
              <a:extLst>
                <a:ext uri="{FF2B5EF4-FFF2-40B4-BE49-F238E27FC236}">
                  <a16:creationId xmlns:a16="http://schemas.microsoft.com/office/drawing/2014/main" id="{E52D8EE6-4188-4076-831E-F7A0B7F73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1000" y="55626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pSp>
          <p:nvGrpSpPr>
            <p:cNvPr id="88" name="Group 55">
              <a:extLst>
                <a:ext uri="{FF2B5EF4-FFF2-40B4-BE49-F238E27FC236}">
                  <a16:creationId xmlns:a16="http://schemas.microsoft.com/office/drawing/2014/main" id="{8F704278-9F92-425F-8F1D-EB58F843DA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1" y="4114800"/>
              <a:ext cx="900113" cy="609600"/>
              <a:chOff x="4224" y="1824"/>
              <a:chExt cx="567" cy="384"/>
            </a:xfrm>
          </p:grpSpPr>
          <p:graphicFrame>
            <p:nvGraphicFramePr>
              <p:cNvPr id="89" name="Object 56">
                <a:extLst>
                  <a:ext uri="{FF2B5EF4-FFF2-40B4-BE49-F238E27FC236}">
                    <a16:creationId xmlns:a16="http://schemas.microsoft.com/office/drawing/2014/main" id="{112D1512-A8D5-4B1E-A289-330294C9B3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1824"/>
              <a:ext cx="423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89" name="Equation" r:id="rId47" imgW="672840" imgH="444240" progId="Equation.3">
                      <p:embed/>
                    </p:oleObj>
                  </mc:Choice>
                  <mc:Fallback>
                    <p:oleObj name="Equation" r:id="rId47" imgW="672840" imgH="444240" progId="Equation.3">
                      <p:embed/>
                      <p:pic>
                        <p:nvPicPr>
                          <p:cNvPr id="3093" name="Object 5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824"/>
                            <a:ext cx="423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0" name="Line 57">
                <a:extLst>
                  <a:ext uri="{FF2B5EF4-FFF2-40B4-BE49-F238E27FC236}">
                    <a16:creationId xmlns:a16="http://schemas.microsoft.com/office/drawing/2014/main" id="{2B6B56EB-6696-43DD-A670-42BC1E8AB5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24" y="182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</p:grpSp>
      </p:grpSp>
      <p:grpSp>
        <p:nvGrpSpPr>
          <p:cNvPr id="94" name="مجموعة 93">
            <a:extLst>
              <a:ext uri="{FF2B5EF4-FFF2-40B4-BE49-F238E27FC236}">
                <a16:creationId xmlns:a16="http://schemas.microsoft.com/office/drawing/2014/main" id="{C705E250-411B-48B0-9742-8984F3C66C9C}"/>
              </a:ext>
            </a:extLst>
          </p:cNvPr>
          <p:cNvGrpSpPr/>
          <p:nvPr/>
        </p:nvGrpSpPr>
        <p:grpSpPr>
          <a:xfrm>
            <a:off x="7686930" y="1444672"/>
            <a:ext cx="3902095" cy="990600"/>
            <a:chOff x="2209799" y="914400"/>
            <a:chExt cx="3902095" cy="990600"/>
          </a:xfrm>
        </p:grpSpPr>
        <p:grpSp>
          <p:nvGrpSpPr>
            <p:cNvPr id="95" name="مجموعة 94">
              <a:extLst>
                <a:ext uri="{FF2B5EF4-FFF2-40B4-BE49-F238E27FC236}">
                  <a16:creationId xmlns:a16="http://schemas.microsoft.com/office/drawing/2014/main" id="{C847C296-591E-4F26-842F-A5C7867CF375}"/>
                </a:ext>
              </a:extLst>
            </p:cNvPr>
            <p:cNvGrpSpPr/>
            <p:nvPr/>
          </p:nvGrpSpPr>
          <p:grpSpPr>
            <a:xfrm>
              <a:off x="2209799" y="1371600"/>
              <a:ext cx="3902095" cy="533400"/>
              <a:chOff x="2209799" y="1371600"/>
              <a:chExt cx="3902095" cy="533400"/>
            </a:xfrm>
          </p:grpSpPr>
          <p:sp>
            <p:nvSpPr>
              <p:cNvPr id="97" name="Rectangle 38">
                <a:extLst>
                  <a:ext uri="{FF2B5EF4-FFF2-40B4-BE49-F238E27FC236}">
                    <a16:creationId xmlns:a16="http://schemas.microsoft.com/office/drawing/2014/main" id="{A3E26FEC-7FC4-47A1-A19E-DB3F44E5D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9799" y="1371600"/>
                <a:ext cx="3902095" cy="5334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98" name="Line 40">
                <a:extLst>
                  <a:ext uri="{FF2B5EF4-FFF2-40B4-BE49-F238E27FC236}">
                    <a16:creationId xmlns:a16="http://schemas.microsoft.com/office/drawing/2014/main" id="{62563F21-3A43-4D0F-BBC2-205D0922B2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99" name="Line 41">
                <a:extLst>
                  <a:ext uri="{FF2B5EF4-FFF2-40B4-BE49-F238E27FC236}">
                    <a16:creationId xmlns:a16="http://schemas.microsoft.com/office/drawing/2014/main" id="{322F6E49-FC51-447E-819E-1169E593A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6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100" name="Line 42">
                <a:extLst>
                  <a:ext uri="{FF2B5EF4-FFF2-40B4-BE49-F238E27FC236}">
                    <a16:creationId xmlns:a16="http://schemas.microsoft.com/office/drawing/2014/main" id="{9CD18C6C-1E61-451F-A4A0-4501934333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00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101" name="Line 43">
                <a:extLst>
                  <a:ext uri="{FF2B5EF4-FFF2-40B4-BE49-F238E27FC236}">
                    <a16:creationId xmlns:a16="http://schemas.microsoft.com/office/drawing/2014/main" id="{8F67D4E5-9A66-418B-8374-FEF9B26614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34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aphicFrame>
            <p:nvGraphicFramePr>
              <p:cNvPr id="102" name="Object 44">
                <a:extLst>
                  <a:ext uri="{FF2B5EF4-FFF2-40B4-BE49-F238E27FC236}">
                    <a16:creationId xmlns:a16="http://schemas.microsoft.com/office/drawing/2014/main" id="{C94B9B8B-54E0-467D-BFC7-EBFCB567EA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4233731"/>
                  </p:ext>
                </p:extLst>
              </p:nvPr>
            </p:nvGraphicFramePr>
            <p:xfrm>
              <a:off x="2362201" y="15240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90" name="Equation" r:id="rId48" imgW="266400" imgH="279360" progId="Equation.3">
                      <p:embed/>
                    </p:oleObj>
                  </mc:Choice>
                  <mc:Fallback>
                    <p:oleObj name="Equation" r:id="rId48" imgW="266400" imgH="279360" progId="Equation.3">
                      <p:embed/>
                      <p:pic>
                        <p:nvPicPr>
                          <p:cNvPr id="3089" name="Object 44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2201" y="15240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" name="Object 45">
                <a:extLst>
                  <a:ext uri="{FF2B5EF4-FFF2-40B4-BE49-F238E27FC236}">
                    <a16:creationId xmlns:a16="http://schemas.microsoft.com/office/drawing/2014/main" id="{F163C36A-52BE-437C-9642-110ADA7283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86905854"/>
                  </p:ext>
                </p:extLst>
              </p:nvPr>
            </p:nvGraphicFramePr>
            <p:xfrm>
              <a:off x="2895600" y="14478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91" name="Equation" r:id="rId49" imgW="279360" imgH="380880" progId="Equation.3">
                      <p:embed/>
                    </p:oleObj>
                  </mc:Choice>
                  <mc:Fallback>
                    <p:oleObj name="Equation" r:id="rId49" imgW="279360" imgH="380880" progId="Equation.3">
                      <p:embed/>
                      <p:pic>
                        <p:nvPicPr>
                          <p:cNvPr id="3090" name="Object 4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14478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" name="Object 46">
                <a:extLst>
                  <a:ext uri="{FF2B5EF4-FFF2-40B4-BE49-F238E27FC236}">
                    <a16:creationId xmlns:a16="http://schemas.microsoft.com/office/drawing/2014/main" id="{B1D09FBB-72D9-4450-AFF6-20B969AC167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6611338"/>
                  </p:ext>
                </p:extLst>
              </p:nvPr>
            </p:nvGraphicFramePr>
            <p:xfrm>
              <a:off x="3429000" y="14478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92" name="Equation" r:id="rId50" imgW="279360" imgH="380880" progId="Equation.3">
                      <p:embed/>
                    </p:oleObj>
                  </mc:Choice>
                  <mc:Fallback>
                    <p:oleObj name="Equation" r:id="rId50" imgW="279360" imgH="380880" progId="Equation.3">
                      <p:embed/>
                      <p:pic>
                        <p:nvPicPr>
                          <p:cNvPr id="3091" name="Object 4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9000" y="14478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" name="Object 47">
                <a:extLst>
                  <a:ext uri="{FF2B5EF4-FFF2-40B4-BE49-F238E27FC236}">
                    <a16:creationId xmlns:a16="http://schemas.microsoft.com/office/drawing/2014/main" id="{A25A18EC-EE60-4C1E-AB64-68066FF1F65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0707118"/>
                  </p:ext>
                </p:extLst>
              </p:nvPr>
            </p:nvGraphicFramePr>
            <p:xfrm>
              <a:off x="3962401" y="15240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393" name="Equation" r:id="rId51" imgW="266400" imgH="279360" progId="Equation.3">
                      <p:embed/>
                    </p:oleObj>
                  </mc:Choice>
                  <mc:Fallback>
                    <p:oleObj name="Equation" r:id="rId51" imgW="266400" imgH="279360" progId="Equation.3">
                      <p:embed/>
                      <p:pic>
                        <p:nvPicPr>
                          <p:cNvPr id="3092" name="Object 47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2401" y="15240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6" name="Line 51">
              <a:extLst>
                <a:ext uri="{FF2B5EF4-FFF2-40B4-BE49-F238E27FC236}">
                  <a16:creationId xmlns:a16="http://schemas.microsoft.com/office/drawing/2014/main" id="{91C268DF-26D4-4D5C-88F1-DED802B17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4600" y="914400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106" name="Rectangle 2">
            <a:extLst>
              <a:ext uri="{FF2B5EF4-FFF2-40B4-BE49-F238E27FC236}">
                <a16:creationId xmlns:a16="http://schemas.microsoft.com/office/drawing/2014/main" id="{B67AB87A-9C72-4967-A7FB-6D7CB05E3DBE}"/>
              </a:ext>
            </a:extLst>
          </p:cNvPr>
          <p:cNvSpPr txBox="1">
            <a:spLocks noChangeArrowheads="1"/>
          </p:cNvSpPr>
          <p:nvPr/>
        </p:nvSpPr>
        <p:spPr>
          <a:xfrm>
            <a:off x="7634394" y="921223"/>
            <a:ext cx="3954628" cy="6912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ar-SA" sz="3200" dirty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rPr>
              <a:t>Reading the Input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1" grpId="0"/>
      <p:bldP spid="2097" grpId="0" animBg="1"/>
      <p:bldP spid="10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0B85A37-AA64-4618-A277-AF75BD4E175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72E3A413-BFE3-4BB5-9E76-6613E06F036E}"/>
              </a:ext>
            </a:extLst>
          </p:cNvPr>
          <p:cNvGrpSpPr/>
          <p:nvPr/>
        </p:nvGrpSpPr>
        <p:grpSpPr>
          <a:xfrm>
            <a:off x="192061" y="1897239"/>
            <a:ext cx="3994943" cy="990600"/>
            <a:chOff x="2209800" y="914400"/>
            <a:chExt cx="3994943" cy="990600"/>
          </a:xfrm>
        </p:grpSpPr>
        <p:grpSp>
          <p:nvGrpSpPr>
            <p:cNvPr id="4" name="مجموعة 3">
              <a:extLst>
                <a:ext uri="{FF2B5EF4-FFF2-40B4-BE49-F238E27FC236}">
                  <a16:creationId xmlns:a16="http://schemas.microsoft.com/office/drawing/2014/main" id="{D714ECD8-1082-4151-ABC6-4AA314CCDC89}"/>
                </a:ext>
              </a:extLst>
            </p:cNvPr>
            <p:cNvGrpSpPr/>
            <p:nvPr/>
          </p:nvGrpSpPr>
          <p:grpSpPr>
            <a:xfrm>
              <a:off x="2209800" y="1371600"/>
              <a:ext cx="3994943" cy="533400"/>
              <a:chOff x="2209800" y="1371600"/>
              <a:chExt cx="3994943" cy="533400"/>
            </a:xfrm>
          </p:grpSpPr>
          <p:sp>
            <p:nvSpPr>
              <p:cNvPr id="4138" name="Rectangle 38"/>
              <p:cNvSpPr>
                <a:spLocks noChangeArrowheads="1"/>
              </p:cNvSpPr>
              <p:nvPr/>
            </p:nvSpPr>
            <p:spPr bwMode="auto">
              <a:xfrm>
                <a:off x="2209800" y="1371600"/>
                <a:ext cx="3994943" cy="5334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4139" name="Line 39"/>
              <p:cNvSpPr>
                <a:spLocks noChangeShapeType="1"/>
              </p:cNvSpPr>
              <p:nvPr/>
            </p:nvSpPr>
            <p:spPr bwMode="auto">
              <a:xfrm>
                <a:off x="27432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40" name="Line 40"/>
              <p:cNvSpPr>
                <a:spLocks noChangeShapeType="1"/>
              </p:cNvSpPr>
              <p:nvPr/>
            </p:nvSpPr>
            <p:spPr bwMode="auto">
              <a:xfrm>
                <a:off x="32766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41" name="Line 41"/>
              <p:cNvSpPr>
                <a:spLocks noChangeShapeType="1"/>
              </p:cNvSpPr>
              <p:nvPr/>
            </p:nvSpPr>
            <p:spPr bwMode="auto">
              <a:xfrm>
                <a:off x="38100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42" name="Line 42"/>
              <p:cNvSpPr>
                <a:spLocks noChangeShapeType="1"/>
              </p:cNvSpPr>
              <p:nvPr/>
            </p:nvSpPr>
            <p:spPr bwMode="auto">
              <a:xfrm>
                <a:off x="43434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aphicFrame>
            <p:nvGraphicFramePr>
              <p:cNvPr id="4113" name="Object 4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3253282"/>
                  </p:ext>
                </p:extLst>
              </p:nvPr>
            </p:nvGraphicFramePr>
            <p:xfrm>
              <a:off x="2362201" y="15240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66" name="Equation" r:id="rId3" imgW="266400" imgH="279360" progId="Equation.3">
                      <p:embed/>
                    </p:oleObj>
                  </mc:Choice>
                  <mc:Fallback>
                    <p:oleObj name="Equation" r:id="rId3" imgW="266400" imgH="279360" progId="Equation.3">
                      <p:embed/>
                      <p:pic>
                        <p:nvPicPr>
                          <p:cNvPr id="4113" name="Object 43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2201" y="15240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4" name="Object 4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32376467"/>
                  </p:ext>
                </p:extLst>
              </p:nvPr>
            </p:nvGraphicFramePr>
            <p:xfrm>
              <a:off x="2895600" y="14478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67" name="Equation" r:id="rId5" imgW="279360" imgH="380880" progId="Equation.3">
                      <p:embed/>
                    </p:oleObj>
                  </mc:Choice>
                  <mc:Fallback>
                    <p:oleObj name="Equation" r:id="rId5" imgW="279360" imgH="380880" progId="Equation.3">
                      <p:embed/>
                      <p:pic>
                        <p:nvPicPr>
                          <p:cNvPr id="4114" name="Object 44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14478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5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7768665"/>
                  </p:ext>
                </p:extLst>
              </p:nvPr>
            </p:nvGraphicFramePr>
            <p:xfrm>
              <a:off x="3429000" y="14478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68" name="Equation" r:id="rId7" imgW="279360" imgH="380880" progId="Equation.3">
                      <p:embed/>
                    </p:oleObj>
                  </mc:Choice>
                  <mc:Fallback>
                    <p:oleObj name="Equation" r:id="rId7" imgW="279360" imgH="380880" progId="Equation.3">
                      <p:embed/>
                      <p:pic>
                        <p:nvPicPr>
                          <p:cNvPr id="4115" name="Object 4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9000" y="14478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6" name="Object 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8310287"/>
                  </p:ext>
                </p:extLst>
              </p:nvPr>
            </p:nvGraphicFramePr>
            <p:xfrm>
              <a:off x="3962401" y="15240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69" name="Equation" r:id="rId8" imgW="266400" imgH="279360" progId="Equation.3">
                      <p:embed/>
                    </p:oleObj>
                  </mc:Choice>
                  <mc:Fallback>
                    <p:oleObj name="Equation" r:id="rId8" imgW="266400" imgH="279360" progId="Equation.3">
                      <p:embed/>
                      <p:pic>
                        <p:nvPicPr>
                          <p:cNvPr id="4116" name="Object 4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2401" y="15240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144" name="Line 50"/>
            <p:cNvSpPr>
              <a:spLocks noChangeShapeType="1"/>
            </p:cNvSpPr>
            <p:nvPr/>
          </p:nvSpPr>
          <p:spPr bwMode="auto">
            <a:xfrm>
              <a:off x="3048000" y="914400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 dirty="0"/>
            </a:p>
          </p:txBody>
        </p:sp>
      </p:grp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B3525050-A6AA-42A6-9408-F8F97A31102A}"/>
              </a:ext>
            </a:extLst>
          </p:cNvPr>
          <p:cNvGrpSpPr/>
          <p:nvPr/>
        </p:nvGrpSpPr>
        <p:grpSpPr>
          <a:xfrm>
            <a:off x="0" y="3114991"/>
            <a:ext cx="6370654" cy="3049448"/>
            <a:chOff x="2362200" y="2374901"/>
            <a:chExt cx="6615114" cy="3187699"/>
          </a:xfrm>
        </p:grpSpPr>
        <p:sp>
          <p:nvSpPr>
            <p:cNvPr id="4125" name="Oval 8"/>
            <p:cNvSpPr>
              <a:spLocks noChangeArrowheads="1"/>
            </p:cNvSpPr>
            <p:nvPr/>
          </p:nvSpPr>
          <p:spPr bwMode="auto">
            <a:xfrm>
              <a:off x="8077200" y="4724400"/>
              <a:ext cx="838200" cy="838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4143" name="Line 47"/>
            <p:cNvSpPr>
              <a:spLocks noChangeShapeType="1"/>
            </p:cNvSpPr>
            <p:nvPr/>
          </p:nvSpPr>
          <p:spPr bwMode="auto">
            <a:xfrm>
              <a:off x="5486400" y="55626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pSp>
          <p:nvGrpSpPr>
            <p:cNvPr id="2" name="مجموعة 1">
              <a:extLst>
                <a:ext uri="{FF2B5EF4-FFF2-40B4-BE49-F238E27FC236}">
                  <a16:creationId xmlns:a16="http://schemas.microsoft.com/office/drawing/2014/main" id="{5E801121-A26E-4842-A887-983945BF0D25}"/>
                </a:ext>
              </a:extLst>
            </p:cNvPr>
            <p:cNvGrpSpPr/>
            <p:nvPr/>
          </p:nvGrpSpPr>
          <p:grpSpPr>
            <a:xfrm>
              <a:off x="2362200" y="2374901"/>
              <a:ext cx="6615114" cy="3035299"/>
              <a:chOff x="2362200" y="2374901"/>
              <a:chExt cx="6615114" cy="3035299"/>
            </a:xfrm>
          </p:grpSpPr>
          <p:sp>
            <p:nvSpPr>
              <p:cNvPr id="4121" name="Oval 4"/>
              <p:cNvSpPr>
                <a:spLocks noChangeArrowheads="1"/>
              </p:cNvSpPr>
              <p:nvPr/>
            </p:nvSpPr>
            <p:spPr bwMode="auto">
              <a:xfrm>
                <a:off x="29718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4122" name="Oval 5"/>
              <p:cNvSpPr>
                <a:spLocks noChangeArrowheads="1"/>
              </p:cNvSpPr>
              <p:nvPr/>
            </p:nvSpPr>
            <p:spPr bwMode="auto">
              <a:xfrm>
                <a:off x="5562600" y="4876800"/>
                <a:ext cx="533400" cy="533400"/>
              </a:xfrm>
              <a:prstGeom prst="ellipse">
                <a:avLst/>
              </a:prstGeom>
              <a:solidFill>
                <a:srgbClr val="FF0000">
                  <a:alpha val="50195"/>
                </a:srgbClr>
              </a:solidFill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4123" name="Oval 6"/>
              <p:cNvSpPr>
                <a:spLocks noChangeArrowheads="1"/>
              </p:cNvSpPr>
              <p:nvPr/>
            </p:nvSpPr>
            <p:spPr bwMode="auto">
              <a:xfrm>
                <a:off x="68580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4124" name="Oval 7"/>
              <p:cNvSpPr>
                <a:spLocks noChangeArrowheads="1"/>
              </p:cNvSpPr>
              <p:nvPr/>
            </p:nvSpPr>
            <p:spPr bwMode="auto">
              <a:xfrm>
                <a:off x="82296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sp>
            <p:nvSpPr>
              <p:cNvPr id="4126" name="Line 9"/>
              <p:cNvSpPr>
                <a:spLocks noChangeShapeType="1"/>
              </p:cNvSpPr>
              <p:nvPr/>
            </p:nvSpPr>
            <p:spPr bwMode="auto">
              <a:xfrm>
                <a:off x="2362200" y="5181600"/>
                <a:ext cx="6096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27" name="Line 10"/>
              <p:cNvSpPr>
                <a:spLocks noChangeShapeType="1"/>
              </p:cNvSpPr>
              <p:nvPr/>
            </p:nvSpPr>
            <p:spPr bwMode="auto">
              <a:xfrm>
                <a:off x="4800600" y="5181600"/>
                <a:ext cx="762000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28" name="Line 11"/>
              <p:cNvSpPr>
                <a:spLocks noChangeShapeType="1"/>
              </p:cNvSpPr>
              <p:nvPr/>
            </p:nvSpPr>
            <p:spPr bwMode="auto">
              <a:xfrm>
                <a:off x="6096000" y="5181600"/>
                <a:ext cx="762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29" name="Line 12"/>
              <p:cNvSpPr>
                <a:spLocks noChangeShapeType="1"/>
              </p:cNvSpPr>
              <p:nvPr/>
            </p:nvSpPr>
            <p:spPr bwMode="auto">
              <a:xfrm>
                <a:off x="7391400" y="5181600"/>
                <a:ext cx="685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aphicFrame>
            <p:nvGraphicFramePr>
              <p:cNvPr id="4098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1100138"/>
                  </p:ext>
                </p:extLst>
              </p:nvPr>
            </p:nvGraphicFramePr>
            <p:xfrm>
              <a:off x="3048000" y="4876800"/>
              <a:ext cx="419100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0" name="Equation" r:id="rId9" imgW="419040" imgH="469800" progId="Equation.3">
                      <p:embed/>
                    </p:oleObj>
                  </mc:Choice>
                  <mc:Fallback>
                    <p:oleObj name="Equation" r:id="rId9" imgW="419040" imgH="469800" progId="Equation.3">
                      <p:embed/>
                      <p:pic>
                        <p:nvPicPr>
                          <p:cNvPr id="4098" name="Object 13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48000" y="4876800"/>
                            <a:ext cx="419100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30" name="Oval 14"/>
              <p:cNvSpPr>
                <a:spLocks noChangeArrowheads="1"/>
              </p:cNvSpPr>
              <p:nvPr/>
            </p:nvSpPr>
            <p:spPr bwMode="auto">
              <a:xfrm>
                <a:off x="4267200" y="48768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graphicFrame>
            <p:nvGraphicFramePr>
              <p:cNvPr id="4099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0333815"/>
                  </p:ext>
                </p:extLst>
              </p:nvPr>
            </p:nvGraphicFramePr>
            <p:xfrm>
              <a:off x="4381501" y="4876800"/>
              <a:ext cx="3413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1" name="Equation" r:id="rId11" imgW="342720" imgH="469800" progId="Equation.3">
                      <p:embed/>
                    </p:oleObj>
                  </mc:Choice>
                  <mc:Fallback>
                    <p:oleObj name="Equation" r:id="rId11" imgW="342720" imgH="469800" progId="Equation.3">
                      <p:embed/>
                      <p:pic>
                        <p:nvPicPr>
                          <p:cNvPr id="4099" name="Object 1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81501" y="4876800"/>
                            <a:ext cx="3413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0" name="Object 1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7984162"/>
                  </p:ext>
                </p:extLst>
              </p:nvPr>
            </p:nvGraphicFramePr>
            <p:xfrm>
              <a:off x="5651501" y="4876800"/>
              <a:ext cx="3921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2" name="Equation" r:id="rId13" imgW="393480" imgH="469800" progId="Equation.3">
                      <p:embed/>
                    </p:oleObj>
                  </mc:Choice>
                  <mc:Fallback>
                    <p:oleObj name="Equation" r:id="rId13" imgW="393480" imgH="469800" progId="Equation.3">
                      <p:embed/>
                      <p:pic>
                        <p:nvPicPr>
                          <p:cNvPr id="4100" name="Object 1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51501" y="4876800"/>
                            <a:ext cx="3921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1" name="Object 1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1104359"/>
                  </p:ext>
                </p:extLst>
              </p:nvPr>
            </p:nvGraphicFramePr>
            <p:xfrm>
              <a:off x="6946901" y="4876800"/>
              <a:ext cx="3921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3" name="Equation" r:id="rId15" imgW="393480" imgH="469800" progId="Equation.3">
                      <p:embed/>
                    </p:oleObj>
                  </mc:Choice>
                  <mc:Fallback>
                    <p:oleObj name="Equation" r:id="rId15" imgW="393480" imgH="469800" progId="Equation.3">
                      <p:embed/>
                      <p:pic>
                        <p:nvPicPr>
                          <p:cNvPr id="4101" name="Object 17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946901" y="4876800"/>
                            <a:ext cx="3921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2" name="Object 1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72230614"/>
                  </p:ext>
                </p:extLst>
              </p:nvPr>
            </p:nvGraphicFramePr>
            <p:xfrm>
              <a:off x="8305800" y="4876800"/>
              <a:ext cx="419100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4" name="Equation" r:id="rId17" imgW="419040" imgH="469800" progId="Equation.3">
                      <p:embed/>
                    </p:oleObj>
                  </mc:Choice>
                  <mc:Fallback>
                    <p:oleObj name="Equation" r:id="rId17" imgW="419040" imgH="469800" progId="Equation.3">
                      <p:embed/>
                      <p:pic>
                        <p:nvPicPr>
                          <p:cNvPr id="4102" name="Object 1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05800" y="4876800"/>
                            <a:ext cx="419100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31" name="Line 19"/>
              <p:cNvSpPr>
                <a:spLocks noChangeShapeType="1"/>
              </p:cNvSpPr>
              <p:nvPr/>
            </p:nvSpPr>
            <p:spPr bwMode="auto">
              <a:xfrm>
                <a:off x="3505200" y="5181600"/>
                <a:ext cx="762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aphicFrame>
            <p:nvGraphicFramePr>
              <p:cNvPr id="4103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23376328"/>
                  </p:ext>
                </p:extLst>
              </p:nvPr>
            </p:nvGraphicFramePr>
            <p:xfrm>
              <a:off x="3733801" y="48768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5" name="Equation" r:id="rId19" imgW="266400" imgH="279360" progId="Equation.3">
                      <p:embed/>
                    </p:oleObj>
                  </mc:Choice>
                  <mc:Fallback>
                    <p:oleObj name="Equation" r:id="rId19" imgW="266400" imgH="279360" progId="Equation.3">
                      <p:embed/>
                      <p:pic>
                        <p:nvPicPr>
                          <p:cNvPr id="4103" name="Object 20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33801" y="48768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4" name="Object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20704825"/>
                  </p:ext>
                </p:extLst>
              </p:nvPr>
            </p:nvGraphicFramePr>
            <p:xfrm>
              <a:off x="5029200" y="48006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6" name="Equation" r:id="rId20" imgW="279360" imgH="380880" progId="Equation.3">
                      <p:embed/>
                    </p:oleObj>
                  </mc:Choice>
                  <mc:Fallback>
                    <p:oleObj name="Equation" r:id="rId20" imgW="279360" imgH="380880" progId="Equation.3">
                      <p:embed/>
                      <p:pic>
                        <p:nvPicPr>
                          <p:cNvPr id="4104" name="Object 21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9200" y="48006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5" name="Object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6720976"/>
                  </p:ext>
                </p:extLst>
              </p:nvPr>
            </p:nvGraphicFramePr>
            <p:xfrm>
              <a:off x="6324600" y="48006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7" name="Equation" r:id="rId21" imgW="279360" imgH="380880" progId="Equation.3">
                      <p:embed/>
                    </p:oleObj>
                  </mc:Choice>
                  <mc:Fallback>
                    <p:oleObj name="Equation" r:id="rId21" imgW="279360" imgH="380880" progId="Equation.3">
                      <p:embed/>
                      <p:pic>
                        <p:nvPicPr>
                          <p:cNvPr id="4105" name="Object 22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24600" y="48006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6" name="Object 2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5396604"/>
                  </p:ext>
                </p:extLst>
              </p:nvPr>
            </p:nvGraphicFramePr>
            <p:xfrm>
              <a:off x="7620001" y="48768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8" name="Equation" r:id="rId22" imgW="266400" imgH="279360" progId="Equation.3">
                      <p:embed/>
                    </p:oleObj>
                  </mc:Choice>
                  <mc:Fallback>
                    <p:oleObj name="Equation" r:id="rId22" imgW="266400" imgH="279360" progId="Equation.3">
                      <p:embed/>
                      <p:pic>
                        <p:nvPicPr>
                          <p:cNvPr id="4106" name="Object 23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20001" y="48768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32" name="Oval 25"/>
              <p:cNvSpPr>
                <a:spLocks noChangeArrowheads="1"/>
              </p:cNvSpPr>
              <p:nvPr/>
            </p:nvSpPr>
            <p:spPr bwMode="auto">
              <a:xfrm>
                <a:off x="7632700" y="3594100"/>
                <a:ext cx="533400" cy="53340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ar-JO" altLang="ar-SA"/>
              </a:p>
            </p:txBody>
          </p:sp>
          <p:graphicFrame>
            <p:nvGraphicFramePr>
              <p:cNvPr id="4107" name="Object 2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19192412"/>
                  </p:ext>
                </p:extLst>
              </p:nvPr>
            </p:nvGraphicFramePr>
            <p:xfrm>
              <a:off x="7708901" y="3594100"/>
              <a:ext cx="404813" cy="469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79" name="Equation" r:id="rId23" imgW="406080" imgH="469800" progId="Equation.3">
                      <p:embed/>
                    </p:oleObj>
                  </mc:Choice>
                  <mc:Fallback>
                    <p:oleObj name="Equation" r:id="rId23" imgW="406080" imgH="469800" progId="Equation.3">
                      <p:embed/>
                      <p:pic>
                        <p:nvPicPr>
                          <p:cNvPr id="4107" name="Object 2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08901" y="3594100"/>
                            <a:ext cx="404813" cy="469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8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4974736"/>
                  </p:ext>
                </p:extLst>
              </p:nvPr>
            </p:nvGraphicFramePr>
            <p:xfrm>
              <a:off x="4572001" y="44196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80" name="Equation" r:id="rId25" imgW="266400" imgH="279360" progId="Equation.3">
                      <p:embed/>
                    </p:oleObj>
                  </mc:Choice>
                  <mc:Fallback>
                    <p:oleObj name="Equation" r:id="rId25" imgW="266400" imgH="279360" progId="Equation.3">
                      <p:embed/>
                      <p:pic>
                        <p:nvPicPr>
                          <p:cNvPr id="4108" name="Object 27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72001" y="44196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09" name="Object 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75689750"/>
                  </p:ext>
                </p:extLst>
              </p:nvPr>
            </p:nvGraphicFramePr>
            <p:xfrm>
              <a:off x="5791201" y="44958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81" name="Equation" r:id="rId26" imgW="266400" imgH="279360" progId="Equation.3">
                      <p:embed/>
                    </p:oleObj>
                  </mc:Choice>
                  <mc:Fallback>
                    <p:oleObj name="Equation" r:id="rId26" imgW="266400" imgH="279360" progId="Equation.3">
                      <p:embed/>
                      <p:pic>
                        <p:nvPicPr>
                          <p:cNvPr id="4109" name="Object 2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791201" y="44958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0" name="Object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7349275"/>
                  </p:ext>
                </p:extLst>
              </p:nvPr>
            </p:nvGraphicFramePr>
            <p:xfrm>
              <a:off x="7086600" y="44196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82" name="Equation" r:id="rId27" imgW="279360" imgH="380880" progId="Equation.3">
                      <p:embed/>
                    </p:oleObj>
                  </mc:Choice>
                  <mc:Fallback>
                    <p:oleObj name="Equation" r:id="rId27" imgW="279360" imgH="380880" progId="Equation.3">
                      <p:embed/>
                      <p:pic>
                        <p:nvPicPr>
                          <p:cNvPr id="4110" name="Object 29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86600" y="44196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111" name="Object 3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5203933"/>
                  </p:ext>
                </p:extLst>
              </p:nvPr>
            </p:nvGraphicFramePr>
            <p:xfrm>
              <a:off x="3200400" y="43434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83" name="Equation" r:id="rId28" imgW="279360" imgH="380880" progId="Equation.3">
                      <p:embed/>
                    </p:oleObj>
                  </mc:Choice>
                  <mc:Fallback>
                    <p:oleObj name="Equation" r:id="rId28" imgW="279360" imgH="380880" progId="Equation.3">
                      <p:embed/>
                      <p:pic>
                        <p:nvPicPr>
                          <p:cNvPr id="4111" name="Object 30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00400" y="43434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33" name="Freeform 31"/>
              <p:cNvSpPr>
                <a:spLocks/>
              </p:cNvSpPr>
              <p:nvPr/>
            </p:nvSpPr>
            <p:spPr bwMode="auto">
              <a:xfrm>
                <a:off x="7467600" y="2819400"/>
                <a:ext cx="660400" cy="850900"/>
              </a:xfrm>
              <a:custGeom>
                <a:avLst/>
                <a:gdLst>
                  <a:gd name="T0" fmla="*/ 383063737 w 416"/>
                  <a:gd name="T1" fmla="*/ 1350803532 h 536"/>
                  <a:gd name="T2" fmla="*/ 20161250 w 416"/>
                  <a:gd name="T3" fmla="*/ 504031219 h 536"/>
                  <a:gd name="T4" fmla="*/ 504031301 w 416"/>
                  <a:gd name="T5" fmla="*/ 20161247 h 536"/>
                  <a:gd name="T6" fmla="*/ 987901357 w 416"/>
                  <a:gd name="T7" fmla="*/ 383063675 h 536"/>
                  <a:gd name="T8" fmla="*/ 866933892 w 416"/>
                  <a:gd name="T9" fmla="*/ 1229836087 h 5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6"/>
                  <a:gd name="T16" fmla="*/ 0 h 536"/>
                  <a:gd name="T17" fmla="*/ 416 w 416"/>
                  <a:gd name="T18" fmla="*/ 536 h 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6" h="536">
                    <a:moveTo>
                      <a:pt x="152" y="536"/>
                    </a:moveTo>
                    <a:cubicBezTo>
                      <a:pt x="76" y="412"/>
                      <a:pt x="0" y="288"/>
                      <a:pt x="8" y="200"/>
                    </a:cubicBezTo>
                    <a:cubicBezTo>
                      <a:pt x="16" y="112"/>
                      <a:pt x="136" y="16"/>
                      <a:pt x="200" y="8"/>
                    </a:cubicBezTo>
                    <a:cubicBezTo>
                      <a:pt x="264" y="0"/>
                      <a:pt x="368" y="72"/>
                      <a:pt x="392" y="152"/>
                    </a:cubicBezTo>
                    <a:cubicBezTo>
                      <a:pt x="416" y="232"/>
                      <a:pt x="380" y="360"/>
                      <a:pt x="344" y="48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aphicFrame>
            <p:nvGraphicFramePr>
              <p:cNvPr id="4112" name="Object 3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5281192"/>
                  </p:ext>
                </p:extLst>
              </p:nvPr>
            </p:nvGraphicFramePr>
            <p:xfrm>
              <a:off x="7480301" y="2374901"/>
              <a:ext cx="671513" cy="4429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384" name="Equation" r:id="rId29" imgW="672840" imgH="444240" progId="Equation.3">
                      <p:embed/>
                    </p:oleObj>
                  </mc:Choice>
                  <mc:Fallback>
                    <p:oleObj name="Equation" r:id="rId29" imgW="672840" imgH="444240" progId="Equation.3">
                      <p:embed/>
                      <p:pic>
                        <p:nvPicPr>
                          <p:cNvPr id="4112" name="Object 32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0301" y="2374901"/>
                            <a:ext cx="671513" cy="4429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34" name="Line 33"/>
              <p:cNvSpPr>
                <a:spLocks noChangeShapeType="1"/>
              </p:cNvSpPr>
              <p:nvPr/>
            </p:nvSpPr>
            <p:spPr bwMode="auto">
              <a:xfrm flipV="1">
                <a:off x="7239000" y="4114800"/>
                <a:ext cx="533400" cy="76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35" name="Freeform 34"/>
              <p:cNvSpPr>
                <a:spLocks/>
              </p:cNvSpPr>
              <p:nvPr/>
            </p:nvSpPr>
            <p:spPr bwMode="auto">
              <a:xfrm>
                <a:off x="5943600" y="3962400"/>
                <a:ext cx="1752600" cy="990600"/>
              </a:xfrm>
              <a:custGeom>
                <a:avLst/>
                <a:gdLst>
                  <a:gd name="T0" fmla="*/ 0 w 1104"/>
                  <a:gd name="T1" fmla="*/ 1572577282 h 624"/>
                  <a:gd name="T2" fmla="*/ 1088707415 w 1104"/>
                  <a:gd name="T3" fmla="*/ 483870009 h 624"/>
                  <a:gd name="T4" fmla="*/ 2147483647 w 1104"/>
                  <a:gd name="T5" fmla="*/ 0 h 624"/>
                  <a:gd name="T6" fmla="*/ 0 60000 65536"/>
                  <a:gd name="T7" fmla="*/ 0 60000 65536"/>
                  <a:gd name="T8" fmla="*/ 0 60000 65536"/>
                  <a:gd name="T9" fmla="*/ 0 w 1104"/>
                  <a:gd name="T10" fmla="*/ 0 h 624"/>
                  <a:gd name="T11" fmla="*/ 1104 w 1104"/>
                  <a:gd name="T12" fmla="*/ 624 h 6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04" h="624">
                    <a:moveTo>
                      <a:pt x="0" y="624"/>
                    </a:moveTo>
                    <a:cubicBezTo>
                      <a:pt x="124" y="460"/>
                      <a:pt x="248" y="296"/>
                      <a:pt x="432" y="192"/>
                    </a:cubicBezTo>
                    <a:cubicBezTo>
                      <a:pt x="616" y="88"/>
                      <a:pt x="860" y="44"/>
                      <a:pt x="1104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36" name="Freeform 35"/>
              <p:cNvSpPr>
                <a:spLocks/>
              </p:cNvSpPr>
              <p:nvPr/>
            </p:nvSpPr>
            <p:spPr bwMode="auto">
              <a:xfrm>
                <a:off x="4648200" y="3771900"/>
                <a:ext cx="2971800" cy="1181100"/>
              </a:xfrm>
              <a:custGeom>
                <a:avLst/>
                <a:gdLst>
                  <a:gd name="T0" fmla="*/ 0 w 1872"/>
                  <a:gd name="T1" fmla="*/ 1874996428 h 744"/>
                  <a:gd name="T2" fmla="*/ 1814512820 w 1872"/>
                  <a:gd name="T3" fmla="*/ 302418750 h 744"/>
                  <a:gd name="T4" fmla="*/ 2147483647 w 1872"/>
                  <a:gd name="T5" fmla="*/ 60483755 h 744"/>
                  <a:gd name="T6" fmla="*/ 0 60000 65536"/>
                  <a:gd name="T7" fmla="*/ 0 60000 65536"/>
                  <a:gd name="T8" fmla="*/ 0 60000 65536"/>
                  <a:gd name="T9" fmla="*/ 0 w 1872"/>
                  <a:gd name="T10" fmla="*/ 0 h 744"/>
                  <a:gd name="T11" fmla="*/ 1872 w 1872"/>
                  <a:gd name="T12" fmla="*/ 744 h 7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72" h="744">
                    <a:moveTo>
                      <a:pt x="0" y="744"/>
                    </a:moveTo>
                    <a:cubicBezTo>
                      <a:pt x="204" y="492"/>
                      <a:pt x="408" y="240"/>
                      <a:pt x="720" y="120"/>
                    </a:cubicBezTo>
                    <a:cubicBezTo>
                      <a:pt x="1032" y="0"/>
                      <a:pt x="1452" y="12"/>
                      <a:pt x="1872" y="24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4137" name="Freeform 36"/>
              <p:cNvSpPr>
                <a:spLocks/>
              </p:cNvSpPr>
              <p:nvPr/>
            </p:nvSpPr>
            <p:spPr bwMode="auto">
              <a:xfrm>
                <a:off x="3352800" y="3149600"/>
                <a:ext cx="4343400" cy="1803400"/>
              </a:xfrm>
              <a:custGeom>
                <a:avLst/>
                <a:gdLst>
                  <a:gd name="T0" fmla="*/ 0 w 2736"/>
                  <a:gd name="T1" fmla="*/ 2147483647 h 1136"/>
                  <a:gd name="T2" fmla="*/ 1814512646 w 2736"/>
                  <a:gd name="T3" fmla="*/ 322579961 h 1136"/>
                  <a:gd name="T4" fmla="*/ 2147483647 w 2736"/>
                  <a:gd name="T5" fmla="*/ 927417498 h 1136"/>
                  <a:gd name="T6" fmla="*/ 0 60000 65536"/>
                  <a:gd name="T7" fmla="*/ 0 60000 65536"/>
                  <a:gd name="T8" fmla="*/ 0 60000 65536"/>
                  <a:gd name="T9" fmla="*/ 0 w 2736"/>
                  <a:gd name="T10" fmla="*/ 0 h 1136"/>
                  <a:gd name="T11" fmla="*/ 2736 w 2736"/>
                  <a:gd name="T12" fmla="*/ 1136 h 1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6" h="1136">
                    <a:moveTo>
                      <a:pt x="0" y="1136"/>
                    </a:moveTo>
                    <a:cubicBezTo>
                      <a:pt x="132" y="696"/>
                      <a:pt x="264" y="256"/>
                      <a:pt x="720" y="128"/>
                    </a:cubicBezTo>
                    <a:cubicBezTo>
                      <a:pt x="1176" y="0"/>
                      <a:pt x="1956" y="184"/>
                      <a:pt x="2736" y="36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pSp>
            <p:nvGrpSpPr>
              <p:cNvPr id="4145" name="Group 54"/>
              <p:cNvGrpSpPr>
                <a:grpSpLocks/>
              </p:cNvGrpSpPr>
              <p:nvPr/>
            </p:nvGrpSpPr>
            <p:grpSpPr bwMode="auto">
              <a:xfrm>
                <a:off x="8077201" y="4114800"/>
                <a:ext cx="900113" cy="609600"/>
                <a:chOff x="4224" y="1824"/>
                <a:chExt cx="567" cy="384"/>
              </a:xfrm>
            </p:grpSpPr>
            <p:graphicFrame>
              <p:nvGraphicFramePr>
                <p:cNvPr id="4117" name="Object 55"/>
                <p:cNvGraphicFramePr>
                  <a:graphicFrameLocks noChangeAspect="1"/>
                </p:cNvGraphicFramePr>
                <p:nvPr/>
              </p:nvGraphicFramePr>
              <p:xfrm>
                <a:off x="4368" y="1824"/>
                <a:ext cx="423" cy="27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2385" name="Equation" r:id="rId31" imgW="672840" imgH="444240" progId="Equation.3">
                        <p:embed/>
                      </p:oleObj>
                    </mc:Choice>
                    <mc:Fallback>
                      <p:oleObj name="Equation" r:id="rId31" imgW="672840" imgH="444240" progId="Equation.3">
                        <p:embed/>
                        <p:pic>
                          <p:nvPicPr>
                            <p:cNvPr id="4117" name="Object 55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68" y="1824"/>
                              <a:ext cx="423" cy="27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146" name="Line 56"/>
                <p:cNvSpPr>
                  <a:spLocks noChangeShapeType="1"/>
                </p:cNvSpPr>
                <p:nvPr/>
              </p:nvSpPr>
              <p:spPr bwMode="auto">
                <a:xfrm flipH="1" flipV="1">
                  <a:off x="4224" y="1824"/>
                  <a:ext cx="192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ar-SA"/>
                </a:p>
              </p:txBody>
            </p:sp>
          </p:grpSp>
        </p:grpSp>
      </p:grpSp>
      <p:grpSp>
        <p:nvGrpSpPr>
          <p:cNvPr id="57" name="مجموعة 56">
            <a:extLst>
              <a:ext uri="{FF2B5EF4-FFF2-40B4-BE49-F238E27FC236}">
                <a16:creationId xmlns:a16="http://schemas.microsoft.com/office/drawing/2014/main" id="{1D430830-6052-42E9-8163-3E5BAF1DFD3E}"/>
              </a:ext>
            </a:extLst>
          </p:cNvPr>
          <p:cNvGrpSpPr/>
          <p:nvPr/>
        </p:nvGrpSpPr>
        <p:grpSpPr>
          <a:xfrm>
            <a:off x="6554115" y="3384396"/>
            <a:ext cx="5637885" cy="2692873"/>
            <a:chOff x="2362200" y="2374901"/>
            <a:chExt cx="6615114" cy="3187699"/>
          </a:xfrm>
        </p:grpSpPr>
        <p:sp>
          <p:nvSpPr>
            <p:cNvPr id="58" name="Oval 4">
              <a:extLst>
                <a:ext uri="{FF2B5EF4-FFF2-40B4-BE49-F238E27FC236}">
                  <a16:creationId xmlns:a16="http://schemas.microsoft.com/office/drawing/2014/main" id="{31D8463F-0362-42AF-AE6A-F0FBB47C1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8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59" name="Oval 5">
              <a:extLst>
                <a:ext uri="{FF2B5EF4-FFF2-40B4-BE49-F238E27FC236}">
                  <a16:creationId xmlns:a16="http://schemas.microsoft.com/office/drawing/2014/main" id="{BF7C5C5D-4D15-4F5D-A00D-2A723F602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0" name="Oval 6">
              <a:extLst>
                <a:ext uri="{FF2B5EF4-FFF2-40B4-BE49-F238E27FC236}">
                  <a16:creationId xmlns:a16="http://schemas.microsoft.com/office/drawing/2014/main" id="{547C2774-BE92-468D-9119-2DB1959B7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4876800"/>
              <a:ext cx="533400" cy="533400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1" name="Oval 7">
              <a:extLst>
                <a:ext uri="{FF2B5EF4-FFF2-40B4-BE49-F238E27FC236}">
                  <a16:creationId xmlns:a16="http://schemas.microsoft.com/office/drawing/2014/main" id="{8A50CE1A-B529-4CE9-9C80-4501D5998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2" name="Oval 8">
              <a:extLst>
                <a:ext uri="{FF2B5EF4-FFF2-40B4-BE49-F238E27FC236}">
                  <a16:creationId xmlns:a16="http://schemas.microsoft.com/office/drawing/2014/main" id="{025DB52D-70C5-4A95-8A24-EA1707074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7200" y="4724400"/>
              <a:ext cx="838200" cy="838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3" name="Line 9">
              <a:extLst>
                <a:ext uri="{FF2B5EF4-FFF2-40B4-BE49-F238E27FC236}">
                  <a16:creationId xmlns:a16="http://schemas.microsoft.com/office/drawing/2014/main" id="{A74EB75B-93FF-47F7-A205-E7F66CFAC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200" y="5181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4" name="Line 10">
              <a:extLst>
                <a:ext uri="{FF2B5EF4-FFF2-40B4-BE49-F238E27FC236}">
                  <a16:creationId xmlns:a16="http://schemas.microsoft.com/office/drawing/2014/main" id="{7991F727-40F4-4B13-BBF2-4C86D391B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51816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5" name="Line 11">
              <a:extLst>
                <a:ext uri="{FF2B5EF4-FFF2-40B4-BE49-F238E27FC236}">
                  <a16:creationId xmlns:a16="http://schemas.microsoft.com/office/drawing/2014/main" id="{D2368BCC-BE73-4529-9C8E-C48FDF387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5181600"/>
              <a:ext cx="7620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6" name="Line 12">
              <a:extLst>
                <a:ext uri="{FF2B5EF4-FFF2-40B4-BE49-F238E27FC236}">
                  <a16:creationId xmlns:a16="http://schemas.microsoft.com/office/drawing/2014/main" id="{DFE40536-9E5C-4F58-B0D0-4B1EB26312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51816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67" name="Object 0">
              <a:extLst>
                <a:ext uri="{FF2B5EF4-FFF2-40B4-BE49-F238E27FC236}">
                  <a16:creationId xmlns:a16="http://schemas.microsoft.com/office/drawing/2014/main" id="{F389B363-382A-4D90-8A27-4FBCD60BCF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19882504"/>
                </p:ext>
              </p:extLst>
            </p:nvPr>
          </p:nvGraphicFramePr>
          <p:xfrm>
            <a:off x="3048000" y="48768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6" name="Equation" r:id="rId32" imgW="419040" imgH="469800" progId="Equation.3">
                    <p:embed/>
                  </p:oleObj>
                </mc:Choice>
                <mc:Fallback>
                  <p:oleObj name="Equation" r:id="rId32" imgW="419040" imgH="469800" progId="Equation.3">
                    <p:embed/>
                    <p:pic>
                      <p:nvPicPr>
                        <p:cNvPr id="5122" name="Object 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48768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Oval 14">
              <a:extLst>
                <a:ext uri="{FF2B5EF4-FFF2-40B4-BE49-F238E27FC236}">
                  <a16:creationId xmlns:a16="http://schemas.microsoft.com/office/drawing/2014/main" id="{DFCFA88C-1F17-40C7-9AA2-BEE071ACA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69" name="Object 1">
              <a:extLst>
                <a:ext uri="{FF2B5EF4-FFF2-40B4-BE49-F238E27FC236}">
                  <a16:creationId xmlns:a16="http://schemas.microsoft.com/office/drawing/2014/main" id="{234F798E-50AB-4DA2-A173-9820DBD4E0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7538807"/>
                </p:ext>
              </p:extLst>
            </p:nvPr>
          </p:nvGraphicFramePr>
          <p:xfrm>
            <a:off x="4381501" y="4876800"/>
            <a:ext cx="3413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7" name="Equation" r:id="rId33" imgW="342720" imgH="469800" progId="Equation.3">
                    <p:embed/>
                  </p:oleObj>
                </mc:Choice>
                <mc:Fallback>
                  <p:oleObj name="Equation" r:id="rId33" imgW="342720" imgH="469800" progId="Equation.3">
                    <p:embed/>
                    <p:pic>
                      <p:nvPicPr>
                        <p:cNvPr id="5123" name="Object 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501" y="4876800"/>
                          <a:ext cx="3413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2">
              <a:extLst>
                <a:ext uri="{FF2B5EF4-FFF2-40B4-BE49-F238E27FC236}">
                  <a16:creationId xmlns:a16="http://schemas.microsoft.com/office/drawing/2014/main" id="{A83EC0DE-0B75-45C7-B18F-E2B15E4370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7263671"/>
                </p:ext>
              </p:extLst>
            </p:nvPr>
          </p:nvGraphicFramePr>
          <p:xfrm>
            <a:off x="5651501" y="48768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8" name="Equation" r:id="rId34" imgW="393480" imgH="469800" progId="Equation.3">
                    <p:embed/>
                  </p:oleObj>
                </mc:Choice>
                <mc:Fallback>
                  <p:oleObj name="Equation" r:id="rId34" imgW="393480" imgH="469800" progId="Equation.3">
                    <p:embed/>
                    <p:pic>
                      <p:nvPicPr>
                        <p:cNvPr id="5124" name="Object 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1501" y="48768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3">
              <a:extLst>
                <a:ext uri="{FF2B5EF4-FFF2-40B4-BE49-F238E27FC236}">
                  <a16:creationId xmlns:a16="http://schemas.microsoft.com/office/drawing/2014/main" id="{18297FB0-C44B-46E6-B036-334DC3E5DD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5178075"/>
                </p:ext>
              </p:extLst>
            </p:nvPr>
          </p:nvGraphicFramePr>
          <p:xfrm>
            <a:off x="6946901" y="48768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89" name="Equation" r:id="rId35" imgW="393480" imgH="469800" progId="Equation.3">
                    <p:embed/>
                  </p:oleObj>
                </mc:Choice>
                <mc:Fallback>
                  <p:oleObj name="Equation" r:id="rId35" imgW="393480" imgH="469800" progId="Equation.3">
                    <p:embed/>
                    <p:pic>
                      <p:nvPicPr>
                        <p:cNvPr id="5125" name="Object 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6901" y="48768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4">
              <a:extLst>
                <a:ext uri="{FF2B5EF4-FFF2-40B4-BE49-F238E27FC236}">
                  <a16:creationId xmlns:a16="http://schemas.microsoft.com/office/drawing/2014/main" id="{3ED36E1B-432F-41A0-88B4-179B456D22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3445991"/>
                </p:ext>
              </p:extLst>
            </p:nvPr>
          </p:nvGraphicFramePr>
          <p:xfrm>
            <a:off x="8305800" y="48768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0" name="Equation" r:id="rId36" imgW="419040" imgH="469800" progId="Equation.3">
                    <p:embed/>
                  </p:oleObj>
                </mc:Choice>
                <mc:Fallback>
                  <p:oleObj name="Equation" r:id="rId36" imgW="419040" imgH="469800" progId="Equation.3">
                    <p:embed/>
                    <p:pic>
                      <p:nvPicPr>
                        <p:cNvPr id="5126" name="Object 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5800" y="48768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Line 19">
              <a:extLst>
                <a:ext uri="{FF2B5EF4-FFF2-40B4-BE49-F238E27FC236}">
                  <a16:creationId xmlns:a16="http://schemas.microsoft.com/office/drawing/2014/main" id="{390091E7-9F36-4CED-843B-829FF9A5F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51816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74" name="Object 5">
              <a:extLst>
                <a:ext uri="{FF2B5EF4-FFF2-40B4-BE49-F238E27FC236}">
                  <a16:creationId xmlns:a16="http://schemas.microsoft.com/office/drawing/2014/main" id="{3094D879-0C00-4954-80D7-5575F66359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0966839"/>
                </p:ext>
              </p:extLst>
            </p:nvPr>
          </p:nvGraphicFramePr>
          <p:xfrm>
            <a:off x="3733801" y="4876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1" name="Equation" r:id="rId37" imgW="266400" imgH="279360" progId="Equation.3">
                    <p:embed/>
                  </p:oleObj>
                </mc:Choice>
                <mc:Fallback>
                  <p:oleObj name="Equation" r:id="rId37" imgW="266400" imgH="279360" progId="Equation.3">
                    <p:embed/>
                    <p:pic>
                      <p:nvPicPr>
                        <p:cNvPr id="5127" name="Object 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801" y="4876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6">
              <a:extLst>
                <a:ext uri="{FF2B5EF4-FFF2-40B4-BE49-F238E27FC236}">
                  <a16:creationId xmlns:a16="http://schemas.microsoft.com/office/drawing/2014/main" id="{4505AD6A-F171-4223-B623-F00CAF513E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3274866"/>
                </p:ext>
              </p:extLst>
            </p:nvPr>
          </p:nvGraphicFramePr>
          <p:xfrm>
            <a:off x="5029200" y="4800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2" name="Equation" r:id="rId38" imgW="279360" imgH="380880" progId="Equation.3">
                    <p:embed/>
                  </p:oleObj>
                </mc:Choice>
                <mc:Fallback>
                  <p:oleObj name="Equation" r:id="rId38" imgW="279360" imgH="380880" progId="Equation.3">
                    <p:embed/>
                    <p:pic>
                      <p:nvPicPr>
                        <p:cNvPr id="5128" name="Object 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4800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" name="Object 7">
              <a:extLst>
                <a:ext uri="{FF2B5EF4-FFF2-40B4-BE49-F238E27FC236}">
                  <a16:creationId xmlns:a16="http://schemas.microsoft.com/office/drawing/2014/main" id="{CF5C5665-B843-4573-B317-1FB4C78FF8C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0155212"/>
                </p:ext>
              </p:extLst>
            </p:nvPr>
          </p:nvGraphicFramePr>
          <p:xfrm>
            <a:off x="6324600" y="4800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3" name="Equation" r:id="rId39" imgW="279360" imgH="380880" progId="Equation.3">
                    <p:embed/>
                  </p:oleObj>
                </mc:Choice>
                <mc:Fallback>
                  <p:oleObj name="Equation" r:id="rId39" imgW="279360" imgH="380880" progId="Equation.3">
                    <p:embed/>
                    <p:pic>
                      <p:nvPicPr>
                        <p:cNvPr id="5129" name="Object 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4600" y="4800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Object 8">
              <a:extLst>
                <a:ext uri="{FF2B5EF4-FFF2-40B4-BE49-F238E27FC236}">
                  <a16:creationId xmlns:a16="http://schemas.microsoft.com/office/drawing/2014/main" id="{3BBE7972-8C38-44FC-AAB0-69E08DBB90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2475265"/>
                </p:ext>
              </p:extLst>
            </p:nvPr>
          </p:nvGraphicFramePr>
          <p:xfrm>
            <a:off x="7620001" y="4876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4" name="Equation" r:id="rId40" imgW="266400" imgH="279360" progId="Equation.3">
                    <p:embed/>
                  </p:oleObj>
                </mc:Choice>
                <mc:Fallback>
                  <p:oleObj name="Equation" r:id="rId40" imgW="266400" imgH="279360" progId="Equation.3">
                    <p:embed/>
                    <p:pic>
                      <p:nvPicPr>
                        <p:cNvPr id="5130" name="Object 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1" y="4876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" name="Oval 25">
              <a:extLst>
                <a:ext uri="{FF2B5EF4-FFF2-40B4-BE49-F238E27FC236}">
                  <a16:creationId xmlns:a16="http://schemas.microsoft.com/office/drawing/2014/main" id="{8188FB67-6251-40E2-B07C-B16C50C84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2700" y="35941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79" name="Object 9">
              <a:extLst>
                <a:ext uri="{FF2B5EF4-FFF2-40B4-BE49-F238E27FC236}">
                  <a16:creationId xmlns:a16="http://schemas.microsoft.com/office/drawing/2014/main" id="{083695EF-CB07-47CB-A0A4-F51247475D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459989"/>
                </p:ext>
              </p:extLst>
            </p:nvPr>
          </p:nvGraphicFramePr>
          <p:xfrm>
            <a:off x="7708901" y="35941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5" name="Equation" r:id="rId41" imgW="406080" imgH="469800" progId="Equation.3">
                    <p:embed/>
                  </p:oleObj>
                </mc:Choice>
                <mc:Fallback>
                  <p:oleObj name="Equation" r:id="rId41" imgW="406080" imgH="469800" progId="Equation.3">
                    <p:embed/>
                    <p:pic>
                      <p:nvPicPr>
                        <p:cNvPr id="5131" name="Object 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8901" y="35941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Object 10">
              <a:extLst>
                <a:ext uri="{FF2B5EF4-FFF2-40B4-BE49-F238E27FC236}">
                  <a16:creationId xmlns:a16="http://schemas.microsoft.com/office/drawing/2014/main" id="{364DBB6A-0824-4175-A065-AE1DDB0211C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0240044"/>
                </p:ext>
              </p:extLst>
            </p:nvPr>
          </p:nvGraphicFramePr>
          <p:xfrm>
            <a:off x="4572001" y="44196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6" name="Equation" r:id="rId42" imgW="266400" imgH="279360" progId="Equation.3">
                    <p:embed/>
                  </p:oleObj>
                </mc:Choice>
                <mc:Fallback>
                  <p:oleObj name="Equation" r:id="rId42" imgW="266400" imgH="279360" progId="Equation.3">
                    <p:embed/>
                    <p:pic>
                      <p:nvPicPr>
                        <p:cNvPr id="5132" name="Object 1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1" y="44196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Object 11">
              <a:extLst>
                <a:ext uri="{FF2B5EF4-FFF2-40B4-BE49-F238E27FC236}">
                  <a16:creationId xmlns:a16="http://schemas.microsoft.com/office/drawing/2014/main" id="{95D61458-89B9-4F96-B12B-1C199DA55A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8003474"/>
                </p:ext>
              </p:extLst>
            </p:nvPr>
          </p:nvGraphicFramePr>
          <p:xfrm>
            <a:off x="5791201" y="4495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7" name="Equation" r:id="rId43" imgW="266400" imgH="279360" progId="Equation.3">
                    <p:embed/>
                  </p:oleObj>
                </mc:Choice>
                <mc:Fallback>
                  <p:oleObj name="Equation" r:id="rId43" imgW="266400" imgH="279360" progId="Equation.3">
                    <p:embed/>
                    <p:pic>
                      <p:nvPicPr>
                        <p:cNvPr id="5133" name="Object 1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1201" y="4495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Object 12">
              <a:extLst>
                <a:ext uri="{FF2B5EF4-FFF2-40B4-BE49-F238E27FC236}">
                  <a16:creationId xmlns:a16="http://schemas.microsoft.com/office/drawing/2014/main" id="{DF0CF033-F1D1-4452-B422-0BD4ADE956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96660626"/>
                </p:ext>
              </p:extLst>
            </p:nvPr>
          </p:nvGraphicFramePr>
          <p:xfrm>
            <a:off x="7086600" y="4419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8" name="Equation" r:id="rId44" imgW="279360" imgH="380880" progId="Equation.3">
                    <p:embed/>
                  </p:oleObj>
                </mc:Choice>
                <mc:Fallback>
                  <p:oleObj name="Equation" r:id="rId44" imgW="279360" imgH="380880" progId="Equation.3">
                    <p:embed/>
                    <p:pic>
                      <p:nvPicPr>
                        <p:cNvPr id="5134" name="Object 1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4419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Object 13">
              <a:extLst>
                <a:ext uri="{FF2B5EF4-FFF2-40B4-BE49-F238E27FC236}">
                  <a16:creationId xmlns:a16="http://schemas.microsoft.com/office/drawing/2014/main" id="{66D5383A-8B0B-41F9-8E68-5669E832FB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4031546"/>
                </p:ext>
              </p:extLst>
            </p:nvPr>
          </p:nvGraphicFramePr>
          <p:xfrm>
            <a:off x="3200400" y="43434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99" name="Equation" r:id="rId45" imgW="279360" imgH="380880" progId="Equation.3">
                    <p:embed/>
                  </p:oleObj>
                </mc:Choice>
                <mc:Fallback>
                  <p:oleObj name="Equation" r:id="rId45" imgW="279360" imgH="380880" progId="Equation.3">
                    <p:embed/>
                    <p:pic>
                      <p:nvPicPr>
                        <p:cNvPr id="5135" name="Object 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400" y="43434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" name="Freeform 31">
              <a:extLst>
                <a:ext uri="{FF2B5EF4-FFF2-40B4-BE49-F238E27FC236}">
                  <a16:creationId xmlns:a16="http://schemas.microsoft.com/office/drawing/2014/main" id="{71116D11-5AB8-4AEA-B1FE-4C897707A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600" y="2819400"/>
              <a:ext cx="660400" cy="850900"/>
            </a:xfrm>
            <a:custGeom>
              <a:avLst/>
              <a:gdLst>
                <a:gd name="T0" fmla="*/ 383063737 w 416"/>
                <a:gd name="T1" fmla="*/ 1350803532 h 536"/>
                <a:gd name="T2" fmla="*/ 20161250 w 416"/>
                <a:gd name="T3" fmla="*/ 504031219 h 536"/>
                <a:gd name="T4" fmla="*/ 504031301 w 416"/>
                <a:gd name="T5" fmla="*/ 20161247 h 536"/>
                <a:gd name="T6" fmla="*/ 987901357 w 416"/>
                <a:gd name="T7" fmla="*/ 383063675 h 536"/>
                <a:gd name="T8" fmla="*/ 866933892 w 416"/>
                <a:gd name="T9" fmla="*/ 1229836087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6"/>
                <a:gd name="T16" fmla="*/ 0 h 536"/>
                <a:gd name="T17" fmla="*/ 416 w 416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6" h="536">
                  <a:moveTo>
                    <a:pt x="152" y="536"/>
                  </a:moveTo>
                  <a:cubicBezTo>
                    <a:pt x="76" y="412"/>
                    <a:pt x="0" y="288"/>
                    <a:pt x="8" y="200"/>
                  </a:cubicBezTo>
                  <a:cubicBezTo>
                    <a:pt x="16" y="112"/>
                    <a:pt x="136" y="16"/>
                    <a:pt x="200" y="8"/>
                  </a:cubicBezTo>
                  <a:cubicBezTo>
                    <a:pt x="264" y="0"/>
                    <a:pt x="368" y="72"/>
                    <a:pt x="392" y="152"/>
                  </a:cubicBezTo>
                  <a:cubicBezTo>
                    <a:pt x="416" y="232"/>
                    <a:pt x="380" y="360"/>
                    <a:pt x="344" y="4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85" name="Object 14">
              <a:extLst>
                <a:ext uri="{FF2B5EF4-FFF2-40B4-BE49-F238E27FC236}">
                  <a16:creationId xmlns:a16="http://schemas.microsoft.com/office/drawing/2014/main" id="{99BED4FC-65A9-4B6C-8BDC-4BACD16D9F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2054261"/>
                </p:ext>
              </p:extLst>
            </p:nvPr>
          </p:nvGraphicFramePr>
          <p:xfrm>
            <a:off x="7480301" y="2374901"/>
            <a:ext cx="671513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0" name="Equation" r:id="rId46" imgW="672840" imgH="444240" progId="Equation.3">
                    <p:embed/>
                  </p:oleObj>
                </mc:Choice>
                <mc:Fallback>
                  <p:oleObj name="Equation" r:id="rId46" imgW="672840" imgH="444240" progId="Equation.3">
                    <p:embed/>
                    <p:pic>
                      <p:nvPicPr>
                        <p:cNvPr id="5136" name="Object 1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0301" y="2374901"/>
                          <a:ext cx="671513" cy="442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" name="Line 33">
              <a:extLst>
                <a:ext uri="{FF2B5EF4-FFF2-40B4-BE49-F238E27FC236}">
                  <a16:creationId xmlns:a16="http://schemas.microsoft.com/office/drawing/2014/main" id="{D23E7FE5-5E45-4412-B6AF-0BD7F964A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39000" y="4114800"/>
              <a:ext cx="533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87" name="Freeform 34">
              <a:extLst>
                <a:ext uri="{FF2B5EF4-FFF2-40B4-BE49-F238E27FC236}">
                  <a16:creationId xmlns:a16="http://schemas.microsoft.com/office/drawing/2014/main" id="{38CC5E8D-3F47-4A1F-8D67-968A5E5C6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3600" y="3962400"/>
              <a:ext cx="1752600" cy="990600"/>
            </a:xfrm>
            <a:custGeom>
              <a:avLst/>
              <a:gdLst>
                <a:gd name="T0" fmla="*/ 0 w 1104"/>
                <a:gd name="T1" fmla="*/ 1572577282 h 624"/>
                <a:gd name="T2" fmla="*/ 1088707415 w 1104"/>
                <a:gd name="T3" fmla="*/ 483870009 h 624"/>
                <a:gd name="T4" fmla="*/ 2147483647 w 1104"/>
                <a:gd name="T5" fmla="*/ 0 h 624"/>
                <a:gd name="T6" fmla="*/ 0 60000 65536"/>
                <a:gd name="T7" fmla="*/ 0 60000 65536"/>
                <a:gd name="T8" fmla="*/ 0 60000 65536"/>
                <a:gd name="T9" fmla="*/ 0 w 1104"/>
                <a:gd name="T10" fmla="*/ 0 h 624"/>
                <a:gd name="T11" fmla="*/ 1104 w 1104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624">
                  <a:moveTo>
                    <a:pt x="0" y="624"/>
                  </a:moveTo>
                  <a:cubicBezTo>
                    <a:pt x="124" y="460"/>
                    <a:pt x="248" y="296"/>
                    <a:pt x="432" y="192"/>
                  </a:cubicBezTo>
                  <a:cubicBezTo>
                    <a:pt x="616" y="88"/>
                    <a:pt x="860" y="44"/>
                    <a:pt x="110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88" name="Freeform 35">
              <a:extLst>
                <a:ext uri="{FF2B5EF4-FFF2-40B4-BE49-F238E27FC236}">
                  <a16:creationId xmlns:a16="http://schemas.microsoft.com/office/drawing/2014/main" id="{E75A0BCF-179F-4806-BDB7-A9DB9D36C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200" y="3771900"/>
              <a:ext cx="2971800" cy="1181100"/>
            </a:xfrm>
            <a:custGeom>
              <a:avLst/>
              <a:gdLst>
                <a:gd name="T0" fmla="*/ 0 w 1872"/>
                <a:gd name="T1" fmla="*/ 1874996428 h 744"/>
                <a:gd name="T2" fmla="*/ 1814512820 w 1872"/>
                <a:gd name="T3" fmla="*/ 302418750 h 744"/>
                <a:gd name="T4" fmla="*/ 2147483647 w 1872"/>
                <a:gd name="T5" fmla="*/ 60483755 h 744"/>
                <a:gd name="T6" fmla="*/ 0 60000 65536"/>
                <a:gd name="T7" fmla="*/ 0 60000 65536"/>
                <a:gd name="T8" fmla="*/ 0 60000 65536"/>
                <a:gd name="T9" fmla="*/ 0 w 1872"/>
                <a:gd name="T10" fmla="*/ 0 h 744"/>
                <a:gd name="T11" fmla="*/ 1872 w 1872"/>
                <a:gd name="T12" fmla="*/ 744 h 7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744">
                  <a:moveTo>
                    <a:pt x="0" y="744"/>
                  </a:moveTo>
                  <a:cubicBezTo>
                    <a:pt x="204" y="492"/>
                    <a:pt x="408" y="240"/>
                    <a:pt x="720" y="120"/>
                  </a:cubicBezTo>
                  <a:cubicBezTo>
                    <a:pt x="1032" y="0"/>
                    <a:pt x="1452" y="12"/>
                    <a:pt x="1872" y="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89" name="Freeform 36">
              <a:extLst>
                <a:ext uri="{FF2B5EF4-FFF2-40B4-BE49-F238E27FC236}">
                  <a16:creationId xmlns:a16="http://schemas.microsoft.com/office/drawing/2014/main" id="{EF163755-B48F-4421-930C-0F82172BB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800" y="3149600"/>
              <a:ext cx="4343400" cy="1803400"/>
            </a:xfrm>
            <a:custGeom>
              <a:avLst/>
              <a:gdLst>
                <a:gd name="T0" fmla="*/ 0 w 2736"/>
                <a:gd name="T1" fmla="*/ 2147483647 h 1136"/>
                <a:gd name="T2" fmla="*/ 1814512646 w 2736"/>
                <a:gd name="T3" fmla="*/ 322579961 h 1136"/>
                <a:gd name="T4" fmla="*/ 2147483647 w 2736"/>
                <a:gd name="T5" fmla="*/ 927417498 h 1136"/>
                <a:gd name="T6" fmla="*/ 0 60000 65536"/>
                <a:gd name="T7" fmla="*/ 0 60000 65536"/>
                <a:gd name="T8" fmla="*/ 0 60000 65536"/>
                <a:gd name="T9" fmla="*/ 0 w 2736"/>
                <a:gd name="T10" fmla="*/ 0 h 1136"/>
                <a:gd name="T11" fmla="*/ 2736 w 2736"/>
                <a:gd name="T12" fmla="*/ 1136 h 1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6" h="1136">
                  <a:moveTo>
                    <a:pt x="0" y="1136"/>
                  </a:moveTo>
                  <a:cubicBezTo>
                    <a:pt x="132" y="696"/>
                    <a:pt x="264" y="256"/>
                    <a:pt x="720" y="128"/>
                  </a:cubicBezTo>
                  <a:cubicBezTo>
                    <a:pt x="1176" y="0"/>
                    <a:pt x="1956" y="184"/>
                    <a:pt x="2736" y="36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90" name="Line 47">
              <a:extLst>
                <a:ext uri="{FF2B5EF4-FFF2-40B4-BE49-F238E27FC236}">
                  <a16:creationId xmlns:a16="http://schemas.microsoft.com/office/drawing/2014/main" id="{C3BA2A76-F44F-424B-AA78-42CD1210B5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55626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pSp>
          <p:nvGrpSpPr>
            <p:cNvPr id="91" name="Group 54">
              <a:extLst>
                <a:ext uri="{FF2B5EF4-FFF2-40B4-BE49-F238E27FC236}">
                  <a16:creationId xmlns:a16="http://schemas.microsoft.com/office/drawing/2014/main" id="{776874F5-D1BA-4E52-9096-F85C4D6C98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77201" y="4114800"/>
              <a:ext cx="900113" cy="609600"/>
              <a:chOff x="4224" y="1824"/>
              <a:chExt cx="567" cy="384"/>
            </a:xfrm>
          </p:grpSpPr>
          <p:graphicFrame>
            <p:nvGraphicFramePr>
              <p:cNvPr id="92" name="Object 19">
                <a:extLst>
                  <a:ext uri="{FF2B5EF4-FFF2-40B4-BE49-F238E27FC236}">
                    <a16:creationId xmlns:a16="http://schemas.microsoft.com/office/drawing/2014/main" id="{7479F82F-9DF3-47E4-A496-4DF3C2AFE8C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368" y="1824"/>
              <a:ext cx="423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01" name="Equation" r:id="rId47" imgW="672840" imgH="444240" progId="Equation.3">
                      <p:embed/>
                    </p:oleObj>
                  </mc:Choice>
                  <mc:Fallback>
                    <p:oleObj name="Equation" r:id="rId47" imgW="672840" imgH="444240" progId="Equation.3">
                      <p:embed/>
                      <p:pic>
                        <p:nvPicPr>
                          <p:cNvPr id="5141" name="Object 19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824"/>
                            <a:ext cx="423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3" name="Line 56">
                <a:extLst>
                  <a:ext uri="{FF2B5EF4-FFF2-40B4-BE49-F238E27FC236}">
                    <a16:creationId xmlns:a16="http://schemas.microsoft.com/office/drawing/2014/main" id="{123BF225-4E82-47C5-B50E-E1AFC46814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24" y="182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</p:grpSp>
      </p:grpSp>
      <p:grpSp>
        <p:nvGrpSpPr>
          <p:cNvPr id="94" name="مجموعة 93">
            <a:extLst>
              <a:ext uri="{FF2B5EF4-FFF2-40B4-BE49-F238E27FC236}">
                <a16:creationId xmlns:a16="http://schemas.microsoft.com/office/drawing/2014/main" id="{B0464572-682E-4F79-8C7C-509B7074BA4C}"/>
              </a:ext>
            </a:extLst>
          </p:cNvPr>
          <p:cNvGrpSpPr/>
          <p:nvPr/>
        </p:nvGrpSpPr>
        <p:grpSpPr>
          <a:xfrm>
            <a:off x="7798734" y="1828561"/>
            <a:ext cx="3447417" cy="990600"/>
            <a:chOff x="2209800" y="914400"/>
            <a:chExt cx="3447417" cy="990600"/>
          </a:xfrm>
        </p:grpSpPr>
        <p:sp>
          <p:nvSpPr>
            <p:cNvPr id="95" name="Rectangle 38">
              <a:extLst>
                <a:ext uri="{FF2B5EF4-FFF2-40B4-BE49-F238E27FC236}">
                  <a16:creationId xmlns:a16="http://schemas.microsoft.com/office/drawing/2014/main" id="{6E2817F0-7DDC-4A4E-8397-AEAC4477A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1371600"/>
              <a:ext cx="3447417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pSp>
          <p:nvGrpSpPr>
            <p:cNvPr id="96" name="مجموعة 95">
              <a:extLst>
                <a:ext uri="{FF2B5EF4-FFF2-40B4-BE49-F238E27FC236}">
                  <a16:creationId xmlns:a16="http://schemas.microsoft.com/office/drawing/2014/main" id="{8990A53F-6C38-431E-9F93-C8F39C6996E1}"/>
                </a:ext>
              </a:extLst>
            </p:cNvPr>
            <p:cNvGrpSpPr/>
            <p:nvPr/>
          </p:nvGrpSpPr>
          <p:grpSpPr>
            <a:xfrm>
              <a:off x="2362201" y="914400"/>
              <a:ext cx="1981199" cy="990600"/>
              <a:chOff x="2362201" y="914400"/>
              <a:chExt cx="1981199" cy="990600"/>
            </a:xfrm>
          </p:grpSpPr>
          <p:sp>
            <p:nvSpPr>
              <p:cNvPr id="97" name="Line 39">
                <a:extLst>
                  <a:ext uri="{FF2B5EF4-FFF2-40B4-BE49-F238E27FC236}">
                    <a16:creationId xmlns:a16="http://schemas.microsoft.com/office/drawing/2014/main" id="{D8ABEFF8-19D5-4EB6-B965-7697D58648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32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98" name="Line 40">
                <a:extLst>
                  <a:ext uri="{FF2B5EF4-FFF2-40B4-BE49-F238E27FC236}">
                    <a16:creationId xmlns:a16="http://schemas.microsoft.com/office/drawing/2014/main" id="{E2562C07-74CB-495B-8C18-D5C67530DC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766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99" name="Line 41">
                <a:extLst>
                  <a:ext uri="{FF2B5EF4-FFF2-40B4-BE49-F238E27FC236}">
                    <a16:creationId xmlns:a16="http://schemas.microsoft.com/office/drawing/2014/main" id="{A8F82D96-6963-4690-83C5-276CE531C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00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sp>
            <p:nvSpPr>
              <p:cNvPr id="100" name="Line 42">
                <a:extLst>
                  <a:ext uri="{FF2B5EF4-FFF2-40B4-BE49-F238E27FC236}">
                    <a16:creationId xmlns:a16="http://schemas.microsoft.com/office/drawing/2014/main" id="{77FDFBDD-EC19-4A07-8F70-CE809CA36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3400" y="1371600"/>
                <a:ext cx="0" cy="533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  <p:graphicFrame>
            <p:nvGraphicFramePr>
              <p:cNvPr id="101" name="Object 15">
                <a:extLst>
                  <a:ext uri="{FF2B5EF4-FFF2-40B4-BE49-F238E27FC236}">
                    <a16:creationId xmlns:a16="http://schemas.microsoft.com/office/drawing/2014/main" id="{9C0B9634-56D8-4EE2-9F82-2D5A7E4910A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9510711"/>
                  </p:ext>
                </p:extLst>
              </p:nvPr>
            </p:nvGraphicFramePr>
            <p:xfrm>
              <a:off x="2362201" y="15240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02" name="Equation" r:id="rId48" imgW="266400" imgH="279360" progId="Equation.3">
                      <p:embed/>
                    </p:oleObj>
                  </mc:Choice>
                  <mc:Fallback>
                    <p:oleObj name="Equation" r:id="rId48" imgW="266400" imgH="279360" progId="Equation.3">
                      <p:embed/>
                      <p:pic>
                        <p:nvPicPr>
                          <p:cNvPr id="5137" name="Object 1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62201" y="15240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" name="Object 16">
                <a:extLst>
                  <a:ext uri="{FF2B5EF4-FFF2-40B4-BE49-F238E27FC236}">
                    <a16:creationId xmlns:a16="http://schemas.microsoft.com/office/drawing/2014/main" id="{F32EDF7D-BBBF-45F8-B968-9C989AB6E8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86276117"/>
                  </p:ext>
                </p:extLst>
              </p:nvPr>
            </p:nvGraphicFramePr>
            <p:xfrm>
              <a:off x="2895600" y="14478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03" name="Equation" r:id="rId49" imgW="279360" imgH="380880" progId="Equation.3">
                      <p:embed/>
                    </p:oleObj>
                  </mc:Choice>
                  <mc:Fallback>
                    <p:oleObj name="Equation" r:id="rId49" imgW="279360" imgH="380880" progId="Equation.3">
                      <p:embed/>
                      <p:pic>
                        <p:nvPicPr>
                          <p:cNvPr id="5138" name="Object 1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95600" y="14478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3" name="Object 17">
                <a:extLst>
                  <a:ext uri="{FF2B5EF4-FFF2-40B4-BE49-F238E27FC236}">
                    <a16:creationId xmlns:a16="http://schemas.microsoft.com/office/drawing/2014/main" id="{6AB1B627-4016-4FCD-8AC2-58BEB08646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2298044"/>
                  </p:ext>
                </p:extLst>
              </p:nvPr>
            </p:nvGraphicFramePr>
            <p:xfrm>
              <a:off x="3429000" y="1447800"/>
              <a:ext cx="279400" cy="381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04" name="Equation" r:id="rId50" imgW="279360" imgH="380880" progId="Equation.3">
                      <p:embed/>
                    </p:oleObj>
                  </mc:Choice>
                  <mc:Fallback>
                    <p:oleObj name="Equation" r:id="rId50" imgW="279360" imgH="380880" progId="Equation.3">
                      <p:embed/>
                      <p:pic>
                        <p:nvPicPr>
                          <p:cNvPr id="5139" name="Object 17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9000" y="1447800"/>
                            <a:ext cx="279400" cy="381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" name="Object 18">
                <a:extLst>
                  <a:ext uri="{FF2B5EF4-FFF2-40B4-BE49-F238E27FC236}">
                    <a16:creationId xmlns:a16="http://schemas.microsoft.com/office/drawing/2014/main" id="{39CCCD4D-FDB2-48E8-88A4-36EB66C80AC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6354166"/>
                  </p:ext>
                </p:extLst>
              </p:nvPr>
            </p:nvGraphicFramePr>
            <p:xfrm>
              <a:off x="3962401" y="1524000"/>
              <a:ext cx="265113" cy="2794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405" name="Equation" r:id="rId51" imgW="266400" imgH="279360" progId="Equation.3">
                      <p:embed/>
                    </p:oleObj>
                  </mc:Choice>
                  <mc:Fallback>
                    <p:oleObj name="Equation" r:id="rId51" imgW="266400" imgH="279360" progId="Equation.3">
                      <p:embed/>
                      <p:pic>
                        <p:nvPicPr>
                          <p:cNvPr id="5140" name="Object 1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2401" y="1524000"/>
                            <a:ext cx="265113" cy="279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5" name="Line 50">
                <a:extLst>
                  <a:ext uri="{FF2B5EF4-FFF2-40B4-BE49-F238E27FC236}">
                    <a16:creationId xmlns:a16="http://schemas.microsoft.com/office/drawing/2014/main" id="{4F2A0EB0-5930-4F5F-A6E4-BFC01A410E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1400" y="914400"/>
                <a:ext cx="0" cy="4572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 </a:t>
            </a:r>
          </a:p>
        </p:txBody>
      </p:sp>
      <p:sp>
        <p:nvSpPr>
          <p:cNvPr id="61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33C22FF-0814-4115-BAB6-2994D4B1ACB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6109ADA8-C9C4-4BDC-B977-0534B1E847F9}"/>
              </a:ext>
            </a:extLst>
          </p:cNvPr>
          <p:cNvGrpSpPr/>
          <p:nvPr/>
        </p:nvGrpSpPr>
        <p:grpSpPr>
          <a:xfrm>
            <a:off x="2209800" y="914400"/>
            <a:ext cx="3833811" cy="990600"/>
            <a:chOff x="2209800" y="914400"/>
            <a:chExt cx="3833811" cy="990600"/>
          </a:xfrm>
        </p:grpSpPr>
        <p:sp>
          <p:nvSpPr>
            <p:cNvPr id="6186" name="Rectangle 38"/>
            <p:cNvSpPr>
              <a:spLocks noChangeArrowheads="1"/>
            </p:cNvSpPr>
            <p:nvPr/>
          </p:nvSpPr>
          <p:spPr bwMode="auto">
            <a:xfrm>
              <a:off x="2209800" y="1371600"/>
              <a:ext cx="3833811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187" name="Line 39"/>
            <p:cNvSpPr>
              <a:spLocks noChangeShapeType="1"/>
            </p:cNvSpPr>
            <p:nvPr/>
          </p:nvSpPr>
          <p:spPr bwMode="auto">
            <a:xfrm>
              <a:off x="27432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88" name="Line 40"/>
            <p:cNvSpPr>
              <a:spLocks noChangeShapeType="1"/>
            </p:cNvSpPr>
            <p:nvPr/>
          </p:nvSpPr>
          <p:spPr bwMode="auto">
            <a:xfrm>
              <a:off x="32766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89" name="Line 41"/>
            <p:cNvSpPr>
              <a:spLocks noChangeShapeType="1"/>
            </p:cNvSpPr>
            <p:nvPr/>
          </p:nvSpPr>
          <p:spPr bwMode="auto">
            <a:xfrm>
              <a:off x="38100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90" name="Line 42"/>
            <p:cNvSpPr>
              <a:spLocks noChangeShapeType="1"/>
            </p:cNvSpPr>
            <p:nvPr/>
          </p:nvSpPr>
          <p:spPr bwMode="auto">
            <a:xfrm>
              <a:off x="43434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6161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3534852"/>
                </p:ext>
              </p:extLst>
            </p:nvPr>
          </p:nvGraphicFramePr>
          <p:xfrm>
            <a:off x="2362201" y="15240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34" name="Equation" r:id="rId3" imgW="266400" imgH="279360" progId="Equation.3">
                    <p:embed/>
                  </p:oleObj>
                </mc:Choice>
                <mc:Fallback>
                  <p:oleObj name="Equation" r:id="rId3" imgW="266400" imgH="279360" progId="Equation.3">
                    <p:embed/>
                    <p:pic>
                      <p:nvPicPr>
                        <p:cNvPr id="6161" name="Object 4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1" y="15240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2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125356"/>
                </p:ext>
              </p:extLst>
            </p:nvPr>
          </p:nvGraphicFramePr>
          <p:xfrm>
            <a:off x="2895600" y="14478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35" name="Equation" r:id="rId5" imgW="279360" imgH="380880" progId="Equation.3">
                    <p:embed/>
                  </p:oleObj>
                </mc:Choice>
                <mc:Fallback>
                  <p:oleObj name="Equation" r:id="rId5" imgW="279360" imgH="380880" progId="Equation.3">
                    <p:embed/>
                    <p:pic>
                      <p:nvPicPr>
                        <p:cNvPr id="6162" name="Object 4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14478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3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7614664"/>
                </p:ext>
              </p:extLst>
            </p:nvPr>
          </p:nvGraphicFramePr>
          <p:xfrm>
            <a:off x="3429000" y="14478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36" name="Equation" r:id="rId7" imgW="279360" imgH="380880" progId="Equation.3">
                    <p:embed/>
                  </p:oleObj>
                </mc:Choice>
                <mc:Fallback>
                  <p:oleObj name="Equation" r:id="rId7" imgW="279360" imgH="380880" progId="Equation.3">
                    <p:embed/>
                    <p:pic>
                      <p:nvPicPr>
                        <p:cNvPr id="6163" name="Object 4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14478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4" name="Object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3797652"/>
                </p:ext>
              </p:extLst>
            </p:nvPr>
          </p:nvGraphicFramePr>
          <p:xfrm>
            <a:off x="3962401" y="15240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37" name="Equation" r:id="rId8" imgW="266400" imgH="279360" progId="Equation.3">
                    <p:embed/>
                  </p:oleObj>
                </mc:Choice>
                <mc:Fallback>
                  <p:oleObj name="Equation" r:id="rId8" imgW="266400" imgH="279360" progId="Equation.3">
                    <p:embed/>
                    <p:pic>
                      <p:nvPicPr>
                        <p:cNvPr id="6164" name="Object 4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1" y="15240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92" name="Line 50"/>
            <p:cNvSpPr>
              <a:spLocks noChangeShapeType="1"/>
            </p:cNvSpPr>
            <p:nvPr/>
          </p:nvSpPr>
          <p:spPr bwMode="auto">
            <a:xfrm>
              <a:off x="4114800" y="914400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357EB7BB-40DC-4AD8-92FB-0ADA7BE25246}"/>
              </a:ext>
            </a:extLst>
          </p:cNvPr>
          <p:cNvGrpSpPr/>
          <p:nvPr/>
        </p:nvGrpSpPr>
        <p:grpSpPr>
          <a:xfrm>
            <a:off x="2362200" y="2374901"/>
            <a:ext cx="6615114" cy="3263899"/>
            <a:chOff x="2362200" y="2374901"/>
            <a:chExt cx="6615114" cy="3263899"/>
          </a:xfrm>
        </p:grpSpPr>
        <p:sp>
          <p:nvSpPr>
            <p:cNvPr id="6169" name="Oval 4"/>
            <p:cNvSpPr>
              <a:spLocks noChangeArrowheads="1"/>
            </p:cNvSpPr>
            <p:nvPr/>
          </p:nvSpPr>
          <p:spPr bwMode="auto">
            <a:xfrm>
              <a:off x="29718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170" name="Oval 5"/>
            <p:cNvSpPr>
              <a:spLocks noChangeArrowheads="1"/>
            </p:cNvSpPr>
            <p:nvPr/>
          </p:nvSpPr>
          <p:spPr bwMode="auto">
            <a:xfrm>
              <a:off x="55626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171" name="Oval 6"/>
            <p:cNvSpPr>
              <a:spLocks noChangeArrowheads="1"/>
            </p:cNvSpPr>
            <p:nvPr/>
          </p:nvSpPr>
          <p:spPr bwMode="auto">
            <a:xfrm>
              <a:off x="68580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172" name="Oval 7"/>
            <p:cNvSpPr>
              <a:spLocks noChangeArrowheads="1"/>
            </p:cNvSpPr>
            <p:nvPr/>
          </p:nvSpPr>
          <p:spPr bwMode="auto">
            <a:xfrm>
              <a:off x="8229600" y="4876800"/>
              <a:ext cx="533400" cy="533400"/>
            </a:xfrm>
            <a:prstGeom prst="ellipse">
              <a:avLst/>
            </a:prstGeom>
            <a:solidFill>
              <a:srgbClr val="FF0000">
                <a:alpha val="50195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173" name="Oval 8"/>
            <p:cNvSpPr>
              <a:spLocks noChangeArrowheads="1"/>
            </p:cNvSpPr>
            <p:nvPr/>
          </p:nvSpPr>
          <p:spPr bwMode="auto">
            <a:xfrm>
              <a:off x="8077200" y="4724400"/>
              <a:ext cx="838200" cy="8382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6174" name="Line 9"/>
            <p:cNvSpPr>
              <a:spLocks noChangeShapeType="1"/>
            </p:cNvSpPr>
            <p:nvPr/>
          </p:nvSpPr>
          <p:spPr bwMode="auto">
            <a:xfrm>
              <a:off x="2362200" y="5181600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75" name="Line 10"/>
            <p:cNvSpPr>
              <a:spLocks noChangeShapeType="1"/>
            </p:cNvSpPr>
            <p:nvPr/>
          </p:nvSpPr>
          <p:spPr bwMode="auto">
            <a:xfrm>
              <a:off x="4800600" y="51816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76" name="Line 11"/>
            <p:cNvSpPr>
              <a:spLocks noChangeShapeType="1"/>
            </p:cNvSpPr>
            <p:nvPr/>
          </p:nvSpPr>
          <p:spPr bwMode="auto">
            <a:xfrm>
              <a:off x="6096000" y="51816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77" name="Line 12"/>
            <p:cNvSpPr>
              <a:spLocks noChangeShapeType="1"/>
            </p:cNvSpPr>
            <p:nvPr/>
          </p:nvSpPr>
          <p:spPr bwMode="auto">
            <a:xfrm>
              <a:off x="7391400" y="5181600"/>
              <a:ext cx="6858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614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4362117"/>
                </p:ext>
              </p:extLst>
            </p:nvPr>
          </p:nvGraphicFramePr>
          <p:xfrm>
            <a:off x="3048000" y="48768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38" name="Equation" r:id="rId9" imgW="419040" imgH="469800" progId="Equation.3">
                    <p:embed/>
                  </p:oleObj>
                </mc:Choice>
                <mc:Fallback>
                  <p:oleObj name="Equation" r:id="rId9" imgW="419040" imgH="469800" progId="Equation.3">
                    <p:embed/>
                    <p:pic>
                      <p:nvPicPr>
                        <p:cNvPr id="6146" name="Object 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0" y="48768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8" name="Oval 14"/>
            <p:cNvSpPr>
              <a:spLocks noChangeArrowheads="1"/>
            </p:cNvSpPr>
            <p:nvPr/>
          </p:nvSpPr>
          <p:spPr bwMode="auto">
            <a:xfrm>
              <a:off x="4267200" y="48768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6147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3479332"/>
                </p:ext>
              </p:extLst>
            </p:nvPr>
          </p:nvGraphicFramePr>
          <p:xfrm>
            <a:off x="4381501" y="4876800"/>
            <a:ext cx="3413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39" name="Equation" r:id="rId11" imgW="342720" imgH="469800" progId="Equation.3">
                    <p:embed/>
                  </p:oleObj>
                </mc:Choice>
                <mc:Fallback>
                  <p:oleObj name="Equation" r:id="rId11" imgW="342720" imgH="469800" progId="Equation.3">
                    <p:embed/>
                    <p:pic>
                      <p:nvPicPr>
                        <p:cNvPr id="6147" name="Object 1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1501" y="4876800"/>
                          <a:ext cx="3413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0944265"/>
                </p:ext>
              </p:extLst>
            </p:nvPr>
          </p:nvGraphicFramePr>
          <p:xfrm>
            <a:off x="5651501" y="48768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0" name="Equation" r:id="rId13" imgW="393480" imgH="469800" progId="Equation.3">
                    <p:embed/>
                  </p:oleObj>
                </mc:Choice>
                <mc:Fallback>
                  <p:oleObj name="Equation" r:id="rId13" imgW="393480" imgH="469800" progId="Equation.3">
                    <p:embed/>
                    <p:pic>
                      <p:nvPicPr>
                        <p:cNvPr id="6148" name="Object 1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1501" y="48768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1411039"/>
                </p:ext>
              </p:extLst>
            </p:nvPr>
          </p:nvGraphicFramePr>
          <p:xfrm>
            <a:off x="6946901" y="48768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1" name="Equation" r:id="rId15" imgW="393480" imgH="469800" progId="Equation.3">
                    <p:embed/>
                  </p:oleObj>
                </mc:Choice>
                <mc:Fallback>
                  <p:oleObj name="Equation" r:id="rId15" imgW="393480" imgH="469800" progId="Equation.3">
                    <p:embed/>
                    <p:pic>
                      <p:nvPicPr>
                        <p:cNvPr id="6149" name="Object 1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46901" y="48768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8890706"/>
                </p:ext>
              </p:extLst>
            </p:nvPr>
          </p:nvGraphicFramePr>
          <p:xfrm>
            <a:off x="8305800" y="48768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2" name="Equation" r:id="rId17" imgW="419040" imgH="469800" progId="Equation.3">
                    <p:embed/>
                  </p:oleObj>
                </mc:Choice>
                <mc:Fallback>
                  <p:oleObj name="Equation" r:id="rId17" imgW="419040" imgH="469800" progId="Equation.3">
                    <p:embed/>
                    <p:pic>
                      <p:nvPicPr>
                        <p:cNvPr id="6150" name="Object 1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05800" y="48768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9" name="Line 19"/>
            <p:cNvSpPr>
              <a:spLocks noChangeShapeType="1"/>
            </p:cNvSpPr>
            <p:nvPr/>
          </p:nvSpPr>
          <p:spPr bwMode="auto">
            <a:xfrm>
              <a:off x="3505200" y="5181600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6151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5963858"/>
                </p:ext>
              </p:extLst>
            </p:nvPr>
          </p:nvGraphicFramePr>
          <p:xfrm>
            <a:off x="3733801" y="4876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3" name="Equation" r:id="rId19" imgW="266400" imgH="279360" progId="Equation.3">
                    <p:embed/>
                  </p:oleObj>
                </mc:Choice>
                <mc:Fallback>
                  <p:oleObj name="Equation" r:id="rId19" imgW="266400" imgH="279360" progId="Equation.3">
                    <p:embed/>
                    <p:pic>
                      <p:nvPicPr>
                        <p:cNvPr id="6151" name="Object 2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3801" y="4876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2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7355605"/>
                </p:ext>
              </p:extLst>
            </p:nvPr>
          </p:nvGraphicFramePr>
          <p:xfrm>
            <a:off x="5029200" y="4800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4" name="Equation" r:id="rId20" imgW="279360" imgH="380880" progId="Equation.3">
                    <p:embed/>
                  </p:oleObj>
                </mc:Choice>
                <mc:Fallback>
                  <p:oleObj name="Equation" r:id="rId20" imgW="279360" imgH="380880" progId="Equation.3">
                    <p:embed/>
                    <p:pic>
                      <p:nvPicPr>
                        <p:cNvPr id="6152" name="Object 2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9200" y="4800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3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2273"/>
                </p:ext>
              </p:extLst>
            </p:nvPr>
          </p:nvGraphicFramePr>
          <p:xfrm>
            <a:off x="6324600" y="4800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5" name="Equation" r:id="rId21" imgW="279360" imgH="380880" progId="Equation.3">
                    <p:embed/>
                  </p:oleObj>
                </mc:Choice>
                <mc:Fallback>
                  <p:oleObj name="Equation" r:id="rId21" imgW="279360" imgH="380880" progId="Equation.3">
                    <p:embed/>
                    <p:pic>
                      <p:nvPicPr>
                        <p:cNvPr id="6153" name="Object 2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4600" y="4800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8148726"/>
                </p:ext>
              </p:extLst>
            </p:nvPr>
          </p:nvGraphicFramePr>
          <p:xfrm>
            <a:off x="7620001" y="4876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6" name="Equation" r:id="rId22" imgW="266400" imgH="279360" progId="Equation.3">
                    <p:embed/>
                  </p:oleObj>
                </mc:Choice>
                <mc:Fallback>
                  <p:oleObj name="Equation" r:id="rId22" imgW="266400" imgH="279360" progId="Equation.3">
                    <p:embed/>
                    <p:pic>
                      <p:nvPicPr>
                        <p:cNvPr id="6154" name="Object 2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0001" y="4876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0" name="Oval 25"/>
            <p:cNvSpPr>
              <a:spLocks noChangeArrowheads="1"/>
            </p:cNvSpPr>
            <p:nvPr/>
          </p:nvSpPr>
          <p:spPr bwMode="auto">
            <a:xfrm>
              <a:off x="7632700" y="3594100"/>
              <a:ext cx="533400" cy="533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graphicFrame>
          <p:nvGraphicFramePr>
            <p:cNvPr id="6155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8801364"/>
                </p:ext>
              </p:extLst>
            </p:nvPr>
          </p:nvGraphicFramePr>
          <p:xfrm>
            <a:off x="7708901" y="35941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7" name="Equation" r:id="rId23" imgW="406080" imgH="469800" progId="Equation.3">
                    <p:embed/>
                  </p:oleObj>
                </mc:Choice>
                <mc:Fallback>
                  <p:oleObj name="Equation" r:id="rId23" imgW="406080" imgH="469800" progId="Equation.3">
                    <p:embed/>
                    <p:pic>
                      <p:nvPicPr>
                        <p:cNvPr id="6155" name="Object 2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8901" y="35941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6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518859"/>
                </p:ext>
              </p:extLst>
            </p:nvPr>
          </p:nvGraphicFramePr>
          <p:xfrm>
            <a:off x="4572001" y="44196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8" name="Equation" r:id="rId25" imgW="266400" imgH="279360" progId="Equation.3">
                    <p:embed/>
                  </p:oleObj>
                </mc:Choice>
                <mc:Fallback>
                  <p:oleObj name="Equation" r:id="rId25" imgW="266400" imgH="279360" progId="Equation.3">
                    <p:embed/>
                    <p:pic>
                      <p:nvPicPr>
                        <p:cNvPr id="6156" name="Object 2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2001" y="44196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7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9992780"/>
                </p:ext>
              </p:extLst>
            </p:nvPr>
          </p:nvGraphicFramePr>
          <p:xfrm>
            <a:off x="5791201" y="44958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49" name="Equation" r:id="rId26" imgW="266400" imgH="279360" progId="Equation.3">
                    <p:embed/>
                  </p:oleObj>
                </mc:Choice>
                <mc:Fallback>
                  <p:oleObj name="Equation" r:id="rId26" imgW="266400" imgH="279360" progId="Equation.3">
                    <p:embed/>
                    <p:pic>
                      <p:nvPicPr>
                        <p:cNvPr id="6157" name="Object 2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91201" y="44958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8" name="Object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825497"/>
                </p:ext>
              </p:extLst>
            </p:nvPr>
          </p:nvGraphicFramePr>
          <p:xfrm>
            <a:off x="7086600" y="44196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0" name="Equation" r:id="rId27" imgW="279360" imgH="380880" progId="Equation.3">
                    <p:embed/>
                  </p:oleObj>
                </mc:Choice>
                <mc:Fallback>
                  <p:oleObj name="Equation" r:id="rId27" imgW="279360" imgH="380880" progId="Equation.3">
                    <p:embed/>
                    <p:pic>
                      <p:nvPicPr>
                        <p:cNvPr id="6158" name="Object 2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6600" y="44196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9" name="Object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3489354"/>
                </p:ext>
              </p:extLst>
            </p:nvPr>
          </p:nvGraphicFramePr>
          <p:xfrm>
            <a:off x="3200400" y="43434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1" name="Equation" r:id="rId28" imgW="279360" imgH="380880" progId="Equation.3">
                    <p:embed/>
                  </p:oleObj>
                </mc:Choice>
                <mc:Fallback>
                  <p:oleObj name="Equation" r:id="rId28" imgW="279360" imgH="380880" progId="Equation.3">
                    <p:embed/>
                    <p:pic>
                      <p:nvPicPr>
                        <p:cNvPr id="6159" name="Object 3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0400" y="43434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1" name="Freeform 31"/>
            <p:cNvSpPr>
              <a:spLocks/>
            </p:cNvSpPr>
            <p:nvPr/>
          </p:nvSpPr>
          <p:spPr bwMode="auto">
            <a:xfrm>
              <a:off x="7467600" y="2819400"/>
              <a:ext cx="660400" cy="850900"/>
            </a:xfrm>
            <a:custGeom>
              <a:avLst/>
              <a:gdLst>
                <a:gd name="T0" fmla="*/ 383063737 w 416"/>
                <a:gd name="T1" fmla="*/ 1350803532 h 536"/>
                <a:gd name="T2" fmla="*/ 20161250 w 416"/>
                <a:gd name="T3" fmla="*/ 504031219 h 536"/>
                <a:gd name="T4" fmla="*/ 504031301 w 416"/>
                <a:gd name="T5" fmla="*/ 20161247 h 536"/>
                <a:gd name="T6" fmla="*/ 987901357 w 416"/>
                <a:gd name="T7" fmla="*/ 383063675 h 536"/>
                <a:gd name="T8" fmla="*/ 866933892 w 416"/>
                <a:gd name="T9" fmla="*/ 1229836087 h 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6"/>
                <a:gd name="T16" fmla="*/ 0 h 536"/>
                <a:gd name="T17" fmla="*/ 416 w 416"/>
                <a:gd name="T18" fmla="*/ 536 h 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6" h="536">
                  <a:moveTo>
                    <a:pt x="152" y="536"/>
                  </a:moveTo>
                  <a:cubicBezTo>
                    <a:pt x="76" y="412"/>
                    <a:pt x="0" y="288"/>
                    <a:pt x="8" y="200"/>
                  </a:cubicBezTo>
                  <a:cubicBezTo>
                    <a:pt x="16" y="112"/>
                    <a:pt x="136" y="16"/>
                    <a:pt x="200" y="8"/>
                  </a:cubicBezTo>
                  <a:cubicBezTo>
                    <a:pt x="264" y="0"/>
                    <a:pt x="368" y="72"/>
                    <a:pt x="392" y="152"/>
                  </a:cubicBezTo>
                  <a:cubicBezTo>
                    <a:pt x="416" y="232"/>
                    <a:pt x="380" y="360"/>
                    <a:pt x="344" y="48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6160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23694407"/>
                </p:ext>
              </p:extLst>
            </p:nvPr>
          </p:nvGraphicFramePr>
          <p:xfrm>
            <a:off x="7480301" y="2374901"/>
            <a:ext cx="671513" cy="442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152" name="Equation" r:id="rId29" imgW="672840" imgH="444240" progId="Equation.3">
                    <p:embed/>
                  </p:oleObj>
                </mc:Choice>
                <mc:Fallback>
                  <p:oleObj name="Equation" r:id="rId29" imgW="672840" imgH="444240" progId="Equation.3">
                    <p:embed/>
                    <p:pic>
                      <p:nvPicPr>
                        <p:cNvPr id="6160" name="Object 3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0301" y="2374901"/>
                          <a:ext cx="671513" cy="4429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82" name="Line 33"/>
            <p:cNvSpPr>
              <a:spLocks noChangeShapeType="1"/>
            </p:cNvSpPr>
            <p:nvPr/>
          </p:nvSpPr>
          <p:spPr bwMode="auto">
            <a:xfrm flipV="1">
              <a:off x="7239000" y="4114800"/>
              <a:ext cx="533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83" name="Freeform 34"/>
            <p:cNvSpPr>
              <a:spLocks/>
            </p:cNvSpPr>
            <p:nvPr/>
          </p:nvSpPr>
          <p:spPr bwMode="auto">
            <a:xfrm>
              <a:off x="5943600" y="3962400"/>
              <a:ext cx="1752600" cy="990600"/>
            </a:xfrm>
            <a:custGeom>
              <a:avLst/>
              <a:gdLst>
                <a:gd name="T0" fmla="*/ 0 w 1104"/>
                <a:gd name="T1" fmla="*/ 1572577282 h 624"/>
                <a:gd name="T2" fmla="*/ 1088707415 w 1104"/>
                <a:gd name="T3" fmla="*/ 483870009 h 624"/>
                <a:gd name="T4" fmla="*/ 2147483647 w 1104"/>
                <a:gd name="T5" fmla="*/ 0 h 624"/>
                <a:gd name="T6" fmla="*/ 0 60000 65536"/>
                <a:gd name="T7" fmla="*/ 0 60000 65536"/>
                <a:gd name="T8" fmla="*/ 0 60000 65536"/>
                <a:gd name="T9" fmla="*/ 0 w 1104"/>
                <a:gd name="T10" fmla="*/ 0 h 624"/>
                <a:gd name="T11" fmla="*/ 1104 w 1104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624">
                  <a:moveTo>
                    <a:pt x="0" y="624"/>
                  </a:moveTo>
                  <a:cubicBezTo>
                    <a:pt x="124" y="460"/>
                    <a:pt x="248" y="296"/>
                    <a:pt x="432" y="192"/>
                  </a:cubicBezTo>
                  <a:cubicBezTo>
                    <a:pt x="616" y="88"/>
                    <a:pt x="860" y="44"/>
                    <a:pt x="1104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84" name="Freeform 35"/>
            <p:cNvSpPr>
              <a:spLocks/>
            </p:cNvSpPr>
            <p:nvPr/>
          </p:nvSpPr>
          <p:spPr bwMode="auto">
            <a:xfrm>
              <a:off x="4648200" y="3771900"/>
              <a:ext cx="2971800" cy="1181100"/>
            </a:xfrm>
            <a:custGeom>
              <a:avLst/>
              <a:gdLst>
                <a:gd name="T0" fmla="*/ 0 w 1872"/>
                <a:gd name="T1" fmla="*/ 1874996428 h 744"/>
                <a:gd name="T2" fmla="*/ 1814512820 w 1872"/>
                <a:gd name="T3" fmla="*/ 302418750 h 744"/>
                <a:gd name="T4" fmla="*/ 2147483647 w 1872"/>
                <a:gd name="T5" fmla="*/ 60483755 h 744"/>
                <a:gd name="T6" fmla="*/ 0 60000 65536"/>
                <a:gd name="T7" fmla="*/ 0 60000 65536"/>
                <a:gd name="T8" fmla="*/ 0 60000 65536"/>
                <a:gd name="T9" fmla="*/ 0 w 1872"/>
                <a:gd name="T10" fmla="*/ 0 h 744"/>
                <a:gd name="T11" fmla="*/ 1872 w 1872"/>
                <a:gd name="T12" fmla="*/ 744 h 7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744">
                  <a:moveTo>
                    <a:pt x="0" y="744"/>
                  </a:moveTo>
                  <a:cubicBezTo>
                    <a:pt x="204" y="492"/>
                    <a:pt x="408" y="240"/>
                    <a:pt x="720" y="120"/>
                  </a:cubicBezTo>
                  <a:cubicBezTo>
                    <a:pt x="1032" y="0"/>
                    <a:pt x="1452" y="12"/>
                    <a:pt x="1872" y="2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85" name="Freeform 36"/>
            <p:cNvSpPr>
              <a:spLocks/>
            </p:cNvSpPr>
            <p:nvPr/>
          </p:nvSpPr>
          <p:spPr bwMode="auto">
            <a:xfrm>
              <a:off x="3352800" y="3149600"/>
              <a:ext cx="4343400" cy="1803400"/>
            </a:xfrm>
            <a:custGeom>
              <a:avLst/>
              <a:gdLst>
                <a:gd name="T0" fmla="*/ 0 w 2736"/>
                <a:gd name="T1" fmla="*/ 2147483647 h 1136"/>
                <a:gd name="T2" fmla="*/ 1814512646 w 2736"/>
                <a:gd name="T3" fmla="*/ 322579961 h 1136"/>
                <a:gd name="T4" fmla="*/ 2147483647 w 2736"/>
                <a:gd name="T5" fmla="*/ 927417498 h 1136"/>
                <a:gd name="T6" fmla="*/ 0 60000 65536"/>
                <a:gd name="T7" fmla="*/ 0 60000 65536"/>
                <a:gd name="T8" fmla="*/ 0 60000 65536"/>
                <a:gd name="T9" fmla="*/ 0 w 2736"/>
                <a:gd name="T10" fmla="*/ 0 h 1136"/>
                <a:gd name="T11" fmla="*/ 2736 w 2736"/>
                <a:gd name="T12" fmla="*/ 1136 h 11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6" h="1136">
                  <a:moveTo>
                    <a:pt x="0" y="1136"/>
                  </a:moveTo>
                  <a:cubicBezTo>
                    <a:pt x="132" y="696"/>
                    <a:pt x="264" y="256"/>
                    <a:pt x="720" y="128"/>
                  </a:cubicBezTo>
                  <a:cubicBezTo>
                    <a:pt x="1176" y="0"/>
                    <a:pt x="1956" y="184"/>
                    <a:pt x="2736" y="36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6191" name="Line 47"/>
            <p:cNvSpPr>
              <a:spLocks noChangeShapeType="1"/>
            </p:cNvSpPr>
            <p:nvPr/>
          </p:nvSpPr>
          <p:spPr bwMode="auto">
            <a:xfrm>
              <a:off x="8153400" y="56388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pSp>
          <p:nvGrpSpPr>
            <p:cNvPr id="6193" name="Group 54"/>
            <p:cNvGrpSpPr>
              <a:grpSpLocks/>
            </p:cNvGrpSpPr>
            <p:nvPr/>
          </p:nvGrpSpPr>
          <p:grpSpPr bwMode="auto">
            <a:xfrm>
              <a:off x="8077201" y="4114800"/>
              <a:ext cx="900113" cy="609600"/>
              <a:chOff x="4224" y="1824"/>
              <a:chExt cx="567" cy="384"/>
            </a:xfrm>
          </p:grpSpPr>
          <p:graphicFrame>
            <p:nvGraphicFramePr>
              <p:cNvPr id="6165" name="Object 55"/>
              <p:cNvGraphicFramePr>
                <a:graphicFrameLocks noChangeAspect="1"/>
              </p:cNvGraphicFramePr>
              <p:nvPr/>
            </p:nvGraphicFramePr>
            <p:xfrm>
              <a:off x="4368" y="1824"/>
              <a:ext cx="423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153" name="Equation" r:id="rId31" imgW="672840" imgH="444240" progId="Equation.3">
                      <p:embed/>
                    </p:oleObj>
                  </mc:Choice>
                  <mc:Fallback>
                    <p:oleObj name="Equation" r:id="rId31" imgW="672840" imgH="444240" progId="Equation.3">
                      <p:embed/>
                      <p:pic>
                        <p:nvPicPr>
                          <p:cNvPr id="6165" name="Object 55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8" y="1824"/>
                            <a:ext cx="423" cy="2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194" name="Line 56"/>
              <p:cNvSpPr>
                <a:spLocks noChangeShapeType="1"/>
              </p:cNvSpPr>
              <p:nvPr/>
            </p:nvSpPr>
            <p:spPr bwMode="auto">
              <a:xfrm flipH="1" flipV="1">
                <a:off x="4224" y="1824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ar-SA"/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F339E43-F2FC-4F8D-9B00-E15A7C73E616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1" name="Oval 2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7192" name="Oval 3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7193" name="Oval 4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7194" name="Oval 5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7195" name="Oval 6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7196" name="Line 7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197" name="Line 8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198" name="Line 9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199" name="Line 10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7170" name="Object 11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8" name="Equation" r:id="rId3" imgW="419040" imgH="469800" progId="Equation.3">
                  <p:embed/>
                </p:oleObj>
              </mc:Choice>
              <mc:Fallback>
                <p:oleObj name="Equation" r:id="rId3" imgW="419040" imgH="469800" progId="Equation.3">
                  <p:embed/>
                  <p:pic>
                    <p:nvPicPr>
                      <p:cNvPr id="7170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Oval 12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7171" name="Object 13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79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7171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4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0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7172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5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1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7173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6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2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7174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1" name="Line 17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7175" name="Object 18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3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7175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9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4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7176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20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5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7177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21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6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7178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2" name="Text Box 22"/>
          <p:cNvSpPr txBox="1">
            <a:spLocks noChangeArrowheads="1"/>
          </p:cNvSpPr>
          <p:nvPr/>
        </p:nvSpPr>
        <p:spPr bwMode="auto">
          <a:xfrm>
            <a:off x="6477001" y="5867400"/>
            <a:ext cx="3355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Output: “accept”</a:t>
            </a:r>
          </a:p>
        </p:txBody>
      </p:sp>
      <p:sp>
        <p:nvSpPr>
          <p:cNvPr id="7203" name="Oval 23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7179" name="Object 24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7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7179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25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8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7180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26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89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7181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27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0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7182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28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1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7183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4" name="Freeform 29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7184" name="Object 30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2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7184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5" name="Line 31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06" name="Freeform 32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07" name="Freeform 33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08" name="Freeform 34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09" name="Rectangle 35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7210" name="Line 36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11" name="Line 37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12" name="Line 38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13" name="Line 39"/>
          <p:cNvSpPr>
            <a:spLocks noChangeShapeType="1"/>
          </p:cNvSpPr>
          <p:nvPr/>
        </p:nvSpPr>
        <p:spPr bwMode="auto">
          <a:xfrm>
            <a:off x="4343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7185" name="Object 40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3" name="Equation" r:id="rId27" imgW="266400" imgH="279360" progId="Equation.3">
                  <p:embed/>
                </p:oleObj>
              </mc:Choice>
              <mc:Fallback>
                <p:oleObj name="Equation" r:id="rId27" imgW="266400" imgH="279360" progId="Equation.3">
                  <p:embed/>
                  <p:pic>
                    <p:nvPicPr>
                      <p:cNvPr id="7185" name="Object 4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41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4" name="Equation" r:id="rId28" imgW="279360" imgH="380880" progId="Equation.3">
                  <p:embed/>
                </p:oleObj>
              </mc:Choice>
              <mc:Fallback>
                <p:oleObj name="Equation" r:id="rId28" imgW="279360" imgH="380880" progId="Equation.3">
                  <p:embed/>
                  <p:pic>
                    <p:nvPicPr>
                      <p:cNvPr id="7186" name="Object 4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42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5" name="Equation" r:id="rId29" imgW="279360" imgH="380880" progId="Equation.3">
                  <p:embed/>
                </p:oleObj>
              </mc:Choice>
              <mc:Fallback>
                <p:oleObj name="Equation" r:id="rId29" imgW="279360" imgH="380880" progId="Equation.3">
                  <p:embed/>
                  <p:pic>
                    <p:nvPicPr>
                      <p:cNvPr id="7187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43"/>
          <p:cNvGraphicFramePr>
            <a:graphicFrameLocks noChangeAspect="1"/>
          </p:cNvGraphicFramePr>
          <p:nvPr/>
        </p:nvGraphicFramePr>
        <p:xfrm>
          <a:off x="39624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6" name="Equation" r:id="rId30" imgW="266400" imgH="279360" progId="Equation.3">
                  <p:embed/>
                </p:oleObj>
              </mc:Choice>
              <mc:Fallback>
                <p:oleObj name="Equation" r:id="rId30" imgW="266400" imgH="279360" progId="Equation.3">
                  <p:embed/>
                  <p:pic>
                    <p:nvPicPr>
                      <p:cNvPr id="7188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4" name="Line 44"/>
          <p:cNvSpPr>
            <a:spLocks noChangeShapeType="1"/>
          </p:cNvSpPr>
          <p:nvPr/>
        </p:nvSpPr>
        <p:spPr bwMode="auto">
          <a:xfrm>
            <a:off x="81534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7215" name="Line 45"/>
          <p:cNvSpPr>
            <a:spLocks noChangeShapeType="1"/>
          </p:cNvSpPr>
          <p:nvPr/>
        </p:nvSpPr>
        <p:spPr bwMode="auto">
          <a:xfrm>
            <a:off x="4572000" y="914400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7216" name="Group 46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7189" name="Object 4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97" name="Equation" r:id="rId31" imgW="672840" imgH="444240" progId="Equation.3">
                    <p:embed/>
                  </p:oleObj>
                </mc:Choice>
                <mc:Fallback>
                  <p:oleObj name="Equation" r:id="rId31" imgW="672840" imgH="444240" progId="Equation.3">
                    <p:embed/>
                    <p:pic>
                      <p:nvPicPr>
                        <p:cNvPr id="7189" name="Object 4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8" name="Line 4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3276600" y="228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ar-SA" dirty="0"/>
              <a:t>Input finished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5227319" cy="524504"/>
          </a:xfrm>
        </p:spPr>
        <p:txBody>
          <a:bodyPr>
            <a:normAutofit/>
          </a:bodyPr>
          <a:lstStyle/>
          <a:p>
            <a:r>
              <a:rPr lang="en-US" altLang="ar-SA" sz="3200" dirty="0">
                <a:solidFill>
                  <a:schemeClr val="accent2"/>
                </a:solidFill>
                <a:latin typeface="Comic Sans MS" panose="030F0702030302020204" pitchFamily="66" charset="0"/>
                <a:ea typeface="+mn-ea"/>
                <a:cs typeface="+mn-cs"/>
              </a:rPr>
              <a:t>Rejection</a:t>
            </a:r>
          </a:p>
        </p:txBody>
      </p:sp>
      <p:sp>
        <p:nvSpPr>
          <p:cNvPr id="82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82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FE5169F-F640-4F78-B27D-B0D637D490F9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6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8217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8218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8219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8220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8221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22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23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24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25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8194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4" name="Equation" r:id="rId3" imgW="342720" imgH="469800" progId="Equation.3">
                  <p:embed/>
                </p:oleObj>
              </mc:Choice>
              <mc:Fallback>
                <p:oleObj name="Equation" r:id="rId3" imgW="342720" imgH="469800" progId="Equation.3">
                  <p:embed/>
                  <p:pic>
                    <p:nvPicPr>
                      <p:cNvPr id="8194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5" name="Equation" r:id="rId5" imgW="393480" imgH="469800" progId="Equation.3">
                  <p:embed/>
                </p:oleObj>
              </mc:Choice>
              <mc:Fallback>
                <p:oleObj name="Equation" r:id="rId5" imgW="393480" imgH="469800" progId="Equation.3">
                  <p:embed/>
                  <p:pic>
                    <p:nvPicPr>
                      <p:cNvPr id="8195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6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8196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7" name="Equation" r:id="rId9" imgW="419040" imgH="469800" progId="Equation.3">
                  <p:embed/>
                </p:oleObj>
              </mc:Choice>
              <mc:Fallback>
                <p:oleObj name="Equation" r:id="rId9" imgW="419040" imgH="469800" progId="Equation.3">
                  <p:embed/>
                  <p:pic>
                    <p:nvPicPr>
                      <p:cNvPr id="8197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6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8198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8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8198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9" name="Equation" r:id="rId13" imgW="279360" imgH="380880" progId="Equation.3">
                  <p:embed/>
                </p:oleObj>
              </mc:Choice>
              <mc:Fallback>
                <p:oleObj name="Equation" r:id="rId13" imgW="279360" imgH="380880" progId="Equation.3">
                  <p:embed/>
                  <p:pic>
                    <p:nvPicPr>
                      <p:cNvPr id="8199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0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820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1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820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7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8202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2"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8202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3"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8203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4"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8204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5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5"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8205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6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6"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8206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8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8207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7" name="Equation" r:id="rId23" imgW="672840" imgH="444240" progId="Equation.3">
                  <p:embed/>
                </p:oleObj>
              </mc:Choice>
              <mc:Fallback>
                <p:oleObj name="Equation" r:id="rId23" imgW="672840" imgH="444240" progId="Equation.3">
                  <p:embed/>
                  <p:pic>
                    <p:nvPicPr>
                      <p:cNvPr id="8207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9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30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31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32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33" name="Rectangle 3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8234" name="Line 3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35" name="Line 4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36" name="Line 4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8208" name="Object 43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8" name="Equation" r:id="rId25" imgW="266400" imgH="279360" progId="Equation.3">
                  <p:embed/>
                </p:oleObj>
              </mc:Choice>
              <mc:Fallback>
                <p:oleObj name="Equation" r:id="rId25" imgW="266400" imgH="279360" progId="Equation.3">
                  <p:embed/>
                  <p:pic>
                    <p:nvPicPr>
                      <p:cNvPr id="8208" name="Object 4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9" name="Object 44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99" name="Equation" r:id="rId26" imgW="279360" imgH="380880" progId="Equation.3">
                  <p:embed/>
                </p:oleObj>
              </mc:Choice>
              <mc:Fallback>
                <p:oleObj name="Equation" r:id="rId26" imgW="279360" imgH="380880" progId="Equation.3">
                  <p:embed/>
                  <p:pic>
                    <p:nvPicPr>
                      <p:cNvPr id="8209" name="Object 4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45"/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0" name="Equation" r:id="rId27" imgW="266400" imgH="279360" progId="Equation.3">
                  <p:embed/>
                </p:oleObj>
              </mc:Choice>
              <mc:Fallback>
                <p:oleObj name="Equation" r:id="rId27" imgW="266400" imgH="279360" progId="Equation.3">
                  <p:embed/>
                  <p:pic>
                    <p:nvPicPr>
                      <p:cNvPr id="8210" name="Object 4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7" name="Line 47"/>
          <p:cNvSpPr>
            <a:spLocks noChangeShapeType="1"/>
          </p:cNvSpPr>
          <p:nvPr/>
        </p:nvSpPr>
        <p:spPr bwMode="auto">
          <a:xfrm>
            <a:off x="28956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8238" name="Line 50"/>
          <p:cNvSpPr>
            <a:spLocks noChangeShapeType="1"/>
          </p:cNvSpPr>
          <p:nvPr/>
        </p:nvSpPr>
        <p:spPr bwMode="auto">
          <a:xfrm>
            <a:off x="2057400" y="934496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8239" name="Group 51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8212" name="Object 5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01" name="Equation" r:id="rId28" imgW="672840" imgH="444240" progId="Equation.3">
                    <p:embed/>
                  </p:oleObj>
                </mc:Choice>
                <mc:Fallback>
                  <p:oleObj name="Equation" r:id="rId28" imgW="672840" imgH="444240" progId="Equation.3">
                    <p:embed/>
                    <p:pic>
                      <p:nvPicPr>
                        <p:cNvPr id="8212" name="Object 5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0" name="Line 5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aphicFrame>
        <p:nvGraphicFramePr>
          <p:cNvPr id="8211" name="Object 55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2" name="Equation" r:id="rId29" imgW="419040" imgH="469800" progId="Equation.3">
                  <p:embed/>
                </p:oleObj>
              </mc:Choice>
              <mc:Fallback>
                <p:oleObj name="Equation" r:id="rId29" imgW="419040" imgH="469800" progId="Equation.3">
                  <p:embed/>
                  <p:pic>
                    <p:nvPicPr>
                      <p:cNvPr id="8211" name="Object 5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92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7774191-7205-4C7A-9B84-20C911792166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0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9241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9242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9243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9244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9245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9246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9247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9248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9218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8" name="Equation" r:id="rId3" imgW="419040" imgH="469800" progId="Equation.3">
                  <p:embed/>
                </p:oleObj>
              </mc:Choice>
              <mc:Fallback>
                <p:oleObj name="Equation" r:id="rId3" imgW="419040" imgH="469800" progId="Equation.3">
                  <p:embed/>
                  <p:pic>
                    <p:nvPicPr>
                      <p:cNvPr id="9218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9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9219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09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9219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0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9220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1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9221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2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9222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0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9223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3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9223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4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9224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5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9225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6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6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9226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1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9227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7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9227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8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8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9228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9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9229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0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9230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1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9231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2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9232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22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9232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53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9254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9255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9256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9261" name="Line 45"/>
          <p:cNvSpPr>
            <a:spLocks noChangeShapeType="1"/>
          </p:cNvSpPr>
          <p:nvPr/>
        </p:nvSpPr>
        <p:spPr bwMode="auto">
          <a:xfrm>
            <a:off x="41910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1A53A3E9-E231-4F04-9531-44F065621F63}"/>
              </a:ext>
            </a:extLst>
          </p:cNvPr>
          <p:cNvGrpSpPr/>
          <p:nvPr/>
        </p:nvGrpSpPr>
        <p:grpSpPr>
          <a:xfrm>
            <a:off x="808057" y="1799167"/>
            <a:ext cx="4221143" cy="990600"/>
            <a:chOff x="2209800" y="914400"/>
            <a:chExt cx="4221143" cy="990600"/>
          </a:xfrm>
        </p:grpSpPr>
        <p:sp>
          <p:nvSpPr>
            <p:cNvPr id="9257" name="Rectangle 38"/>
            <p:cNvSpPr>
              <a:spLocks noChangeArrowheads="1"/>
            </p:cNvSpPr>
            <p:nvPr/>
          </p:nvSpPr>
          <p:spPr bwMode="auto">
            <a:xfrm>
              <a:off x="2209800" y="1371600"/>
              <a:ext cx="4221143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 dirty="0"/>
            </a:p>
          </p:txBody>
        </p:sp>
        <p:sp>
          <p:nvSpPr>
            <p:cNvPr id="9258" name="Line 39"/>
            <p:cNvSpPr>
              <a:spLocks noChangeShapeType="1"/>
            </p:cNvSpPr>
            <p:nvPr/>
          </p:nvSpPr>
          <p:spPr bwMode="auto">
            <a:xfrm>
              <a:off x="27432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9259" name="Line 40"/>
            <p:cNvSpPr>
              <a:spLocks noChangeShapeType="1"/>
            </p:cNvSpPr>
            <p:nvPr/>
          </p:nvSpPr>
          <p:spPr bwMode="auto">
            <a:xfrm>
              <a:off x="32766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9260" name="Line 41"/>
            <p:cNvSpPr>
              <a:spLocks noChangeShapeType="1"/>
            </p:cNvSpPr>
            <p:nvPr/>
          </p:nvSpPr>
          <p:spPr bwMode="auto">
            <a:xfrm>
              <a:off x="38100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9233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3175510"/>
                </p:ext>
              </p:extLst>
            </p:nvPr>
          </p:nvGraphicFramePr>
          <p:xfrm>
            <a:off x="2362201" y="15240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23" name="Equation" r:id="rId27" imgW="266400" imgH="279360" progId="Equation.3">
                    <p:embed/>
                  </p:oleObj>
                </mc:Choice>
                <mc:Fallback>
                  <p:oleObj name="Equation" r:id="rId27" imgW="266400" imgH="279360" progId="Equation.3">
                    <p:embed/>
                    <p:pic>
                      <p:nvPicPr>
                        <p:cNvPr id="9233" name="Object 4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1" y="15240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4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6301701"/>
                </p:ext>
              </p:extLst>
            </p:nvPr>
          </p:nvGraphicFramePr>
          <p:xfrm>
            <a:off x="2895600" y="14478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24" name="Equation" r:id="rId28" imgW="279360" imgH="380880" progId="Equation.3">
                    <p:embed/>
                  </p:oleObj>
                </mc:Choice>
                <mc:Fallback>
                  <p:oleObj name="Equation" r:id="rId28" imgW="279360" imgH="380880" progId="Equation.3">
                    <p:embed/>
                    <p:pic>
                      <p:nvPicPr>
                        <p:cNvPr id="9234" name="Object 4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14478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5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2206223"/>
                </p:ext>
              </p:extLst>
            </p:nvPr>
          </p:nvGraphicFramePr>
          <p:xfrm>
            <a:off x="3435351" y="14986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25" name="Equation" r:id="rId29" imgW="266400" imgH="279360" progId="Equation.3">
                    <p:embed/>
                  </p:oleObj>
                </mc:Choice>
                <mc:Fallback>
                  <p:oleObj name="Equation" r:id="rId29" imgW="266400" imgH="279360" progId="Equation.3">
                    <p:embed/>
                    <p:pic>
                      <p:nvPicPr>
                        <p:cNvPr id="9235" name="Object 4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351" y="14986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2" name="Line 48"/>
            <p:cNvSpPr>
              <a:spLocks noChangeShapeType="1"/>
            </p:cNvSpPr>
            <p:nvPr/>
          </p:nvSpPr>
          <p:spPr bwMode="auto">
            <a:xfrm>
              <a:off x="2514600" y="914400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9263" name="Group 49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9236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26" name="Equation" r:id="rId30" imgW="672840" imgH="444240" progId="Equation.3">
                    <p:embed/>
                  </p:oleObj>
                </mc:Choice>
                <mc:Fallback>
                  <p:oleObj name="Equation" r:id="rId30" imgW="672840" imgH="444240" progId="Equation.3">
                    <p:embed/>
                    <p:pic>
                      <p:nvPicPr>
                        <p:cNvPr id="9236" name="Object 5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4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102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3DFDA08-90A3-495B-B6C7-DDC267FB609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4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265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266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267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268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0269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270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271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272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0242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2" name="Equation" r:id="rId3" imgW="419040" imgH="469800" progId="Equation.3">
                  <p:embed/>
                </p:oleObj>
              </mc:Choice>
              <mc:Fallback>
                <p:oleObj name="Equation" r:id="rId3" imgW="419040" imgH="469800" progId="Equation.3">
                  <p:embed/>
                  <p:pic>
                    <p:nvPicPr>
                      <p:cNvPr id="10242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3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0243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3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10243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4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10244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5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10245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6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10246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4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0247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7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10247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8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10248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9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0249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0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0250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5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0251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1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10251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2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2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0252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3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10253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4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10254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5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10255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6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0256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6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10256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7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278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279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280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0285" name="Line 45"/>
          <p:cNvSpPr>
            <a:spLocks noChangeShapeType="1"/>
          </p:cNvSpPr>
          <p:nvPr/>
        </p:nvSpPr>
        <p:spPr bwMode="auto">
          <a:xfrm>
            <a:off x="5486400" y="55626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10287" name="Group 49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0260" name="Object 5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47" name="Equation" r:id="rId27" imgW="672840" imgH="444240" progId="Equation.3">
                    <p:embed/>
                  </p:oleObj>
                </mc:Choice>
                <mc:Fallback>
                  <p:oleObj name="Equation" r:id="rId27" imgW="672840" imgH="444240" progId="Equation.3">
                    <p:embed/>
                    <p:pic>
                      <p:nvPicPr>
                        <p:cNvPr id="10260" name="Object 5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8" name="Line 5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48" name="مجموعة 47">
            <a:extLst>
              <a:ext uri="{FF2B5EF4-FFF2-40B4-BE49-F238E27FC236}">
                <a16:creationId xmlns:a16="http://schemas.microsoft.com/office/drawing/2014/main" id="{AF320FED-A3A6-4722-8216-9F1BA92FA605}"/>
              </a:ext>
            </a:extLst>
          </p:cNvPr>
          <p:cNvGrpSpPr/>
          <p:nvPr/>
        </p:nvGrpSpPr>
        <p:grpSpPr>
          <a:xfrm>
            <a:off x="808477" y="1735136"/>
            <a:ext cx="4221143" cy="990600"/>
            <a:chOff x="2209800" y="914400"/>
            <a:chExt cx="4221143" cy="990600"/>
          </a:xfrm>
        </p:grpSpPr>
        <p:sp>
          <p:nvSpPr>
            <p:cNvPr id="49" name="Rectangle 38">
              <a:extLst>
                <a:ext uri="{FF2B5EF4-FFF2-40B4-BE49-F238E27FC236}">
                  <a16:creationId xmlns:a16="http://schemas.microsoft.com/office/drawing/2014/main" id="{40058FD6-2B66-4237-BD06-AA8F4C1F4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1371600"/>
              <a:ext cx="4221143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 dirty="0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A0A30015-2711-421D-8F7D-B486E3DB2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00E40DC9-7322-48A3-A08C-23D03B9E6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E1DFAA9B-380C-468E-9AB1-433E8A667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53" name="Object 42">
              <a:extLst>
                <a:ext uri="{FF2B5EF4-FFF2-40B4-BE49-F238E27FC236}">
                  <a16:creationId xmlns:a16="http://schemas.microsoft.com/office/drawing/2014/main" id="{C8ED9634-AE77-4076-BDB2-1B59834CC9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5128321"/>
                </p:ext>
              </p:extLst>
            </p:nvPr>
          </p:nvGraphicFramePr>
          <p:xfrm>
            <a:off x="2362201" y="15240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48" name="Equation" r:id="rId28" imgW="266400" imgH="279360" progId="Equation.3">
                    <p:embed/>
                  </p:oleObj>
                </mc:Choice>
                <mc:Fallback>
                  <p:oleObj name="Equation" r:id="rId28" imgW="266400" imgH="279360" progId="Equation.3">
                    <p:embed/>
                    <p:pic>
                      <p:nvPicPr>
                        <p:cNvPr id="9233" name="Object 4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1" y="15240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43">
              <a:extLst>
                <a:ext uri="{FF2B5EF4-FFF2-40B4-BE49-F238E27FC236}">
                  <a16:creationId xmlns:a16="http://schemas.microsoft.com/office/drawing/2014/main" id="{2D7D6A11-4B5F-4BA5-B483-3C41F4188C5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0008971"/>
                </p:ext>
              </p:extLst>
            </p:nvPr>
          </p:nvGraphicFramePr>
          <p:xfrm>
            <a:off x="2895600" y="14478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49" name="Equation" r:id="rId29" imgW="279360" imgH="380880" progId="Equation.3">
                    <p:embed/>
                  </p:oleObj>
                </mc:Choice>
                <mc:Fallback>
                  <p:oleObj name="Equation" r:id="rId29" imgW="279360" imgH="380880" progId="Equation.3">
                    <p:embed/>
                    <p:pic>
                      <p:nvPicPr>
                        <p:cNvPr id="9234" name="Object 4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14478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44">
              <a:extLst>
                <a:ext uri="{FF2B5EF4-FFF2-40B4-BE49-F238E27FC236}">
                  <a16:creationId xmlns:a16="http://schemas.microsoft.com/office/drawing/2014/main" id="{99692271-88A1-436F-9D5C-73D00C6C71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0574994"/>
                </p:ext>
              </p:extLst>
            </p:nvPr>
          </p:nvGraphicFramePr>
          <p:xfrm>
            <a:off x="3435351" y="14986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50" name="Equation" r:id="rId30" imgW="266400" imgH="279360" progId="Equation.3">
                    <p:embed/>
                  </p:oleObj>
                </mc:Choice>
                <mc:Fallback>
                  <p:oleObj name="Equation" r:id="rId30" imgW="266400" imgH="279360" progId="Equation.3">
                    <p:embed/>
                    <p:pic>
                      <p:nvPicPr>
                        <p:cNvPr id="9235" name="Object 4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351" y="14986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Line 48">
              <a:extLst>
                <a:ext uri="{FF2B5EF4-FFF2-40B4-BE49-F238E27FC236}">
                  <a16:creationId xmlns:a16="http://schemas.microsoft.com/office/drawing/2014/main" id="{D76C7AB1-6A8C-4275-AB05-2ADB440CDE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5670" y="914400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112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E143F02-5A33-48CE-A27F-0AEB991ED06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8" name="Oval 4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1289" name="Oval 5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1290" name="Oval 6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1291" name="Oval 7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1292" name="Oval 8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1293" name="Line 9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1294" name="Line 10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1295" name="Line 11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1296" name="Line 12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1266" name="Object 13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6" name="Equation" r:id="rId3" imgW="419040" imgH="469800" progId="Equation.3">
                  <p:embed/>
                </p:oleObj>
              </mc:Choice>
              <mc:Fallback>
                <p:oleObj name="Equation" r:id="rId3" imgW="419040" imgH="469800" progId="Equation.3">
                  <p:embed/>
                  <p:pic>
                    <p:nvPicPr>
                      <p:cNvPr id="11266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7" name="Oval 14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1267" name="Object 15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7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11267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6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8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1126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7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59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1126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8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0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11270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8" name="Line 19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1271" name="Object 20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1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11271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2" name="Object 21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2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11272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Object 22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3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1273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23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4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1274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9" name="Oval 25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1275" name="Object 26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5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11275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6" name="Object 27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6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1276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28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7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11277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8" name="Object 29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8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11278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9" name="Object 30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69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11279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0" name="Freeform 31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1280" name="Object 32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70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11280" name="Object 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1" name="Line 33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1302" name="Freeform 34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1303" name="Freeform 35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1304" name="Freeform 36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1309" name="Line 45"/>
          <p:cNvSpPr>
            <a:spLocks noChangeShapeType="1"/>
          </p:cNvSpPr>
          <p:nvPr/>
        </p:nvSpPr>
        <p:spPr bwMode="auto">
          <a:xfrm>
            <a:off x="7543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11311" name="Group 50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1284" name="Object 5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1" name="Equation" r:id="rId27" imgW="672840" imgH="444240" progId="Equation.3">
                    <p:embed/>
                  </p:oleObj>
                </mc:Choice>
                <mc:Fallback>
                  <p:oleObj name="Equation" r:id="rId27" imgW="672840" imgH="444240" progId="Equation.3">
                    <p:embed/>
                    <p:pic>
                      <p:nvPicPr>
                        <p:cNvPr id="11284" name="Object 5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2" name="Line 5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48" name="مجموعة 47">
            <a:extLst>
              <a:ext uri="{FF2B5EF4-FFF2-40B4-BE49-F238E27FC236}">
                <a16:creationId xmlns:a16="http://schemas.microsoft.com/office/drawing/2014/main" id="{60EEBD1B-30B9-494F-B26A-C827D85E7D88}"/>
              </a:ext>
            </a:extLst>
          </p:cNvPr>
          <p:cNvGrpSpPr/>
          <p:nvPr/>
        </p:nvGrpSpPr>
        <p:grpSpPr>
          <a:xfrm>
            <a:off x="501671" y="1865830"/>
            <a:ext cx="4221143" cy="914400"/>
            <a:chOff x="2209800" y="990600"/>
            <a:chExt cx="4221143" cy="914400"/>
          </a:xfrm>
        </p:grpSpPr>
        <p:sp>
          <p:nvSpPr>
            <p:cNvPr id="49" name="Rectangle 38">
              <a:extLst>
                <a:ext uri="{FF2B5EF4-FFF2-40B4-BE49-F238E27FC236}">
                  <a16:creationId xmlns:a16="http://schemas.microsoft.com/office/drawing/2014/main" id="{69FE5B9E-200A-4187-9317-EC883FF2D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1371600"/>
              <a:ext cx="4221143" cy="53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 dirty="0"/>
            </a:p>
          </p:txBody>
        </p:sp>
        <p:sp>
          <p:nvSpPr>
            <p:cNvPr id="50" name="Line 39">
              <a:extLst>
                <a:ext uri="{FF2B5EF4-FFF2-40B4-BE49-F238E27FC236}">
                  <a16:creationId xmlns:a16="http://schemas.microsoft.com/office/drawing/2014/main" id="{86A8886C-6E3D-4122-92FA-9E25EC8C7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51" name="Line 40">
              <a:extLst>
                <a:ext uri="{FF2B5EF4-FFF2-40B4-BE49-F238E27FC236}">
                  <a16:creationId xmlns:a16="http://schemas.microsoft.com/office/drawing/2014/main" id="{C09E6844-50DD-4099-9377-521101065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52" name="Line 41">
              <a:extLst>
                <a:ext uri="{FF2B5EF4-FFF2-40B4-BE49-F238E27FC236}">
                  <a16:creationId xmlns:a16="http://schemas.microsoft.com/office/drawing/2014/main" id="{707E1E55-F3E5-4E7A-98DE-44841B2DC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1371600"/>
              <a:ext cx="0" cy="533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53" name="Object 42">
              <a:extLst>
                <a:ext uri="{FF2B5EF4-FFF2-40B4-BE49-F238E27FC236}">
                  <a16:creationId xmlns:a16="http://schemas.microsoft.com/office/drawing/2014/main" id="{C7308F01-9FFF-48B8-BED0-35FF967524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05128321"/>
                </p:ext>
              </p:extLst>
            </p:nvPr>
          </p:nvGraphicFramePr>
          <p:xfrm>
            <a:off x="2362201" y="15240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2" name="Equation" r:id="rId28" imgW="266400" imgH="279360" progId="Equation.3">
                    <p:embed/>
                  </p:oleObj>
                </mc:Choice>
                <mc:Fallback>
                  <p:oleObj name="Equation" r:id="rId28" imgW="266400" imgH="279360" progId="Equation.3">
                    <p:embed/>
                    <p:pic>
                      <p:nvPicPr>
                        <p:cNvPr id="9233" name="Object 4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2201" y="15240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43">
              <a:extLst>
                <a:ext uri="{FF2B5EF4-FFF2-40B4-BE49-F238E27FC236}">
                  <a16:creationId xmlns:a16="http://schemas.microsoft.com/office/drawing/2014/main" id="{44ADFAB7-7DB0-48F2-BF3D-2876A7524A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0008971"/>
                </p:ext>
              </p:extLst>
            </p:nvPr>
          </p:nvGraphicFramePr>
          <p:xfrm>
            <a:off x="2895600" y="14478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3" name="Equation" r:id="rId29" imgW="279360" imgH="380880" progId="Equation.3">
                    <p:embed/>
                  </p:oleObj>
                </mc:Choice>
                <mc:Fallback>
                  <p:oleObj name="Equation" r:id="rId29" imgW="279360" imgH="380880" progId="Equation.3">
                    <p:embed/>
                    <p:pic>
                      <p:nvPicPr>
                        <p:cNvPr id="9234" name="Object 4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5600" y="14478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Object 44">
              <a:extLst>
                <a:ext uri="{FF2B5EF4-FFF2-40B4-BE49-F238E27FC236}">
                  <a16:creationId xmlns:a16="http://schemas.microsoft.com/office/drawing/2014/main" id="{B127B8A9-E974-4644-A1D5-39136E00B4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0574994"/>
                </p:ext>
              </p:extLst>
            </p:nvPr>
          </p:nvGraphicFramePr>
          <p:xfrm>
            <a:off x="3435351" y="14986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274" name="Equation" r:id="rId30" imgW="266400" imgH="279360" progId="Equation.3">
                    <p:embed/>
                  </p:oleObj>
                </mc:Choice>
                <mc:Fallback>
                  <p:oleObj name="Equation" r:id="rId30" imgW="266400" imgH="279360" progId="Equation.3">
                    <p:embed/>
                    <p:pic>
                      <p:nvPicPr>
                        <p:cNvPr id="9235" name="Object 4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351" y="14986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" name="Line 48">
              <a:extLst>
                <a:ext uri="{FF2B5EF4-FFF2-40B4-BE49-F238E27FC236}">
                  <a16:creationId xmlns:a16="http://schemas.microsoft.com/office/drawing/2014/main" id="{3FDFDE1B-587B-41F1-AB74-60D75188D3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533" y="990600"/>
              <a:ext cx="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E4D092B-0BF1-4BBD-B34C-05E76033E729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0" name="Oval 3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311" name="Oval 4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312" name="Oval 5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313" name="Oval 6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314" name="Oval 7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315" name="Line 8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16" name="Line 9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17" name="Line 10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18" name="Line 11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2290" name="Object 12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1" name="Equation" r:id="rId3" imgW="419040" imgH="469800" progId="Equation.3">
                  <p:embed/>
                </p:oleObj>
              </mc:Choice>
              <mc:Fallback>
                <p:oleObj name="Equation" r:id="rId3" imgW="419040" imgH="469800" progId="Equation.3">
                  <p:embed/>
                  <p:pic>
                    <p:nvPicPr>
                      <p:cNvPr id="12290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9" name="Oval 13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2291" name="Object 14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2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12291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5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3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12292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6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4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12293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7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5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12294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0" name="Line 18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2295" name="Object 19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6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12295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20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7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12296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21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8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2297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22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9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2298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1" name="Oval 23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12299" name="Object 24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0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12299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0" name="Object 25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1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12300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26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2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12301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27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3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12302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28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4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12303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2" name="Freeform 29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2304" name="Object 30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5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12304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3" name="Line 31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24" name="Freeform 32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25" name="Freeform 33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26" name="Freeform 34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27" name="Text Box 35"/>
          <p:cNvSpPr txBox="1">
            <a:spLocks noChangeArrowheads="1"/>
          </p:cNvSpPr>
          <p:nvPr/>
        </p:nvSpPr>
        <p:spPr bwMode="auto">
          <a:xfrm>
            <a:off x="8305800" y="2895600"/>
            <a:ext cx="172515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Output:</a:t>
            </a:r>
          </a:p>
          <a:p>
            <a:r>
              <a:rPr lang="en-US" altLang="ar-SA"/>
              <a:t>“reject”</a:t>
            </a:r>
          </a:p>
        </p:txBody>
      </p:sp>
      <p:sp>
        <p:nvSpPr>
          <p:cNvPr id="12328" name="Rectangle 36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2329" name="Line 37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30" name="Line 38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31" name="Line 39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2305" name="Object 40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6" name="Equation" r:id="rId27" imgW="266400" imgH="279360" progId="Equation.3">
                  <p:embed/>
                </p:oleObj>
              </mc:Choice>
              <mc:Fallback>
                <p:oleObj name="Equation" r:id="rId27" imgW="266400" imgH="279360" progId="Equation.3">
                  <p:embed/>
                  <p:pic>
                    <p:nvPicPr>
                      <p:cNvPr id="12305" name="Object 4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6" name="Object 41"/>
          <p:cNvGraphicFramePr>
            <a:graphicFrameLocks noChangeAspect="1"/>
          </p:cNvGraphicFramePr>
          <p:nvPr/>
        </p:nvGraphicFramePr>
        <p:xfrm>
          <a:off x="28956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7" name="Equation" r:id="rId28" imgW="279360" imgH="380880" progId="Equation.3">
                  <p:embed/>
                </p:oleObj>
              </mc:Choice>
              <mc:Fallback>
                <p:oleObj name="Equation" r:id="rId28" imgW="279360" imgH="380880" progId="Equation.3">
                  <p:embed/>
                  <p:pic>
                    <p:nvPicPr>
                      <p:cNvPr id="12306" name="Object 4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7" name="Object 42"/>
          <p:cNvGraphicFramePr>
            <a:graphicFrameLocks noChangeAspect="1"/>
          </p:cNvGraphicFramePr>
          <p:nvPr/>
        </p:nvGraphicFramePr>
        <p:xfrm>
          <a:off x="3435351" y="1498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78" name="Equation" r:id="rId29" imgW="266400" imgH="279360" progId="Equation.3">
                  <p:embed/>
                </p:oleObj>
              </mc:Choice>
              <mc:Fallback>
                <p:oleObj name="Equation" r:id="rId29" imgW="266400" imgH="279360" progId="Equation.3">
                  <p:embed/>
                  <p:pic>
                    <p:nvPicPr>
                      <p:cNvPr id="12307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351" y="1498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32" name="Line 43"/>
          <p:cNvSpPr>
            <a:spLocks noChangeShapeType="1"/>
          </p:cNvSpPr>
          <p:nvPr/>
        </p:nvSpPr>
        <p:spPr bwMode="auto">
          <a:xfrm>
            <a:off x="7543800" y="43434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2333" name="Line 44"/>
          <p:cNvSpPr>
            <a:spLocks noChangeShapeType="1"/>
          </p:cNvSpPr>
          <p:nvPr/>
        </p:nvSpPr>
        <p:spPr bwMode="auto">
          <a:xfrm>
            <a:off x="4038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12334" name="Group 45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12308" name="Object 46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279" name="Equation" r:id="rId30" imgW="672840" imgH="444240" progId="Equation.3">
                    <p:embed/>
                  </p:oleObj>
                </mc:Choice>
                <mc:Fallback>
                  <p:oleObj name="Equation" r:id="rId30" imgW="672840" imgH="444240" progId="Equation.3">
                    <p:embed/>
                    <p:pic>
                      <p:nvPicPr>
                        <p:cNvPr id="12308" name="Object 4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39" name="Line 47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sp>
        <p:nvSpPr>
          <p:cNvPr id="12335" name="Text Box 48"/>
          <p:cNvSpPr txBox="1">
            <a:spLocks noChangeArrowheads="1"/>
          </p:cNvSpPr>
          <p:nvPr/>
        </p:nvSpPr>
        <p:spPr bwMode="auto">
          <a:xfrm>
            <a:off x="2667000" y="228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ar-SA"/>
              <a:t>Input finished</a:t>
            </a:r>
          </a:p>
        </p:txBody>
      </p:sp>
      <p:sp>
        <p:nvSpPr>
          <p:cNvPr id="12336" name="Line 50"/>
          <p:cNvSpPr>
            <a:spLocks noChangeShapeType="1"/>
          </p:cNvSpPr>
          <p:nvPr/>
        </p:nvSpPr>
        <p:spPr bwMode="auto">
          <a:xfrm flipH="1" flipV="1">
            <a:off x="7035800" y="2146300"/>
            <a:ext cx="7620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ar-SA"/>
          </a:p>
        </p:txBody>
      </p:sp>
      <p:sp>
        <p:nvSpPr>
          <p:cNvPr id="12337" name="Text Box 51"/>
          <p:cNvSpPr txBox="1">
            <a:spLocks noChangeArrowheads="1"/>
          </p:cNvSpPr>
          <p:nvPr/>
        </p:nvSpPr>
        <p:spPr bwMode="auto">
          <a:xfrm>
            <a:off x="6400800" y="1828800"/>
            <a:ext cx="83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ar-SA">
                <a:cs typeface="Arial" panose="020B0604020202020204" pitchFamily="34" charset="0"/>
              </a:rPr>
              <a:t>OR</a:t>
            </a:r>
          </a:p>
        </p:txBody>
      </p:sp>
      <p:sp>
        <p:nvSpPr>
          <p:cNvPr id="12340" name="Rectangle 52"/>
          <p:cNvSpPr>
            <a:spLocks noChangeArrowheads="1"/>
          </p:cNvSpPr>
          <p:nvPr/>
        </p:nvSpPr>
        <p:spPr bwMode="auto">
          <a:xfrm>
            <a:off x="2362200" y="5867400"/>
            <a:ext cx="25923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L(M)= {abba}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" y="13554"/>
            <a:ext cx="4846319" cy="856396"/>
          </a:xfrm>
        </p:spPr>
        <p:txBody>
          <a:bodyPr/>
          <a:lstStyle/>
          <a:p>
            <a:r>
              <a:rPr lang="en-US" altLang="ar-SA" b="1" dirty="0">
                <a:solidFill>
                  <a:srgbClr val="FF0000"/>
                </a:solidFill>
              </a:rPr>
              <a:t>Example 2</a:t>
            </a:r>
          </a:p>
        </p:txBody>
      </p:sp>
      <p:sp>
        <p:nvSpPr>
          <p:cNvPr id="133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C0D63F5-4BBD-4BAA-8569-2C34A55E6A3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6" name="Oval 3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27" name="Oval 4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28" name="Oval 5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29" name="Line 6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3330" name="Oval 7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31" name="Line 8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3332" name="Line 9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3333" name="Freeform 10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3334" name="Freeform 11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3314" name="Object 12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2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3314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3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3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3315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14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4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3316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5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5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13317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16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6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331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17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7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331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18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8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3320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5" name="Rectangle 20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3336" name="Line 21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3337" name="Line 22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3338" name="Line 23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3321" name="Object 24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9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3321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25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0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3322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26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1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3323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Line 27"/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3340" name="Line 28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87D6A1B-8FA1-4D3C-A922-4A7907FAD10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9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50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51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52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53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54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55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56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57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4338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6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4338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7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4339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8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4340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9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14341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0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4342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1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4343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2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4344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4359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60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61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4345" name="Object 2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3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4345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23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4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4346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24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65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4347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2" name="Line 25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63" name="Line 26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6D448E2-51DE-45D4-8BA3-A888F2F294E0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3" name="Oval 1026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74" name="Oval 1027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75" name="Oval 1028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76" name="Line 1029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77" name="Oval 1030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78" name="Line 1031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79" name="Line 1032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80" name="Freeform 1033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81" name="Freeform 1034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5362" name="Object 1035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0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5362" name="Object 103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1036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1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5363" name="Object 103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1037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2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5364" name="Object 103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038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3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15365" name="Object 103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1039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4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5366" name="Object 103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1040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5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5367" name="Object 104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1041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6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5368" name="Object 104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2" name="Rectangle 1042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5383" name="Line 1043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84" name="Line 1044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85" name="Line 1045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5369" name="Object 1046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7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5369" name="Object 10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0" name="Object 1047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8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5370" name="Object 104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1" name="Object 1048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9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5371" name="Object 104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6" name="Line 1049"/>
          <p:cNvSpPr>
            <a:spLocks noChangeShapeType="1"/>
          </p:cNvSpPr>
          <p:nvPr/>
        </p:nvSpPr>
        <p:spPr bwMode="auto">
          <a:xfrm>
            <a:off x="3048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87" name="Line 1050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1BE2B9B2-7694-445C-BAFB-1435E3C131E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7" name="Oval 1026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398" name="Oval 1027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399" name="Oval 1028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400" name="Line 1029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6401" name="Oval 1030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402" name="Line 1031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6403" name="Line 1032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6404" name="Freeform 1033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6405" name="Freeform 1034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6386" name="Object 1035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4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6386" name="Object 103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036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5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6387" name="Object 103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1037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6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6388" name="Object 103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1038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7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16389" name="Object 103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1039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8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6390" name="Object 103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1040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9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6391" name="Object 104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2" name="Object 1041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0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6392" name="Object 104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6" name="Rectangle 1042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6407" name="Line 1043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6408" name="Line 1044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6409" name="Line 1045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6393" name="Object 1046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1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6393" name="Object 104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47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2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6394" name="Object 104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5" name="Object 1048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3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6395" name="Object 104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Line 1049"/>
          <p:cNvSpPr>
            <a:spLocks noChangeShapeType="1"/>
          </p:cNvSpPr>
          <p:nvPr/>
        </p:nvSpPr>
        <p:spPr bwMode="auto">
          <a:xfrm>
            <a:off x="3581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6411" name="Line 1050"/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7EAD143-27C4-430D-A1BC-56083477526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1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7422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7423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7424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25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7426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27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28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29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7410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28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7410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29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7411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0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7412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1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17413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2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7414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3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7415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4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7416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0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7431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32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33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7417" name="Object 22"/>
          <p:cNvGraphicFramePr>
            <a:graphicFrameLocks noChangeAspect="1"/>
          </p:cNvGraphicFramePr>
          <p:nvPr/>
        </p:nvGraphicFramePr>
        <p:xfrm>
          <a:off x="23622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5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7417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23"/>
          <p:cNvGraphicFramePr>
            <a:graphicFrameLocks noChangeAspect="1"/>
          </p:cNvGraphicFramePr>
          <p:nvPr/>
        </p:nvGraphicFramePr>
        <p:xfrm>
          <a:off x="33528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6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7418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24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7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17419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4" name="Line 25"/>
          <p:cNvSpPr>
            <a:spLocks noChangeShapeType="1"/>
          </p:cNvSpPr>
          <p:nvPr/>
        </p:nvSpPr>
        <p:spPr bwMode="auto">
          <a:xfrm>
            <a:off x="4038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35" name="Line 26"/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7436" name="Text Box 27"/>
          <p:cNvSpPr txBox="1">
            <a:spLocks noChangeArrowheads="1"/>
          </p:cNvSpPr>
          <p:nvPr/>
        </p:nvSpPr>
        <p:spPr bwMode="auto">
          <a:xfrm>
            <a:off x="4724401" y="3276600"/>
            <a:ext cx="3355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Output: “accept”</a:t>
            </a:r>
          </a:p>
        </p:txBody>
      </p:sp>
      <p:sp>
        <p:nvSpPr>
          <p:cNvPr id="17437" name="Text Box 28"/>
          <p:cNvSpPr txBox="1">
            <a:spLocks noChangeArrowheads="1"/>
          </p:cNvSpPr>
          <p:nvPr/>
        </p:nvSpPr>
        <p:spPr bwMode="auto">
          <a:xfrm>
            <a:off x="2819400" y="228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ar-SA"/>
              <a:t>Input finished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5" name="Rectangle 2"/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03996"/>
          </a:xfrm>
        </p:spPr>
        <p:txBody>
          <a:bodyPr>
            <a:normAutofit fontScale="90000"/>
          </a:bodyPr>
          <a:lstStyle/>
          <a:p>
            <a:r>
              <a:rPr lang="en-US" altLang="ar-SA" b="1" dirty="0">
                <a:solidFill>
                  <a:srgbClr val="FF0000"/>
                </a:solidFill>
              </a:rPr>
              <a:t>Rejection</a:t>
            </a:r>
          </a:p>
        </p:txBody>
      </p:sp>
      <p:sp>
        <p:nvSpPr>
          <p:cNvPr id="1844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029F223-46A3-4894-8098-03112113149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6" name="Oval 3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47" name="Oval 4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48" name="Oval 5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49" name="Line 6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8450" name="Oval 7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51" name="Line 8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8452" name="Line 9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8453" name="Freeform 10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8454" name="Freeform 11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8434" name="Object 12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2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8434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13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3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8435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14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4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8436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15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5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18437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16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6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843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17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7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843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18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8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8440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Rectangle 19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8456" name="Line 20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8457" name="Line 21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8458" name="Line 22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8441" name="Object 23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9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844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24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0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8442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9" name="Line 26"/>
          <p:cNvSpPr>
            <a:spLocks noChangeShapeType="1"/>
          </p:cNvSpPr>
          <p:nvPr/>
        </p:nvSpPr>
        <p:spPr bwMode="auto">
          <a:xfrm>
            <a:off x="2133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8460" name="Line 27"/>
          <p:cNvSpPr>
            <a:spLocks noChangeShapeType="1"/>
          </p:cNvSpPr>
          <p:nvPr/>
        </p:nvSpPr>
        <p:spPr bwMode="auto">
          <a:xfrm>
            <a:off x="26670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8443" name="Object 28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1" name="Equation" r:id="rId18" imgW="279360" imgH="380880" progId="Equation.3">
                  <p:embed/>
                </p:oleObj>
              </mc:Choice>
              <mc:Fallback>
                <p:oleObj name="Equation" r:id="rId18" imgW="279360" imgH="380880" progId="Equation.3">
                  <p:embed/>
                  <p:pic>
                    <p:nvPicPr>
                      <p:cNvPr id="18443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5269CCE9-A943-4257-A13A-CA68932A2512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9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9470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9471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9472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73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9474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75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76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77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9458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6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19458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7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19459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8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19460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9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19461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0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19462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1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19463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2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19464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19479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80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81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9465" name="Object 22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3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19465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23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4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19466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Line 24"/>
          <p:cNvSpPr>
            <a:spLocks noChangeShapeType="1"/>
          </p:cNvSpPr>
          <p:nvPr/>
        </p:nvSpPr>
        <p:spPr bwMode="auto">
          <a:xfrm>
            <a:off x="2438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19483" name="Line 25"/>
          <p:cNvSpPr>
            <a:spLocks noChangeShapeType="1"/>
          </p:cNvSpPr>
          <p:nvPr/>
        </p:nvSpPr>
        <p:spPr bwMode="auto">
          <a:xfrm>
            <a:off x="5867400" y="5562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19467" name="Object 2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85" name="Equation" r:id="rId18" imgW="279360" imgH="380880" progId="Equation.3">
                  <p:embed/>
                </p:oleObj>
              </mc:Choice>
              <mc:Fallback>
                <p:oleObj name="Equation" r:id="rId18" imgW="279360" imgH="380880" progId="Equation.3">
                  <p:embed/>
                  <p:pic>
                    <p:nvPicPr>
                      <p:cNvPr id="19467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492A7626-952F-4FAA-ABAB-96169C8A867D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3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0494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0495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0496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0497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0498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0499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0500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0501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0482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0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20482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1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20483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2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20484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3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20485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4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20486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7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5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20487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6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20488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2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0503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0504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0505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0489" name="Object 22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7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20489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23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8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0490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6" name="Line 24"/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0507" name="Line 25"/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0491" name="Object 2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9" name="Equation" r:id="rId18" imgW="279360" imgH="380880" progId="Equation.3">
                  <p:embed/>
                </p:oleObj>
              </mc:Choice>
              <mc:Fallback>
                <p:oleObj name="Equation" r:id="rId18" imgW="279360" imgH="380880" progId="Equation.3">
                  <p:embed/>
                  <p:pic>
                    <p:nvPicPr>
                      <p:cNvPr id="20491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8D58594-C83D-4A42-88A6-BE2B0824A54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32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7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1518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1519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1520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1521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1522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1523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1524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1525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1506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4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21506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5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21507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6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21508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7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21509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8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21510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9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21511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0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21512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6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1527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1528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1529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1513" name="Object 22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1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21513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23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2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1514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0" name="Line 24"/>
          <p:cNvSpPr>
            <a:spLocks noChangeShapeType="1"/>
          </p:cNvSpPr>
          <p:nvPr/>
        </p:nvSpPr>
        <p:spPr bwMode="auto">
          <a:xfrm>
            <a:off x="3505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1531" name="Line 25"/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1515" name="Object 2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33" name="Equation" r:id="rId18" imgW="279360" imgH="380880" progId="Equation.3">
                  <p:embed/>
                </p:oleObj>
              </mc:Choice>
              <mc:Fallback>
                <p:oleObj name="Equation" r:id="rId18" imgW="279360" imgH="380880" progId="Equation.3">
                  <p:embed/>
                  <p:pic>
                    <p:nvPicPr>
                      <p:cNvPr id="21515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DA7506E-08CA-401A-8086-A91D28BCBB53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33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1" name="Oval 2"/>
          <p:cNvSpPr>
            <a:spLocks noChangeArrowheads="1"/>
          </p:cNvSpPr>
          <p:nvPr/>
        </p:nvSpPr>
        <p:spPr bwMode="auto">
          <a:xfrm>
            <a:off x="27432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2542" name="Oval 3"/>
          <p:cNvSpPr>
            <a:spLocks noChangeArrowheads="1"/>
          </p:cNvSpPr>
          <p:nvPr/>
        </p:nvSpPr>
        <p:spPr bwMode="auto">
          <a:xfrm>
            <a:off x="5943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2543" name="Oval 4"/>
          <p:cNvSpPr>
            <a:spLocks noChangeArrowheads="1"/>
          </p:cNvSpPr>
          <p:nvPr/>
        </p:nvSpPr>
        <p:spPr bwMode="auto">
          <a:xfrm>
            <a:off x="8915400" y="4419600"/>
            <a:ext cx="685800" cy="6858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2544" name="Line 5"/>
          <p:cNvSpPr>
            <a:spLocks noChangeShapeType="1"/>
          </p:cNvSpPr>
          <p:nvPr/>
        </p:nvSpPr>
        <p:spPr bwMode="auto">
          <a:xfrm>
            <a:off x="2133600" y="4800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2545" name="Oval 6"/>
          <p:cNvSpPr>
            <a:spLocks noChangeArrowheads="1"/>
          </p:cNvSpPr>
          <p:nvPr/>
        </p:nvSpPr>
        <p:spPr bwMode="auto">
          <a:xfrm>
            <a:off x="5715000" y="4191000"/>
            <a:ext cx="1143000" cy="1143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2546" name="Line 7"/>
          <p:cNvSpPr>
            <a:spLocks noChangeShapeType="1"/>
          </p:cNvSpPr>
          <p:nvPr/>
        </p:nvSpPr>
        <p:spPr bwMode="auto">
          <a:xfrm>
            <a:off x="3429000" y="48006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2547" name="Line 8"/>
          <p:cNvSpPr>
            <a:spLocks noChangeShapeType="1"/>
          </p:cNvSpPr>
          <p:nvPr/>
        </p:nvSpPr>
        <p:spPr bwMode="auto">
          <a:xfrm>
            <a:off x="6858000" y="48006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2548" name="Freeform 9"/>
          <p:cNvSpPr>
            <a:spLocks/>
          </p:cNvSpPr>
          <p:nvPr/>
        </p:nvSpPr>
        <p:spPr bwMode="auto">
          <a:xfrm>
            <a:off x="2641600" y="34163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2549" name="Freeform 10"/>
          <p:cNvSpPr>
            <a:spLocks/>
          </p:cNvSpPr>
          <p:nvPr/>
        </p:nvSpPr>
        <p:spPr bwMode="auto">
          <a:xfrm>
            <a:off x="8763000" y="3429000"/>
            <a:ext cx="812800" cy="1079500"/>
          </a:xfrm>
          <a:custGeom>
            <a:avLst/>
            <a:gdLst>
              <a:gd name="T0" fmla="*/ 403224907 w 512"/>
              <a:gd name="T1" fmla="*/ 1713706428 h 680"/>
              <a:gd name="T2" fmla="*/ 40322493 w 512"/>
              <a:gd name="T3" fmla="*/ 504031267 h 680"/>
              <a:gd name="T4" fmla="*/ 645159891 w 512"/>
              <a:gd name="T5" fmla="*/ 20161249 h 680"/>
              <a:gd name="T6" fmla="*/ 1249997301 w 512"/>
              <a:gd name="T7" fmla="*/ 383063712 h 680"/>
              <a:gd name="T8" fmla="*/ 887094974 w 512"/>
              <a:gd name="T9" fmla="*/ 1592738575 h 6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12"/>
              <a:gd name="T16" fmla="*/ 0 h 680"/>
              <a:gd name="T17" fmla="*/ 512 w 512"/>
              <a:gd name="T18" fmla="*/ 680 h 68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12" h="680">
                <a:moveTo>
                  <a:pt x="160" y="680"/>
                </a:moveTo>
                <a:cubicBezTo>
                  <a:pt x="80" y="496"/>
                  <a:pt x="0" y="312"/>
                  <a:pt x="16" y="200"/>
                </a:cubicBezTo>
                <a:cubicBezTo>
                  <a:pt x="32" y="88"/>
                  <a:pt x="176" y="16"/>
                  <a:pt x="256" y="8"/>
                </a:cubicBezTo>
                <a:cubicBezTo>
                  <a:pt x="336" y="0"/>
                  <a:pt x="480" y="48"/>
                  <a:pt x="496" y="152"/>
                </a:cubicBezTo>
                <a:cubicBezTo>
                  <a:pt x="512" y="256"/>
                  <a:pt x="432" y="444"/>
                  <a:pt x="352" y="63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2530" name="Object 11"/>
          <p:cNvGraphicFramePr>
            <a:graphicFrameLocks noChangeAspect="1"/>
          </p:cNvGraphicFramePr>
          <p:nvPr/>
        </p:nvGraphicFramePr>
        <p:xfrm>
          <a:off x="2895601" y="3048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8" name="Equation" r:id="rId3" imgW="266400" imgH="279360" progId="Equation.3">
                  <p:embed/>
                </p:oleObj>
              </mc:Choice>
              <mc:Fallback>
                <p:oleObj name="Equation" r:id="rId3" imgW="266400" imgH="279360" progId="Equation.3">
                  <p:embed/>
                  <p:pic>
                    <p:nvPicPr>
                      <p:cNvPr id="22530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3048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12"/>
          <p:cNvGraphicFramePr>
            <a:graphicFrameLocks noChangeAspect="1"/>
          </p:cNvGraphicFramePr>
          <p:nvPr/>
        </p:nvGraphicFramePr>
        <p:xfrm>
          <a:off x="42672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9" name="Equation" r:id="rId5" imgW="279360" imgH="380880" progId="Equation.3">
                  <p:embed/>
                </p:oleObj>
              </mc:Choice>
              <mc:Fallback>
                <p:oleObj name="Equation" r:id="rId5" imgW="279360" imgH="380880" progId="Equation.3">
                  <p:embed/>
                  <p:pic>
                    <p:nvPicPr>
                      <p:cNvPr id="22531" name="Object 1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13"/>
          <p:cNvGraphicFramePr>
            <a:graphicFrameLocks noChangeAspect="1"/>
          </p:cNvGraphicFramePr>
          <p:nvPr/>
        </p:nvGraphicFramePr>
        <p:xfrm>
          <a:off x="7391401" y="42672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0" name="Equation" r:id="rId7" imgW="672840" imgH="444240" progId="Equation.3">
                  <p:embed/>
                </p:oleObj>
              </mc:Choice>
              <mc:Fallback>
                <p:oleObj name="Equation" r:id="rId7" imgW="672840" imgH="444240" progId="Equation.3">
                  <p:embed/>
                  <p:pic>
                    <p:nvPicPr>
                      <p:cNvPr id="22532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42672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3" name="Object 14"/>
          <p:cNvGraphicFramePr>
            <a:graphicFrameLocks noChangeAspect="1"/>
          </p:cNvGraphicFramePr>
          <p:nvPr/>
        </p:nvGraphicFramePr>
        <p:xfrm>
          <a:off x="8839201" y="28956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1" name="Equation" r:id="rId9" imgW="672840" imgH="444240" progId="Equation.3">
                  <p:embed/>
                </p:oleObj>
              </mc:Choice>
              <mc:Fallback>
                <p:oleObj name="Equation" r:id="rId9" imgW="672840" imgH="444240" progId="Equation.3">
                  <p:embed/>
                  <p:pic>
                    <p:nvPicPr>
                      <p:cNvPr id="22533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9201" y="28956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15"/>
          <p:cNvGraphicFramePr>
            <a:graphicFrameLocks noChangeAspect="1"/>
          </p:cNvGraphicFramePr>
          <p:nvPr/>
        </p:nvGraphicFramePr>
        <p:xfrm>
          <a:off x="2895600" y="4495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2" name="Equation" r:id="rId10" imgW="419040" imgH="469800" progId="Equation.3">
                  <p:embed/>
                </p:oleObj>
              </mc:Choice>
              <mc:Fallback>
                <p:oleObj name="Equation" r:id="rId10" imgW="419040" imgH="469800" progId="Equation.3">
                  <p:embed/>
                  <p:pic>
                    <p:nvPicPr>
                      <p:cNvPr id="22534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495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16"/>
          <p:cNvGraphicFramePr>
            <a:graphicFrameLocks noChangeAspect="1"/>
          </p:cNvGraphicFramePr>
          <p:nvPr/>
        </p:nvGraphicFramePr>
        <p:xfrm>
          <a:off x="6134101" y="4495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3" name="Equation" r:id="rId12" imgW="342720" imgH="469800" progId="Equation.3">
                  <p:embed/>
                </p:oleObj>
              </mc:Choice>
              <mc:Fallback>
                <p:oleObj name="Equation" r:id="rId12" imgW="342720" imgH="469800" progId="Equation.3">
                  <p:embed/>
                  <p:pic>
                    <p:nvPicPr>
                      <p:cNvPr id="22535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4101" y="4495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17"/>
          <p:cNvGraphicFramePr>
            <a:graphicFrameLocks noChangeAspect="1"/>
          </p:cNvGraphicFramePr>
          <p:nvPr/>
        </p:nvGraphicFramePr>
        <p:xfrm>
          <a:off x="9004301" y="4495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4" name="Equation" r:id="rId14" imgW="393480" imgH="469800" progId="Equation.3">
                  <p:embed/>
                </p:oleObj>
              </mc:Choice>
              <mc:Fallback>
                <p:oleObj name="Equation" r:id="rId14" imgW="393480" imgH="469800" progId="Equation.3">
                  <p:embed/>
                  <p:pic>
                    <p:nvPicPr>
                      <p:cNvPr id="22536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4495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0" name="Rectangle 18"/>
          <p:cNvSpPr>
            <a:spLocks noChangeArrowheads="1"/>
          </p:cNvSpPr>
          <p:nvPr/>
        </p:nvSpPr>
        <p:spPr bwMode="auto">
          <a:xfrm>
            <a:off x="2209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2551" name="Line 19"/>
          <p:cNvSpPr>
            <a:spLocks noChangeShapeType="1"/>
          </p:cNvSpPr>
          <p:nvPr/>
        </p:nvSpPr>
        <p:spPr bwMode="auto">
          <a:xfrm>
            <a:off x="2743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2552" name="Line 20"/>
          <p:cNvSpPr>
            <a:spLocks noChangeShapeType="1"/>
          </p:cNvSpPr>
          <p:nvPr/>
        </p:nvSpPr>
        <p:spPr bwMode="auto">
          <a:xfrm>
            <a:off x="3276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2553" name="Line 21"/>
          <p:cNvSpPr>
            <a:spLocks noChangeShapeType="1"/>
          </p:cNvSpPr>
          <p:nvPr/>
        </p:nvSpPr>
        <p:spPr bwMode="auto">
          <a:xfrm>
            <a:off x="3810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2537" name="Object 22"/>
          <p:cNvGraphicFramePr>
            <a:graphicFrameLocks noChangeAspect="1"/>
          </p:cNvGraphicFramePr>
          <p:nvPr/>
        </p:nvGraphicFramePr>
        <p:xfrm>
          <a:off x="2895601" y="152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5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22537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1" y="152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23"/>
          <p:cNvGraphicFramePr>
            <a:graphicFrameLocks noChangeAspect="1"/>
          </p:cNvGraphicFramePr>
          <p:nvPr/>
        </p:nvGraphicFramePr>
        <p:xfrm>
          <a:off x="2286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6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2538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4" name="Line 24"/>
          <p:cNvSpPr>
            <a:spLocks noChangeShapeType="1"/>
          </p:cNvSpPr>
          <p:nvPr/>
        </p:nvSpPr>
        <p:spPr bwMode="auto">
          <a:xfrm>
            <a:off x="3962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2555" name="Line 25"/>
          <p:cNvSpPr>
            <a:spLocks noChangeShapeType="1"/>
          </p:cNvSpPr>
          <p:nvPr/>
        </p:nvSpPr>
        <p:spPr bwMode="auto">
          <a:xfrm>
            <a:off x="8839200" y="5334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2539" name="Object 26"/>
          <p:cNvGraphicFramePr>
            <a:graphicFrameLocks noChangeAspect="1"/>
          </p:cNvGraphicFramePr>
          <p:nvPr/>
        </p:nvGraphicFramePr>
        <p:xfrm>
          <a:off x="3429000" y="144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7" name="Equation" r:id="rId18" imgW="279360" imgH="380880" progId="Equation.3">
                  <p:embed/>
                </p:oleObj>
              </mc:Choice>
              <mc:Fallback>
                <p:oleObj name="Equation" r:id="rId18" imgW="279360" imgH="380880" progId="Equation.3">
                  <p:embed/>
                  <p:pic>
                    <p:nvPicPr>
                      <p:cNvPr id="22539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44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Text Box 27"/>
          <p:cNvSpPr txBox="1">
            <a:spLocks noChangeArrowheads="1"/>
          </p:cNvSpPr>
          <p:nvPr/>
        </p:nvSpPr>
        <p:spPr bwMode="auto">
          <a:xfrm>
            <a:off x="7162800" y="5486400"/>
            <a:ext cx="330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Output: “reject”</a:t>
            </a:r>
          </a:p>
        </p:txBody>
      </p:sp>
      <p:sp>
        <p:nvSpPr>
          <p:cNvPr id="22557" name="Text Box 28"/>
          <p:cNvSpPr txBox="1">
            <a:spLocks noChangeArrowheads="1"/>
          </p:cNvSpPr>
          <p:nvPr/>
        </p:nvSpPr>
        <p:spPr bwMode="auto">
          <a:xfrm>
            <a:off x="2667000" y="2286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ar-SA"/>
              <a:t>Input finished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ar-SA" b="1" dirty="0">
                <a:solidFill>
                  <a:srgbClr val="0070C0"/>
                </a:solidFill>
              </a:rPr>
              <a:t>Components of DFA: </a:t>
            </a:r>
          </a:p>
        </p:txBody>
      </p:sp>
      <p:sp>
        <p:nvSpPr>
          <p:cNvPr id="23574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ar-SA" sz="2800"/>
              <a:t> </a:t>
            </a:r>
          </a:p>
        </p:txBody>
      </p:sp>
      <p:graphicFrame>
        <p:nvGraphicFramePr>
          <p:cNvPr id="23570" name="Object 43"/>
          <p:cNvGraphicFramePr>
            <a:graphicFrameLocks noGrp="1" noChangeAspect="1"/>
          </p:cNvGraphicFramePr>
          <p:nvPr>
            <p:ph sz="half" idx="2"/>
          </p:nvPr>
        </p:nvGraphicFramePr>
        <p:xfrm>
          <a:off x="2166938" y="1752601"/>
          <a:ext cx="5300662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6" name="Equation" r:id="rId3" imgW="2019240" imgH="241200" progId="Equation.3">
                  <p:embed/>
                </p:oleObj>
              </mc:Choice>
              <mc:Fallback>
                <p:oleObj name="Equation" r:id="rId3" imgW="2019240" imgH="241200" progId="Equation.3">
                  <p:embed/>
                  <p:pic>
                    <p:nvPicPr>
                      <p:cNvPr id="2357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1752601"/>
                        <a:ext cx="5300662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09336EF-36CD-4207-8556-8C6D4D4E4BE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34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5" name="Oval 5"/>
          <p:cNvSpPr>
            <a:spLocks noChangeArrowheads="1"/>
          </p:cNvSpPr>
          <p:nvPr/>
        </p:nvSpPr>
        <p:spPr bwMode="auto">
          <a:xfrm>
            <a:off x="29718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3576" name="Oval 6"/>
          <p:cNvSpPr>
            <a:spLocks noChangeArrowheads="1"/>
          </p:cNvSpPr>
          <p:nvPr/>
        </p:nvSpPr>
        <p:spPr bwMode="auto">
          <a:xfrm>
            <a:off x="5562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3577" name="Oval 7"/>
          <p:cNvSpPr>
            <a:spLocks noChangeArrowheads="1"/>
          </p:cNvSpPr>
          <p:nvPr/>
        </p:nvSpPr>
        <p:spPr bwMode="auto">
          <a:xfrm>
            <a:off x="68580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3578" name="Oval 8"/>
          <p:cNvSpPr>
            <a:spLocks noChangeArrowheads="1"/>
          </p:cNvSpPr>
          <p:nvPr/>
        </p:nvSpPr>
        <p:spPr bwMode="auto">
          <a:xfrm>
            <a:off x="82296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3579" name="Oval 9"/>
          <p:cNvSpPr>
            <a:spLocks noChangeArrowheads="1"/>
          </p:cNvSpPr>
          <p:nvPr/>
        </p:nvSpPr>
        <p:spPr bwMode="auto">
          <a:xfrm>
            <a:off x="8077200" y="5232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3580" name="Line 10"/>
          <p:cNvSpPr>
            <a:spLocks noChangeShapeType="1"/>
          </p:cNvSpPr>
          <p:nvPr/>
        </p:nvSpPr>
        <p:spPr bwMode="auto">
          <a:xfrm>
            <a:off x="2362200" y="5689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3581" name="Line 11"/>
          <p:cNvSpPr>
            <a:spLocks noChangeShapeType="1"/>
          </p:cNvSpPr>
          <p:nvPr/>
        </p:nvSpPr>
        <p:spPr bwMode="auto">
          <a:xfrm>
            <a:off x="48006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3582" name="Line 12"/>
          <p:cNvSpPr>
            <a:spLocks noChangeShapeType="1"/>
          </p:cNvSpPr>
          <p:nvPr/>
        </p:nvSpPr>
        <p:spPr bwMode="auto">
          <a:xfrm>
            <a:off x="60960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3583" name="Line 13"/>
          <p:cNvSpPr>
            <a:spLocks noChangeShapeType="1"/>
          </p:cNvSpPr>
          <p:nvPr/>
        </p:nvSpPr>
        <p:spPr bwMode="auto">
          <a:xfrm>
            <a:off x="7391400" y="5689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3554" name="Object 14"/>
          <p:cNvGraphicFramePr>
            <a:graphicFrameLocks noChangeAspect="1"/>
          </p:cNvGraphicFramePr>
          <p:nvPr/>
        </p:nvGraphicFramePr>
        <p:xfrm>
          <a:off x="3048000" y="5384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7" name="Equation" r:id="rId5" imgW="419040" imgH="469800" progId="Equation.3">
                  <p:embed/>
                </p:oleObj>
              </mc:Choice>
              <mc:Fallback>
                <p:oleObj name="Equation" r:id="rId5" imgW="419040" imgH="469800" progId="Equation.3">
                  <p:embed/>
                  <p:pic>
                    <p:nvPicPr>
                      <p:cNvPr id="23554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384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4" name="Oval 15"/>
          <p:cNvSpPr>
            <a:spLocks noChangeArrowheads="1"/>
          </p:cNvSpPr>
          <p:nvPr/>
        </p:nvSpPr>
        <p:spPr bwMode="auto">
          <a:xfrm>
            <a:off x="4267200" y="5384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3555" name="Object 16"/>
          <p:cNvGraphicFramePr>
            <a:graphicFrameLocks noChangeAspect="1"/>
          </p:cNvGraphicFramePr>
          <p:nvPr/>
        </p:nvGraphicFramePr>
        <p:xfrm>
          <a:off x="4381501" y="5384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8" name="Equation" r:id="rId7" imgW="342720" imgH="469800" progId="Equation.3">
                  <p:embed/>
                </p:oleObj>
              </mc:Choice>
              <mc:Fallback>
                <p:oleObj name="Equation" r:id="rId7" imgW="342720" imgH="469800" progId="Equation.3">
                  <p:embed/>
                  <p:pic>
                    <p:nvPicPr>
                      <p:cNvPr id="23555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5384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17"/>
          <p:cNvGraphicFramePr>
            <a:graphicFrameLocks noChangeAspect="1"/>
          </p:cNvGraphicFramePr>
          <p:nvPr/>
        </p:nvGraphicFramePr>
        <p:xfrm>
          <a:off x="5651501" y="5384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9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23556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5384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18"/>
          <p:cNvGraphicFramePr>
            <a:graphicFrameLocks noChangeAspect="1"/>
          </p:cNvGraphicFramePr>
          <p:nvPr/>
        </p:nvGraphicFramePr>
        <p:xfrm>
          <a:off x="6946901" y="5384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0" name="Equation" r:id="rId11" imgW="393480" imgH="469800" progId="Equation.3">
                  <p:embed/>
                </p:oleObj>
              </mc:Choice>
              <mc:Fallback>
                <p:oleObj name="Equation" r:id="rId11" imgW="393480" imgH="469800" progId="Equation.3">
                  <p:embed/>
                  <p:pic>
                    <p:nvPicPr>
                      <p:cNvPr id="23557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5384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9"/>
          <p:cNvGraphicFramePr>
            <a:graphicFrameLocks noChangeAspect="1"/>
          </p:cNvGraphicFramePr>
          <p:nvPr/>
        </p:nvGraphicFramePr>
        <p:xfrm>
          <a:off x="8305800" y="5384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1" name="Equation" r:id="rId13" imgW="419040" imgH="469800" progId="Equation.3">
                  <p:embed/>
                </p:oleObj>
              </mc:Choice>
              <mc:Fallback>
                <p:oleObj name="Equation" r:id="rId13" imgW="419040" imgH="469800" progId="Equation.3">
                  <p:embed/>
                  <p:pic>
                    <p:nvPicPr>
                      <p:cNvPr id="23558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5384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5" name="Line 20"/>
          <p:cNvSpPr>
            <a:spLocks noChangeShapeType="1"/>
          </p:cNvSpPr>
          <p:nvPr/>
        </p:nvSpPr>
        <p:spPr bwMode="auto">
          <a:xfrm>
            <a:off x="3505200" y="5689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3559" name="Object 21"/>
          <p:cNvGraphicFramePr>
            <a:graphicFrameLocks noChangeAspect="1"/>
          </p:cNvGraphicFramePr>
          <p:nvPr/>
        </p:nvGraphicFramePr>
        <p:xfrm>
          <a:off x="3733801" y="5384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2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23559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5384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22"/>
          <p:cNvGraphicFramePr>
            <a:graphicFrameLocks noChangeAspect="1"/>
          </p:cNvGraphicFramePr>
          <p:nvPr/>
        </p:nvGraphicFramePr>
        <p:xfrm>
          <a:off x="5029200" y="5308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3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356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308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23"/>
          <p:cNvGraphicFramePr>
            <a:graphicFrameLocks noChangeAspect="1"/>
          </p:cNvGraphicFramePr>
          <p:nvPr/>
        </p:nvGraphicFramePr>
        <p:xfrm>
          <a:off x="6324600" y="5308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4"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2356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308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24"/>
          <p:cNvGraphicFramePr>
            <a:graphicFrameLocks noChangeAspect="1"/>
          </p:cNvGraphicFramePr>
          <p:nvPr/>
        </p:nvGraphicFramePr>
        <p:xfrm>
          <a:off x="7620001" y="5384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5"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23562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5384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6" name="Oval 26"/>
          <p:cNvSpPr>
            <a:spLocks noChangeArrowheads="1"/>
          </p:cNvSpPr>
          <p:nvPr/>
        </p:nvSpPr>
        <p:spPr bwMode="auto">
          <a:xfrm>
            <a:off x="7632700" y="4102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3563" name="Object 27"/>
          <p:cNvGraphicFramePr>
            <a:graphicFrameLocks noChangeAspect="1"/>
          </p:cNvGraphicFramePr>
          <p:nvPr/>
        </p:nvGraphicFramePr>
        <p:xfrm>
          <a:off x="7708901" y="4102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6" name="Equation" r:id="rId21" imgW="406080" imgH="469800" progId="Equation.3">
                  <p:embed/>
                </p:oleObj>
              </mc:Choice>
              <mc:Fallback>
                <p:oleObj name="Equation" r:id="rId21" imgW="406080" imgH="469800" progId="Equation.3">
                  <p:embed/>
                  <p:pic>
                    <p:nvPicPr>
                      <p:cNvPr id="23563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4102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28"/>
          <p:cNvGraphicFramePr>
            <a:graphicFrameLocks noChangeAspect="1"/>
          </p:cNvGraphicFramePr>
          <p:nvPr/>
        </p:nvGraphicFramePr>
        <p:xfrm>
          <a:off x="4572001" y="4927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7"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23564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927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29"/>
          <p:cNvGraphicFramePr>
            <a:graphicFrameLocks noChangeAspect="1"/>
          </p:cNvGraphicFramePr>
          <p:nvPr/>
        </p:nvGraphicFramePr>
        <p:xfrm>
          <a:off x="5791201" y="500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8"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23565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500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30"/>
          <p:cNvGraphicFramePr>
            <a:graphicFrameLocks noChangeAspect="1"/>
          </p:cNvGraphicFramePr>
          <p:nvPr/>
        </p:nvGraphicFramePr>
        <p:xfrm>
          <a:off x="7086600" y="4927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9"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23566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927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7" name="Object 31"/>
          <p:cNvGraphicFramePr>
            <a:graphicFrameLocks noChangeAspect="1"/>
          </p:cNvGraphicFramePr>
          <p:nvPr/>
        </p:nvGraphicFramePr>
        <p:xfrm>
          <a:off x="3200400" y="4851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0" name="Equation" r:id="rId26" imgW="279360" imgH="380880" progId="Equation.3">
                  <p:embed/>
                </p:oleObj>
              </mc:Choice>
              <mc:Fallback>
                <p:oleObj name="Equation" r:id="rId26" imgW="279360" imgH="380880" progId="Equation.3">
                  <p:embed/>
                  <p:pic>
                    <p:nvPicPr>
                      <p:cNvPr id="23567" name="Object 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851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7" name="Freeform 32"/>
          <p:cNvSpPr>
            <a:spLocks/>
          </p:cNvSpPr>
          <p:nvPr/>
        </p:nvSpPr>
        <p:spPr bwMode="auto">
          <a:xfrm>
            <a:off x="7467600" y="3327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3568" name="Object 33"/>
          <p:cNvGraphicFramePr>
            <a:graphicFrameLocks noChangeAspect="1"/>
          </p:cNvGraphicFramePr>
          <p:nvPr/>
        </p:nvGraphicFramePr>
        <p:xfrm>
          <a:off x="7480301" y="2882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1" name="Equation" r:id="rId27" imgW="672840" imgH="444240" progId="Equation.3">
                  <p:embed/>
                </p:oleObj>
              </mc:Choice>
              <mc:Fallback>
                <p:oleObj name="Equation" r:id="rId27" imgW="672840" imgH="444240" progId="Equation.3">
                  <p:embed/>
                  <p:pic>
                    <p:nvPicPr>
                      <p:cNvPr id="23568" name="Object 3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882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8" name="Line 34"/>
          <p:cNvSpPr>
            <a:spLocks noChangeShapeType="1"/>
          </p:cNvSpPr>
          <p:nvPr/>
        </p:nvSpPr>
        <p:spPr bwMode="auto">
          <a:xfrm flipV="1">
            <a:off x="7239000" y="4622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3589" name="Freeform 35"/>
          <p:cNvSpPr>
            <a:spLocks/>
          </p:cNvSpPr>
          <p:nvPr/>
        </p:nvSpPr>
        <p:spPr bwMode="auto">
          <a:xfrm>
            <a:off x="5943600" y="4470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3590" name="Freeform 36"/>
          <p:cNvSpPr>
            <a:spLocks/>
          </p:cNvSpPr>
          <p:nvPr/>
        </p:nvSpPr>
        <p:spPr bwMode="auto">
          <a:xfrm>
            <a:off x="4648200" y="4279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3591" name="Freeform 37"/>
          <p:cNvSpPr>
            <a:spLocks/>
          </p:cNvSpPr>
          <p:nvPr/>
        </p:nvSpPr>
        <p:spPr bwMode="auto">
          <a:xfrm>
            <a:off x="3352800" y="3657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3569" name="Object 39"/>
          <p:cNvGraphicFramePr>
            <a:graphicFrameLocks noChangeAspect="1"/>
          </p:cNvGraphicFramePr>
          <p:nvPr/>
        </p:nvGraphicFramePr>
        <p:xfrm>
          <a:off x="2209800" y="1066801"/>
          <a:ext cx="24257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2" name="Equation" r:id="rId29" imgW="901440" imgH="228600" progId="Equation.3">
                  <p:embed/>
                </p:oleObj>
              </mc:Choice>
              <mc:Fallback>
                <p:oleObj name="Equation" r:id="rId29" imgW="901440" imgH="228600" progId="Equation.3">
                  <p:embed/>
                  <p:pic>
                    <p:nvPicPr>
                      <p:cNvPr id="23569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066801"/>
                        <a:ext cx="2425700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92" name="Group 40"/>
          <p:cNvGrpSpPr>
            <a:grpSpLocks/>
          </p:cNvGrpSpPr>
          <p:nvPr/>
        </p:nvGrpSpPr>
        <p:grpSpPr bwMode="auto">
          <a:xfrm>
            <a:off x="8077201" y="4648200"/>
            <a:ext cx="900113" cy="609600"/>
            <a:chOff x="4224" y="1824"/>
            <a:chExt cx="567" cy="384"/>
          </a:xfrm>
        </p:grpSpPr>
        <p:graphicFrame>
          <p:nvGraphicFramePr>
            <p:cNvPr id="23571" name="Object 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43" name="Equation" r:id="rId31" imgW="672840" imgH="444240" progId="Equation.3">
                    <p:embed/>
                  </p:oleObj>
                </mc:Choice>
                <mc:Fallback>
                  <p:oleObj name="Equation" r:id="rId31" imgW="672840" imgH="444240" progId="Equation.3">
                    <p:embed/>
                    <p:pic>
                      <p:nvPicPr>
                        <p:cNvPr id="23571" name="Object 4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3" name="Line 42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ar-SA">
                <a:latin typeface="Times New Roman" panose="02020603050405020304" pitchFamily="18" charset="0"/>
                <a:cs typeface="Times New Roman" panose="02020603050405020304" pitchFamily="18" charset="0"/>
              </a:rPr>
              <a:t>3.  Initial State </a:t>
            </a:r>
          </a:p>
        </p:txBody>
      </p:sp>
      <p:sp>
        <p:nvSpPr>
          <p:cNvPr id="245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2459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C900069-A34A-460D-BED7-03F70FCCD7EB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35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4578" name="Object 4"/>
          <p:cNvGraphicFramePr>
            <a:graphicFrameLocks noChangeAspect="1"/>
          </p:cNvGraphicFramePr>
          <p:nvPr>
            <p:extLst/>
          </p:nvPr>
        </p:nvGraphicFramePr>
        <p:xfrm>
          <a:off x="4800600" y="152399"/>
          <a:ext cx="482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5" name="Equation" r:id="rId3" imgW="482400" imgH="583920" progId="Equation.3">
                  <p:embed/>
                </p:oleObj>
              </mc:Choice>
              <mc:Fallback>
                <p:oleObj name="Equation" r:id="rId3" imgW="482400" imgH="583920" progId="Equation.3">
                  <p:embed/>
                  <p:pic>
                    <p:nvPicPr>
                      <p:cNvPr id="2457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52399"/>
                        <a:ext cx="482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8" name="Oval 5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4599" name="Oval 6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4600" name="Oval 7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4601" name="Oval 8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4602" name="Oval 9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4603" name="Line 10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04" name="Line 11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05" name="Line 12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06" name="Line 13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07" name="Oval 15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4579" name="Object 16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6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24579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17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7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24580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18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8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24581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19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9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24582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8" name="Line 20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4583" name="Object 21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0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24583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22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1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24584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23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2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4585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24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3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24586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Oval 26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4587" name="Object 27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4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24587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28"/>
          <p:cNvGraphicFramePr>
            <a:graphicFrameLocks noChangeAspect="1"/>
          </p:cNvGraphicFramePr>
          <p:nvPr/>
        </p:nvGraphicFramePr>
        <p:xfrm>
          <a:off x="4635501" y="4483100"/>
          <a:ext cx="138113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5" name="Equation" r:id="rId21" imgW="139680" imgH="152280" progId="Equation.3">
                  <p:embed/>
                </p:oleObj>
              </mc:Choice>
              <mc:Fallback>
                <p:oleObj name="Equation" r:id="rId21" imgW="139680" imgH="152280" progId="Equation.3">
                  <p:embed/>
                  <p:pic>
                    <p:nvPicPr>
                      <p:cNvPr id="24588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501" y="4483100"/>
                        <a:ext cx="138113" cy="15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29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6"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24589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30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7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24590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31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8"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24591" name="Object 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0" name="Freeform 32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4592" name="Object 33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9" name="Equation" r:id="rId26" imgW="672840" imgH="444240" progId="Equation.3">
                  <p:embed/>
                </p:oleObj>
              </mc:Choice>
              <mc:Fallback>
                <p:oleObj name="Equation" r:id="rId26" imgW="672840" imgH="444240" progId="Equation.3">
                  <p:embed/>
                  <p:pic>
                    <p:nvPicPr>
                      <p:cNvPr id="24592" name="Object 3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1" name="Line 34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12" name="Freeform 35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13" name="Freeform 36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14" name="Freeform 37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4615" name="Line 38"/>
          <p:cNvSpPr>
            <a:spLocks noChangeShapeType="1"/>
          </p:cNvSpPr>
          <p:nvPr/>
        </p:nvSpPr>
        <p:spPr bwMode="auto">
          <a:xfrm>
            <a:off x="2895600" y="56388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24616" name="Group 39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24594" name="Object 40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530" name="Equation" r:id="rId28" imgW="672840" imgH="444240" progId="Equation.3">
                    <p:embed/>
                  </p:oleObj>
                </mc:Choice>
                <mc:Fallback>
                  <p:oleObj name="Equation" r:id="rId28" imgW="672840" imgH="444240" progId="Equation.3">
                    <p:embed/>
                    <p:pic>
                      <p:nvPicPr>
                        <p:cNvPr id="24594" name="Object 4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7" name="Line 41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aphicFrame>
        <p:nvGraphicFramePr>
          <p:cNvPr id="24593" name="Object 42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1" name="Equation" r:id="rId29" imgW="419040" imgH="469800" progId="Equation.3">
                  <p:embed/>
                </p:oleObj>
              </mc:Choice>
              <mc:Fallback>
                <p:oleObj name="Equation" r:id="rId29" imgW="419040" imgH="469800" progId="Equation.3">
                  <p:embed/>
                  <p:pic>
                    <p:nvPicPr>
                      <p:cNvPr id="24593" name="Object 4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ar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Set of Final States:</a:t>
            </a:r>
          </a:p>
        </p:txBody>
      </p:sp>
      <p:sp>
        <p:nvSpPr>
          <p:cNvPr id="25622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256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6D5322FB-5780-432F-9A8F-A1D907E6B550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36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5602" name="Object 1024"/>
          <p:cNvGraphicFramePr>
            <a:graphicFrameLocks noChangeAspect="1"/>
          </p:cNvGraphicFramePr>
          <p:nvPr>
            <p:extLst/>
          </p:nvPr>
        </p:nvGraphicFramePr>
        <p:xfrm>
          <a:off x="5943601" y="314324"/>
          <a:ext cx="4048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4" name="Equation" r:id="rId3" imgW="406080" imgH="393480" progId="Equation.3">
                  <p:embed/>
                </p:oleObj>
              </mc:Choice>
              <mc:Fallback>
                <p:oleObj name="Equation" r:id="rId3" imgW="406080" imgH="393480" progId="Equation.3">
                  <p:embed/>
                  <p:pic>
                    <p:nvPicPr>
                      <p:cNvPr id="2560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1" y="314324"/>
                        <a:ext cx="4048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3" name="Oval 1029"/>
          <p:cNvSpPr>
            <a:spLocks noChangeArrowheads="1"/>
          </p:cNvSpPr>
          <p:nvPr/>
        </p:nvSpPr>
        <p:spPr bwMode="auto">
          <a:xfrm>
            <a:off x="2971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5624" name="Oval 1030"/>
          <p:cNvSpPr>
            <a:spLocks noChangeArrowheads="1"/>
          </p:cNvSpPr>
          <p:nvPr/>
        </p:nvSpPr>
        <p:spPr bwMode="auto">
          <a:xfrm>
            <a:off x="55626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5625" name="Oval 1031"/>
          <p:cNvSpPr>
            <a:spLocks noChangeArrowheads="1"/>
          </p:cNvSpPr>
          <p:nvPr/>
        </p:nvSpPr>
        <p:spPr bwMode="auto">
          <a:xfrm>
            <a:off x="68580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5626" name="Oval 1032"/>
          <p:cNvSpPr>
            <a:spLocks noChangeArrowheads="1"/>
          </p:cNvSpPr>
          <p:nvPr/>
        </p:nvSpPr>
        <p:spPr bwMode="auto">
          <a:xfrm>
            <a:off x="8229600" y="48768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5627" name="Oval 1033"/>
          <p:cNvSpPr>
            <a:spLocks noChangeArrowheads="1"/>
          </p:cNvSpPr>
          <p:nvPr/>
        </p:nvSpPr>
        <p:spPr bwMode="auto">
          <a:xfrm>
            <a:off x="8077200" y="4724400"/>
            <a:ext cx="838200" cy="8382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5628" name="Line 1034"/>
          <p:cNvSpPr>
            <a:spLocks noChangeShapeType="1"/>
          </p:cNvSpPr>
          <p:nvPr/>
        </p:nvSpPr>
        <p:spPr bwMode="auto">
          <a:xfrm>
            <a:off x="23622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5629" name="Line 1035"/>
          <p:cNvSpPr>
            <a:spLocks noChangeShapeType="1"/>
          </p:cNvSpPr>
          <p:nvPr/>
        </p:nvSpPr>
        <p:spPr bwMode="auto">
          <a:xfrm>
            <a:off x="48006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5630" name="Line 1036"/>
          <p:cNvSpPr>
            <a:spLocks noChangeShapeType="1"/>
          </p:cNvSpPr>
          <p:nvPr/>
        </p:nvSpPr>
        <p:spPr bwMode="auto">
          <a:xfrm>
            <a:off x="60960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5631" name="Line 1037"/>
          <p:cNvSpPr>
            <a:spLocks noChangeShapeType="1"/>
          </p:cNvSpPr>
          <p:nvPr/>
        </p:nvSpPr>
        <p:spPr bwMode="auto">
          <a:xfrm>
            <a:off x="73914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5603" name="Object 1025"/>
          <p:cNvGraphicFramePr>
            <a:graphicFrameLocks noChangeAspect="1"/>
          </p:cNvGraphicFramePr>
          <p:nvPr/>
        </p:nvGraphicFramePr>
        <p:xfrm>
          <a:off x="30480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5" name="Equation" r:id="rId5" imgW="419040" imgH="469800" progId="Equation.3">
                  <p:embed/>
                </p:oleObj>
              </mc:Choice>
              <mc:Fallback>
                <p:oleObj name="Equation" r:id="rId5" imgW="419040" imgH="469800" progId="Equation.3">
                  <p:embed/>
                  <p:pic>
                    <p:nvPicPr>
                      <p:cNvPr id="25603" name="Object 10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2" name="Oval 1039"/>
          <p:cNvSpPr>
            <a:spLocks noChangeArrowheads="1"/>
          </p:cNvSpPr>
          <p:nvPr/>
        </p:nvSpPr>
        <p:spPr bwMode="auto">
          <a:xfrm>
            <a:off x="42672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5604" name="Object 1026"/>
          <p:cNvGraphicFramePr>
            <a:graphicFrameLocks noChangeAspect="1"/>
          </p:cNvGraphicFramePr>
          <p:nvPr/>
        </p:nvGraphicFramePr>
        <p:xfrm>
          <a:off x="4381501" y="48768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6" name="Equation" r:id="rId7" imgW="342720" imgH="469800" progId="Equation.3">
                  <p:embed/>
                </p:oleObj>
              </mc:Choice>
              <mc:Fallback>
                <p:oleObj name="Equation" r:id="rId7" imgW="342720" imgH="469800" progId="Equation.3">
                  <p:embed/>
                  <p:pic>
                    <p:nvPicPr>
                      <p:cNvPr id="25604" name="Object 10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1" y="48768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1027"/>
          <p:cNvGraphicFramePr>
            <a:graphicFrameLocks noChangeAspect="1"/>
          </p:cNvGraphicFramePr>
          <p:nvPr/>
        </p:nvGraphicFramePr>
        <p:xfrm>
          <a:off x="56515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7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25605" name="Object 10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1028"/>
          <p:cNvGraphicFramePr>
            <a:graphicFrameLocks noChangeAspect="1"/>
          </p:cNvGraphicFramePr>
          <p:nvPr/>
        </p:nvGraphicFramePr>
        <p:xfrm>
          <a:off x="6946901" y="48768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8" name="Equation" r:id="rId11" imgW="393480" imgH="469800" progId="Equation.3">
                  <p:embed/>
                </p:oleObj>
              </mc:Choice>
              <mc:Fallback>
                <p:oleObj name="Equation" r:id="rId11" imgW="393480" imgH="469800" progId="Equation.3">
                  <p:embed/>
                  <p:pic>
                    <p:nvPicPr>
                      <p:cNvPr id="25606" name="Object 10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1" y="48768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Line 1044"/>
          <p:cNvSpPr>
            <a:spLocks noChangeShapeType="1"/>
          </p:cNvSpPr>
          <p:nvPr/>
        </p:nvSpPr>
        <p:spPr bwMode="auto">
          <a:xfrm>
            <a:off x="3505200" y="5181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5607" name="Object 1029"/>
          <p:cNvGraphicFramePr>
            <a:graphicFrameLocks noChangeAspect="1"/>
          </p:cNvGraphicFramePr>
          <p:nvPr/>
        </p:nvGraphicFramePr>
        <p:xfrm>
          <a:off x="37338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79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25607" name="Object 10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1030"/>
          <p:cNvGraphicFramePr>
            <a:graphicFrameLocks noChangeAspect="1"/>
          </p:cNvGraphicFramePr>
          <p:nvPr/>
        </p:nvGraphicFramePr>
        <p:xfrm>
          <a:off x="50292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0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25608" name="Object 10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1031"/>
          <p:cNvGraphicFramePr>
            <a:graphicFrameLocks noChangeAspect="1"/>
          </p:cNvGraphicFramePr>
          <p:nvPr/>
        </p:nvGraphicFramePr>
        <p:xfrm>
          <a:off x="6324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1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5609" name="Object 10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32"/>
          <p:cNvGraphicFramePr>
            <a:graphicFrameLocks noChangeAspect="1"/>
          </p:cNvGraphicFramePr>
          <p:nvPr/>
        </p:nvGraphicFramePr>
        <p:xfrm>
          <a:off x="76200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2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25610" name="Object 103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4" name="Oval 1050"/>
          <p:cNvSpPr>
            <a:spLocks noChangeArrowheads="1"/>
          </p:cNvSpPr>
          <p:nvPr/>
        </p:nvSpPr>
        <p:spPr bwMode="auto">
          <a:xfrm>
            <a:off x="7632700" y="35941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5611" name="Object 1033"/>
          <p:cNvGraphicFramePr>
            <a:graphicFrameLocks noChangeAspect="1"/>
          </p:cNvGraphicFramePr>
          <p:nvPr/>
        </p:nvGraphicFramePr>
        <p:xfrm>
          <a:off x="7708901" y="35941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3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25611" name="Object 103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1" y="35941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034"/>
          <p:cNvGraphicFramePr>
            <a:graphicFrameLocks noChangeAspect="1"/>
          </p:cNvGraphicFramePr>
          <p:nvPr/>
        </p:nvGraphicFramePr>
        <p:xfrm>
          <a:off x="4572001" y="441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4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25612" name="Object 103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1" y="441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035"/>
          <p:cNvGraphicFramePr>
            <a:graphicFrameLocks noChangeAspect="1"/>
          </p:cNvGraphicFramePr>
          <p:nvPr/>
        </p:nvGraphicFramePr>
        <p:xfrm>
          <a:off x="5791201" y="4495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5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25613" name="Object 103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1" y="4495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036"/>
          <p:cNvGraphicFramePr>
            <a:graphicFrameLocks noChangeAspect="1"/>
          </p:cNvGraphicFramePr>
          <p:nvPr/>
        </p:nvGraphicFramePr>
        <p:xfrm>
          <a:off x="7086600" y="4419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6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25614" name="Object 103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19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5" name="Object 1037"/>
          <p:cNvGraphicFramePr>
            <a:graphicFrameLocks noChangeAspect="1"/>
          </p:cNvGraphicFramePr>
          <p:nvPr/>
        </p:nvGraphicFramePr>
        <p:xfrm>
          <a:off x="3200400" y="43434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7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25615" name="Object 103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3434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5" name="Freeform 1056"/>
          <p:cNvSpPr>
            <a:spLocks/>
          </p:cNvSpPr>
          <p:nvPr/>
        </p:nvSpPr>
        <p:spPr bwMode="auto">
          <a:xfrm>
            <a:off x="7467600" y="28194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5616" name="Object 1038"/>
          <p:cNvGraphicFramePr>
            <a:graphicFrameLocks noChangeAspect="1"/>
          </p:cNvGraphicFramePr>
          <p:nvPr/>
        </p:nvGraphicFramePr>
        <p:xfrm>
          <a:off x="7480301" y="23749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8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25616" name="Object 103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0301" y="23749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6" name="Line 1058"/>
          <p:cNvSpPr>
            <a:spLocks noChangeShapeType="1"/>
          </p:cNvSpPr>
          <p:nvPr/>
        </p:nvSpPr>
        <p:spPr bwMode="auto">
          <a:xfrm flipV="1">
            <a:off x="7239000" y="41148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5637" name="Freeform 1059"/>
          <p:cNvSpPr>
            <a:spLocks/>
          </p:cNvSpPr>
          <p:nvPr/>
        </p:nvSpPr>
        <p:spPr bwMode="auto">
          <a:xfrm>
            <a:off x="5943600" y="39624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5638" name="Freeform 1060"/>
          <p:cNvSpPr>
            <a:spLocks/>
          </p:cNvSpPr>
          <p:nvPr/>
        </p:nvSpPr>
        <p:spPr bwMode="auto">
          <a:xfrm>
            <a:off x="4648200" y="37719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5639" name="Freeform 1061"/>
          <p:cNvSpPr>
            <a:spLocks/>
          </p:cNvSpPr>
          <p:nvPr/>
        </p:nvSpPr>
        <p:spPr bwMode="auto">
          <a:xfrm>
            <a:off x="3352800" y="31496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5617" name="Object 10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4453743"/>
              </p:ext>
            </p:extLst>
          </p:nvPr>
        </p:nvGraphicFramePr>
        <p:xfrm>
          <a:off x="2126457" y="2273952"/>
          <a:ext cx="17399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89" name="Equation" r:id="rId27" imgW="1739880" imgH="571320" progId="Equation.3">
                  <p:embed/>
                </p:oleObj>
              </mc:Choice>
              <mc:Fallback>
                <p:oleObj name="Equation" r:id="rId27" imgW="1739880" imgH="571320" progId="Equation.3">
                  <p:embed/>
                  <p:pic>
                    <p:nvPicPr>
                      <p:cNvPr id="25617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457" y="2273952"/>
                        <a:ext cx="1739900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40" name="Group 1064"/>
          <p:cNvGrpSpPr>
            <a:grpSpLocks/>
          </p:cNvGrpSpPr>
          <p:nvPr/>
        </p:nvGrpSpPr>
        <p:grpSpPr bwMode="auto">
          <a:xfrm>
            <a:off x="8077201" y="4114800"/>
            <a:ext cx="900113" cy="609600"/>
            <a:chOff x="4224" y="1824"/>
            <a:chExt cx="567" cy="384"/>
          </a:xfrm>
        </p:grpSpPr>
        <p:graphicFrame>
          <p:nvGraphicFramePr>
            <p:cNvPr id="25619" name="Object 1041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590" name="Equation" r:id="rId29" imgW="672840" imgH="444240" progId="Equation.3">
                    <p:embed/>
                  </p:oleObj>
                </mc:Choice>
                <mc:Fallback>
                  <p:oleObj name="Equation" r:id="rId29" imgW="672840" imgH="444240" progId="Equation.3">
                    <p:embed/>
                    <p:pic>
                      <p:nvPicPr>
                        <p:cNvPr id="25619" name="Object 104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1" name="Line 106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aphicFrame>
        <p:nvGraphicFramePr>
          <p:cNvPr id="25618" name="Object 1040"/>
          <p:cNvGraphicFramePr>
            <a:graphicFrameLocks noChangeAspect="1"/>
          </p:cNvGraphicFramePr>
          <p:nvPr/>
        </p:nvGraphicFramePr>
        <p:xfrm>
          <a:off x="8305800" y="48768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591" name="Equation" r:id="rId30" imgW="419040" imgH="469800" progId="Equation.3">
                  <p:embed/>
                </p:oleObj>
              </mc:Choice>
              <mc:Fallback>
                <p:oleObj name="Equation" r:id="rId30" imgW="419040" imgH="469800" progId="Equation.3">
                  <p:embed/>
                  <p:pic>
                    <p:nvPicPr>
                      <p:cNvPr id="25618" name="Object 104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48768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ar-SA">
                <a:latin typeface="Times New Roman" panose="02020603050405020304" pitchFamily="18" charset="0"/>
                <a:cs typeface="Times New Roman" panose="02020603050405020304" pitchFamily="18" charset="0"/>
              </a:rPr>
              <a:t>5.  Transition Function: </a:t>
            </a:r>
          </a:p>
        </p:txBody>
      </p:sp>
      <p:sp>
        <p:nvSpPr>
          <p:cNvPr id="266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266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5AF18D7-3B3D-49EC-9FE3-08D7CE59935F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37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6626" name="Object 4"/>
          <p:cNvGraphicFramePr>
            <a:graphicFrameLocks noChangeAspect="1"/>
          </p:cNvGraphicFramePr>
          <p:nvPr>
            <p:extLst/>
          </p:nvPr>
        </p:nvGraphicFramePr>
        <p:xfrm>
          <a:off x="6335713" y="250826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8" name="Equation" r:id="rId3" imgW="330120" imgH="419040" progId="Equation.3">
                  <p:embed/>
                </p:oleObj>
              </mc:Choice>
              <mc:Fallback>
                <p:oleObj name="Equation" r:id="rId3" imgW="330120" imgH="419040" progId="Equation.3">
                  <p:embed/>
                  <p:pic>
                    <p:nvPicPr>
                      <p:cNvPr id="266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5713" y="250826"/>
                        <a:ext cx="330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7" name="Oval 5"/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6648" name="Oval 6"/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6649" name="Oval 7"/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6650" name="Oval 8"/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6651" name="Oval 9"/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6652" name="Line 10"/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6653" name="Line 11"/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6654" name="Line 12"/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6655" name="Line 13"/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6627" name="Object 14"/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599" name="Equation" r:id="rId5" imgW="419040" imgH="469800" progId="Equation.3">
                  <p:embed/>
                </p:oleObj>
              </mc:Choice>
              <mc:Fallback>
                <p:oleObj name="Equation" r:id="rId5" imgW="419040" imgH="469800" progId="Equation.3">
                  <p:embed/>
                  <p:pic>
                    <p:nvPicPr>
                      <p:cNvPr id="26627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6" name="Oval 15"/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6628" name="Object 16"/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0" name="Equation" r:id="rId7" imgW="342720" imgH="469800" progId="Equation.3">
                  <p:embed/>
                </p:oleObj>
              </mc:Choice>
              <mc:Fallback>
                <p:oleObj name="Equation" r:id="rId7" imgW="342720" imgH="469800" progId="Equation.3">
                  <p:embed/>
                  <p:pic>
                    <p:nvPicPr>
                      <p:cNvPr id="26628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17"/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1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26629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18"/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2" name="Equation" r:id="rId11" imgW="393480" imgH="469800" progId="Equation.3">
                  <p:embed/>
                </p:oleObj>
              </mc:Choice>
              <mc:Fallback>
                <p:oleObj name="Equation" r:id="rId11" imgW="393480" imgH="469800" progId="Equation.3">
                  <p:embed/>
                  <p:pic>
                    <p:nvPicPr>
                      <p:cNvPr id="26630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19"/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3" name="Equation" r:id="rId13" imgW="419040" imgH="469800" progId="Equation.3">
                  <p:embed/>
                </p:oleObj>
              </mc:Choice>
              <mc:Fallback>
                <p:oleObj name="Equation" r:id="rId13" imgW="419040" imgH="469800" progId="Equation.3">
                  <p:embed/>
                  <p:pic>
                    <p:nvPicPr>
                      <p:cNvPr id="26631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7" name="Line 20"/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6632" name="Object 21"/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4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26632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22"/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5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6633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23"/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6"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26634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24"/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7"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26635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8" name="Oval 26"/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6636" name="Object 27"/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8" name="Equation" r:id="rId21" imgW="406080" imgH="469800" progId="Equation.3">
                  <p:embed/>
                </p:oleObj>
              </mc:Choice>
              <mc:Fallback>
                <p:oleObj name="Equation" r:id="rId21" imgW="406080" imgH="469800" progId="Equation.3">
                  <p:embed/>
                  <p:pic>
                    <p:nvPicPr>
                      <p:cNvPr id="26636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7" name="Object 28"/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09"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26637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8" name="Object 29"/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0"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26638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9" name="Object 30"/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1"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26639" name="Object 3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Object 31"/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2" name="Equation" r:id="rId26" imgW="279360" imgH="380880" progId="Equation.3">
                  <p:embed/>
                </p:oleObj>
              </mc:Choice>
              <mc:Fallback>
                <p:oleObj name="Equation" r:id="rId26" imgW="279360" imgH="380880" progId="Equation.3">
                  <p:embed/>
                  <p:pic>
                    <p:nvPicPr>
                      <p:cNvPr id="26640" name="Object 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59" name="Freeform 32"/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6641" name="Object 33"/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3" name="Equation" r:id="rId27" imgW="672840" imgH="444240" progId="Equation.3">
                  <p:embed/>
                </p:oleObj>
              </mc:Choice>
              <mc:Fallback>
                <p:oleObj name="Equation" r:id="rId27" imgW="672840" imgH="444240" progId="Equation.3">
                  <p:embed/>
                  <p:pic>
                    <p:nvPicPr>
                      <p:cNvPr id="26641" name="Object 3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60" name="Line 34"/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6661" name="Freeform 35"/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6662" name="Freeform 36"/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6663" name="Freeform 37"/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6642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301695"/>
              </p:ext>
            </p:extLst>
          </p:nvPr>
        </p:nvGraphicFramePr>
        <p:xfrm>
          <a:off x="1587500" y="2445609"/>
          <a:ext cx="27559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14" name="Equation" r:id="rId29" imgW="2755800" imgH="520560" progId="Equation.3">
                  <p:embed/>
                </p:oleObj>
              </mc:Choice>
              <mc:Fallback>
                <p:oleObj name="Equation" r:id="rId29" imgW="2755800" imgH="520560" progId="Equation.3">
                  <p:embed/>
                  <p:pic>
                    <p:nvPicPr>
                      <p:cNvPr id="26642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445609"/>
                        <a:ext cx="27559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64" name="Group 41"/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26643" name="Object 42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615" name="Equation" r:id="rId31" imgW="672840" imgH="444240" progId="Equation.3">
                    <p:embed/>
                  </p:oleObj>
                </mc:Choice>
                <mc:Fallback>
                  <p:oleObj name="Equation" r:id="rId31" imgW="672840" imgH="444240" progId="Equation.3">
                    <p:embed/>
                    <p:pic>
                      <p:nvPicPr>
                        <p:cNvPr id="26643" name="Object 4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65" name="Line 43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A083FA0-AEC9-4C9F-B465-86F1E77E494A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38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8" name="Rectangle 2"/>
          <p:cNvSpPr>
            <a:spLocks noChangeArrowheads="1"/>
          </p:cNvSpPr>
          <p:nvPr/>
        </p:nvSpPr>
        <p:spPr bwMode="auto">
          <a:xfrm>
            <a:off x="1676400" y="838200"/>
            <a:ext cx="8839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 </a:t>
            </a:r>
          </a:p>
        </p:txBody>
      </p:sp>
      <p:graphicFrame>
        <p:nvGraphicFramePr>
          <p:cNvPr id="27650" name="Object 37"/>
          <p:cNvGraphicFramePr>
            <a:graphicFrameLocks noChangeAspect="1"/>
          </p:cNvGraphicFramePr>
          <p:nvPr/>
        </p:nvGraphicFramePr>
        <p:xfrm>
          <a:off x="4648200" y="1295400"/>
          <a:ext cx="2489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87" name="Equation" r:id="rId3" imgW="2489040" imgH="583920" progId="Equation.3">
                  <p:embed/>
                </p:oleObj>
              </mc:Choice>
              <mc:Fallback>
                <p:oleObj name="Equation" r:id="rId3" imgW="2489040" imgH="583920" progId="Equation.3">
                  <p:embed/>
                  <p:pic>
                    <p:nvPicPr>
                      <p:cNvPr id="2765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295400"/>
                        <a:ext cx="2489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9" name="Oval 41"/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7670" name="Oval 42"/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7671" name="Oval 43"/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7672" name="Oval 44"/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7673" name="Oval 45"/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7674" name="Line 46"/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7675" name="Line 47"/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7676" name="Line 48"/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7677" name="Line 49"/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7678" name="Oval 51"/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7651" name="Object 53"/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88" name="Equation" r:id="rId5" imgW="393480" imgH="469800" progId="Equation.3">
                  <p:embed/>
                </p:oleObj>
              </mc:Choice>
              <mc:Fallback>
                <p:oleObj name="Equation" r:id="rId5" imgW="393480" imgH="469800" progId="Equation.3">
                  <p:embed/>
                  <p:pic>
                    <p:nvPicPr>
                      <p:cNvPr id="27651" name="Object 5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2" name="Object 54"/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89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27652" name="Object 5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3" name="Object 55"/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0" name="Equation" r:id="rId9" imgW="419040" imgH="469800" progId="Equation.3">
                  <p:embed/>
                </p:oleObj>
              </mc:Choice>
              <mc:Fallback>
                <p:oleObj name="Equation" r:id="rId9" imgW="419040" imgH="469800" progId="Equation.3">
                  <p:embed/>
                  <p:pic>
                    <p:nvPicPr>
                      <p:cNvPr id="27653" name="Object 5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9" name="Line 56"/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7654" name="Object 57"/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1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27654" name="Object 5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58"/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2" name="Equation" r:id="rId13" imgW="279360" imgH="380880" progId="Equation.3">
                  <p:embed/>
                </p:oleObj>
              </mc:Choice>
              <mc:Fallback>
                <p:oleObj name="Equation" r:id="rId13" imgW="279360" imgH="380880" progId="Equation.3">
                  <p:embed/>
                  <p:pic>
                    <p:nvPicPr>
                      <p:cNvPr id="27655" name="Object 5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59"/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3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27656" name="Object 5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60"/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4" name="Equation" r:id="rId16" imgW="266400" imgH="279360" progId="Equation.3">
                  <p:embed/>
                </p:oleObj>
              </mc:Choice>
              <mc:Fallback>
                <p:oleObj name="Equation" r:id="rId16" imgW="266400" imgH="279360" progId="Equation.3">
                  <p:embed/>
                  <p:pic>
                    <p:nvPicPr>
                      <p:cNvPr id="27657" name="Object 6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0" name="Oval 61"/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7658" name="Object 62"/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5" name="Equation" r:id="rId17" imgW="406080" imgH="469800" progId="Equation.3">
                  <p:embed/>
                </p:oleObj>
              </mc:Choice>
              <mc:Fallback>
                <p:oleObj name="Equation" r:id="rId17" imgW="406080" imgH="469800" progId="Equation.3">
                  <p:embed/>
                  <p:pic>
                    <p:nvPicPr>
                      <p:cNvPr id="27658" name="Object 6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63"/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6" name="Equation" r:id="rId19" imgW="266400" imgH="279360" progId="Equation.3">
                  <p:embed/>
                </p:oleObj>
              </mc:Choice>
              <mc:Fallback>
                <p:oleObj name="Equation" r:id="rId19" imgW="266400" imgH="279360" progId="Equation.3">
                  <p:embed/>
                  <p:pic>
                    <p:nvPicPr>
                      <p:cNvPr id="27659" name="Object 6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64"/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7"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27660" name="Object 6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65"/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8" name="Equation" r:id="rId21" imgW="279360" imgH="380880" progId="Equation.3">
                  <p:embed/>
                </p:oleObj>
              </mc:Choice>
              <mc:Fallback>
                <p:oleObj name="Equation" r:id="rId21" imgW="279360" imgH="380880" progId="Equation.3">
                  <p:embed/>
                  <p:pic>
                    <p:nvPicPr>
                      <p:cNvPr id="27661" name="Object 6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66"/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599" name="Equation" r:id="rId22" imgW="279360" imgH="380880" progId="Equation.3">
                  <p:embed/>
                </p:oleObj>
              </mc:Choice>
              <mc:Fallback>
                <p:oleObj name="Equation" r:id="rId22" imgW="279360" imgH="380880" progId="Equation.3">
                  <p:embed/>
                  <p:pic>
                    <p:nvPicPr>
                      <p:cNvPr id="27662" name="Object 6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Freeform 67"/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7663" name="Object 68"/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00" name="Equation" r:id="rId23" imgW="672840" imgH="444240" progId="Equation.3">
                  <p:embed/>
                </p:oleObj>
              </mc:Choice>
              <mc:Fallback>
                <p:oleObj name="Equation" r:id="rId23" imgW="672840" imgH="444240" progId="Equation.3">
                  <p:embed/>
                  <p:pic>
                    <p:nvPicPr>
                      <p:cNvPr id="27663" name="Object 6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2" name="Line 69"/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7683" name="Freeform 70"/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7684" name="Freeform 71"/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7685" name="Freeform 72"/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27686" name="Group 73"/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27666" name="Object 74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601" name="Equation" r:id="rId25" imgW="672840" imgH="444240" progId="Equation.3">
                    <p:embed/>
                  </p:oleObj>
                </mc:Choice>
                <mc:Fallback>
                  <p:oleObj name="Equation" r:id="rId25" imgW="672840" imgH="444240" progId="Equation.3">
                    <p:embed/>
                    <p:pic>
                      <p:nvPicPr>
                        <p:cNvPr id="27666" name="Object 7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7" name="Line 75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aphicFrame>
        <p:nvGraphicFramePr>
          <p:cNvPr id="27664" name="Object 76"/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02" name="Equation" r:id="rId26" imgW="419040" imgH="469800" progId="Equation.3">
                  <p:embed/>
                </p:oleObj>
              </mc:Choice>
              <mc:Fallback>
                <p:oleObj name="Equation" r:id="rId26" imgW="419040" imgH="469800" progId="Equation.3">
                  <p:embed/>
                  <p:pic>
                    <p:nvPicPr>
                      <p:cNvPr id="27664" name="Object 7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5" name="Object 77"/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03" name="Equation" r:id="rId28" imgW="342720" imgH="469800" progId="Equation.3">
                  <p:embed/>
                </p:oleObj>
              </mc:Choice>
              <mc:Fallback>
                <p:oleObj name="Equation" r:id="rId28" imgW="342720" imgH="469800" progId="Equation.3">
                  <p:embed/>
                  <p:pic>
                    <p:nvPicPr>
                      <p:cNvPr id="27665" name="Object 7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0647A3A-EA2A-43D6-ADAE-71D6DE4CC33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39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2" name="Rectangle 2"/>
          <p:cNvSpPr>
            <a:spLocks noChangeArrowheads="1"/>
          </p:cNvSpPr>
          <p:nvPr/>
        </p:nvSpPr>
        <p:spPr bwMode="auto">
          <a:xfrm>
            <a:off x="1676400" y="838200"/>
            <a:ext cx="8839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ar-SA"/>
              <a:t> </a:t>
            </a:r>
          </a:p>
        </p:txBody>
      </p:sp>
      <p:graphicFrame>
        <p:nvGraphicFramePr>
          <p:cNvPr id="28674" name="Object 37"/>
          <p:cNvGraphicFramePr>
            <a:graphicFrameLocks noChangeAspect="1"/>
          </p:cNvGraphicFramePr>
          <p:nvPr/>
        </p:nvGraphicFramePr>
        <p:xfrm>
          <a:off x="4648200" y="1295400"/>
          <a:ext cx="251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1" name="Equation" r:id="rId3" imgW="2514600" imgH="583920" progId="Equation.3">
                  <p:embed/>
                </p:oleObj>
              </mc:Choice>
              <mc:Fallback>
                <p:oleObj name="Equation" r:id="rId3" imgW="2514600" imgH="583920" progId="Equation.3">
                  <p:embed/>
                  <p:pic>
                    <p:nvPicPr>
                      <p:cNvPr id="28674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295400"/>
                        <a:ext cx="251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Oval 76"/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8694" name="Oval 77"/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8695" name="Oval 78"/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8696" name="Oval 79"/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8697" name="Oval 80"/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8698" name="Line 81"/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8699" name="Line 82"/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8700" name="Line 83"/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8701" name="Line 84"/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8702" name="Oval 86"/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8675" name="Object 87"/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2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28675" name="Object 8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88"/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3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28676" name="Object 8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89"/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4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28677" name="Object 8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90"/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5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28678" name="Object 9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3" name="Line 91"/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8679" name="Object 92"/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6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28679" name="Object 9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93"/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7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28680" name="Object 9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1" name="Object 94"/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8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8681" name="Object 9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95"/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19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28682" name="Object 9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4" name="Oval 96"/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8683" name="Object 97"/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20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28683" name="Object 9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98"/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21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28684" name="Object 9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99"/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22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28685" name="Object 9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6" name="Object 100"/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23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28686" name="Object 10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7" name="Object 101"/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24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28687" name="Object 10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5" name="Freeform 102"/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8688" name="Object 103"/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25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28688" name="Object 10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6" name="Line 104"/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8707" name="Freeform 105"/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8708" name="Freeform 106"/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8709" name="Freeform 107"/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28710" name="Group 108"/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28690" name="Object 109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626" name="Equation" r:id="rId27" imgW="672840" imgH="444240" progId="Equation.3">
                    <p:embed/>
                  </p:oleObj>
                </mc:Choice>
                <mc:Fallback>
                  <p:oleObj name="Equation" r:id="rId27" imgW="672840" imgH="444240" progId="Equation.3">
                    <p:embed/>
                    <p:pic>
                      <p:nvPicPr>
                        <p:cNvPr id="28690" name="Object 10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1" name="Line 110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aphicFrame>
        <p:nvGraphicFramePr>
          <p:cNvPr id="28689" name="Object 111"/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27" name="Equation" r:id="rId28" imgW="419040" imgH="469800" progId="Equation.3">
                  <p:embed/>
                </p:oleObj>
              </mc:Choice>
              <mc:Fallback>
                <p:oleObj name="Equation" r:id="rId28" imgW="419040" imgH="469800" progId="Equation.3">
                  <p:embed/>
                  <p:pic>
                    <p:nvPicPr>
                      <p:cNvPr id="28689" name="Object 1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13F92F99-3A30-4D9D-A80D-F19D8E69E58C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40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6" name="Oval 2"/>
          <p:cNvSpPr>
            <a:spLocks noChangeArrowheads="1"/>
          </p:cNvSpPr>
          <p:nvPr/>
        </p:nvSpPr>
        <p:spPr bwMode="auto">
          <a:xfrm>
            <a:off x="34290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9717" name="Oval 3"/>
          <p:cNvSpPr>
            <a:spLocks noChangeArrowheads="1"/>
          </p:cNvSpPr>
          <p:nvPr/>
        </p:nvSpPr>
        <p:spPr bwMode="auto">
          <a:xfrm>
            <a:off x="60198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9718" name="Oval 4"/>
          <p:cNvSpPr>
            <a:spLocks noChangeArrowheads="1"/>
          </p:cNvSpPr>
          <p:nvPr/>
        </p:nvSpPr>
        <p:spPr bwMode="auto">
          <a:xfrm>
            <a:off x="7315200" y="5334000"/>
            <a:ext cx="533400" cy="5334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9719" name="Oval 5"/>
          <p:cNvSpPr>
            <a:spLocks noChangeArrowheads="1"/>
          </p:cNvSpPr>
          <p:nvPr/>
        </p:nvSpPr>
        <p:spPr bwMode="auto">
          <a:xfrm>
            <a:off x="86868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9720" name="Oval 6"/>
          <p:cNvSpPr>
            <a:spLocks noChangeArrowheads="1"/>
          </p:cNvSpPr>
          <p:nvPr/>
        </p:nvSpPr>
        <p:spPr bwMode="auto">
          <a:xfrm>
            <a:off x="8534400" y="51816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29721" name="Line 7"/>
          <p:cNvSpPr>
            <a:spLocks noChangeShapeType="1"/>
          </p:cNvSpPr>
          <p:nvPr/>
        </p:nvSpPr>
        <p:spPr bwMode="auto">
          <a:xfrm>
            <a:off x="2819400" y="5664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9722" name="Line 8"/>
          <p:cNvSpPr>
            <a:spLocks noChangeShapeType="1"/>
          </p:cNvSpPr>
          <p:nvPr/>
        </p:nvSpPr>
        <p:spPr bwMode="auto">
          <a:xfrm>
            <a:off x="52578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9723" name="Line 9"/>
          <p:cNvSpPr>
            <a:spLocks noChangeShapeType="1"/>
          </p:cNvSpPr>
          <p:nvPr/>
        </p:nvSpPr>
        <p:spPr bwMode="auto">
          <a:xfrm>
            <a:off x="6553200" y="5638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9724" name="Line 10"/>
          <p:cNvSpPr>
            <a:spLocks noChangeShapeType="1"/>
          </p:cNvSpPr>
          <p:nvPr/>
        </p:nvSpPr>
        <p:spPr bwMode="auto">
          <a:xfrm>
            <a:off x="7848600" y="5638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9698" name="Object 11"/>
          <p:cNvGraphicFramePr>
            <a:graphicFrameLocks noChangeAspect="1"/>
          </p:cNvGraphicFramePr>
          <p:nvPr/>
        </p:nvGraphicFramePr>
        <p:xfrm>
          <a:off x="35052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5" name="Equation" r:id="rId3" imgW="419040" imgH="469800" progId="Equation.3">
                  <p:embed/>
                </p:oleObj>
              </mc:Choice>
              <mc:Fallback>
                <p:oleObj name="Equation" r:id="rId3" imgW="419040" imgH="469800" progId="Equation.3">
                  <p:embed/>
                  <p:pic>
                    <p:nvPicPr>
                      <p:cNvPr id="29698" name="Object 1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5" name="Oval 12"/>
          <p:cNvSpPr>
            <a:spLocks noChangeArrowheads="1"/>
          </p:cNvSpPr>
          <p:nvPr/>
        </p:nvSpPr>
        <p:spPr bwMode="auto">
          <a:xfrm>
            <a:off x="4724400" y="5334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9699" name="Object 13"/>
          <p:cNvGraphicFramePr>
            <a:graphicFrameLocks noChangeAspect="1"/>
          </p:cNvGraphicFramePr>
          <p:nvPr/>
        </p:nvGraphicFramePr>
        <p:xfrm>
          <a:off x="4838701" y="53340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6" name="Equation" r:id="rId5" imgW="342720" imgH="469800" progId="Equation.3">
                  <p:embed/>
                </p:oleObj>
              </mc:Choice>
              <mc:Fallback>
                <p:oleObj name="Equation" r:id="rId5" imgW="342720" imgH="469800" progId="Equation.3">
                  <p:embed/>
                  <p:pic>
                    <p:nvPicPr>
                      <p:cNvPr id="29699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53340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14"/>
          <p:cNvGraphicFramePr>
            <a:graphicFrameLocks noChangeAspect="1"/>
          </p:cNvGraphicFramePr>
          <p:nvPr/>
        </p:nvGraphicFramePr>
        <p:xfrm>
          <a:off x="61087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7" name="Equation" r:id="rId7" imgW="393480" imgH="469800" progId="Equation.3">
                  <p:embed/>
                </p:oleObj>
              </mc:Choice>
              <mc:Fallback>
                <p:oleObj name="Equation" r:id="rId7" imgW="393480" imgH="469800" progId="Equation.3">
                  <p:embed/>
                  <p:pic>
                    <p:nvPicPr>
                      <p:cNvPr id="29700" name="Object 1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15"/>
          <p:cNvGraphicFramePr>
            <a:graphicFrameLocks noChangeAspect="1"/>
          </p:cNvGraphicFramePr>
          <p:nvPr/>
        </p:nvGraphicFramePr>
        <p:xfrm>
          <a:off x="7404101" y="53340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8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29701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1" y="53340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16"/>
          <p:cNvGraphicFramePr>
            <a:graphicFrameLocks noChangeAspect="1"/>
          </p:cNvGraphicFramePr>
          <p:nvPr/>
        </p:nvGraphicFramePr>
        <p:xfrm>
          <a:off x="8763000" y="53340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39" name="Equation" r:id="rId11" imgW="419040" imgH="469800" progId="Equation.3">
                  <p:embed/>
                </p:oleObj>
              </mc:Choice>
              <mc:Fallback>
                <p:oleObj name="Equation" r:id="rId11" imgW="419040" imgH="469800" progId="Equation.3">
                  <p:embed/>
                  <p:pic>
                    <p:nvPicPr>
                      <p:cNvPr id="29702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53340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6" name="Line 17"/>
          <p:cNvSpPr>
            <a:spLocks noChangeShapeType="1"/>
          </p:cNvSpPr>
          <p:nvPr/>
        </p:nvSpPr>
        <p:spPr bwMode="auto">
          <a:xfrm>
            <a:off x="3962400" y="5638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9703" name="Object 18"/>
          <p:cNvGraphicFramePr>
            <a:graphicFrameLocks noChangeAspect="1"/>
          </p:cNvGraphicFramePr>
          <p:nvPr/>
        </p:nvGraphicFramePr>
        <p:xfrm>
          <a:off x="41910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0" name="Equation" r:id="rId13" imgW="266400" imgH="279360" progId="Equation.3">
                  <p:embed/>
                </p:oleObj>
              </mc:Choice>
              <mc:Fallback>
                <p:oleObj name="Equation" r:id="rId13" imgW="266400" imgH="279360" progId="Equation.3">
                  <p:embed/>
                  <p:pic>
                    <p:nvPicPr>
                      <p:cNvPr id="29703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19"/>
          <p:cNvGraphicFramePr>
            <a:graphicFrameLocks noChangeAspect="1"/>
          </p:cNvGraphicFramePr>
          <p:nvPr/>
        </p:nvGraphicFramePr>
        <p:xfrm>
          <a:off x="54864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1" name="Equation" r:id="rId15" imgW="279360" imgH="380880" progId="Equation.3">
                  <p:embed/>
                </p:oleObj>
              </mc:Choice>
              <mc:Fallback>
                <p:oleObj name="Equation" r:id="rId15" imgW="279360" imgH="380880" progId="Equation.3">
                  <p:embed/>
                  <p:pic>
                    <p:nvPicPr>
                      <p:cNvPr id="29704" name="Object 1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20"/>
          <p:cNvGraphicFramePr>
            <a:graphicFrameLocks noChangeAspect="1"/>
          </p:cNvGraphicFramePr>
          <p:nvPr/>
        </p:nvGraphicFramePr>
        <p:xfrm>
          <a:off x="6781800" y="5257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2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29705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5257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21"/>
          <p:cNvGraphicFramePr>
            <a:graphicFrameLocks noChangeAspect="1"/>
          </p:cNvGraphicFramePr>
          <p:nvPr/>
        </p:nvGraphicFramePr>
        <p:xfrm>
          <a:off x="8077201" y="5334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3" name="Equation" r:id="rId18" imgW="266400" imgH="279360" progId="Equation.3">
                  <p:embed/>
                </p:oleObj>
              </mc:Choice>
              <mc:Fallback>
                <p:oleObj name="Equation" r:id="rId18" imgW="266400" imgH="279360" progId="Equation.3">
                  <p:embed/>
                  <p:pic>
                    <p:nvPicPr>
                      <p:cNvPr id="29706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1" y="5334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7" name="Oval 22"/>
          <p:cNvSpPr>
            <a:spLocks noChangeArrowheads="1"/>
          </p:cNvSpPr>
          <p:nvPr/>
        </p:nvSpPr>
        <p:spPr bwMode="auto">
          <a:xfrm>
            <a:off x="8089900" y="40513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29707" name="Object 23"/>
          <p:cNvGraphicFramePr>
            <a:graphicFrameLocks noChangeAspect="1"/>
          </p:cNvGraphicFramePr>
          <p:nvPr/>
        </p:nvGraphicFramePr>
        <p:xfrm>
          <a:off x="8166101" y="40513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4" name="Equation" r:id="rId19" imgW="406080" imgH="469800" progId="Equation.3">
                  <p:embed/>
                </p:oleObj>
              </mc:Choice>
              <mc:Fallback>
                <p:oleObj name="Equation" r:id="rId19" imgW="406080" imgH="469800" progId="Equation.3">
                  <p:embed/>
                  <p:pic>
                    <p:nvPicPr>
                      <p:cNvPr id="29707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6101" y="40513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24"/>
          <p:cNvGraphicFramePr>
            <a:graphicFrameLocks noChangeAspect="1"/>
          </p:cNvGraphicFramePr>
          <p:nvPr/>
        </p:nvGraphicFramePr>
        <p:xfrm>
          <a:off x="5029201" y="487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5" name="Equation" r:id="rId21" imgW="266400" imgH="279360" progId="Equation.3">
                  <p:embed/>
                </p:oleObj>
              </mc:Choice>
              <mc:Fallback>
                <p:oleObj name="Equation" r:id="rId21" imgW="266400" imgH="279360" progId="Equation.3">
                  <p:embed/>
                  <p:pic>
                    <p:nvPicPr>
                      <p:cNvPr id="29708" name="Object 2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1" y="487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25"/>
          <p:cNvGraphicFramePr>
            <a:graphicFrameLocks noChangeAspect="1"/>
          </p:cNvGraphicFramePr>
          <p:nvPr/>
        </p:nvGraphicFramePr>
        <p:xfrm>
          <a:off x="6248401" y="495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6" name="Equation" r:id="rId22" imgW="266400" imgH="279360" progId="Equation.3">
                  <p:embed/>
                </p:oleObj>
              </mc:Choice>
              <mc:Fallback>
                <p:oleObj name="Equation" r:id="rId22" imgW="266400" imgH="279360" progId="Equation.3">
                  <p:embed/>
                  <p:pic>
                    <p:nvPicPr>
                      <p:cNvPr id="29709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495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0" name="Object 26"/>
          <p:cNvGraphicFramePr>
            <a:graphicFrameLocks noChangeAspect="1"/>
          </p:cNvGraphicFramePr>
          <p:nvPr/>
        </p:nvGraphicFramePr>
        <p:xfrm>
          <a:off x="7543800" y="48768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7" name="Equation" r:id="rId23" imgW="279360" imgH="380880" progId="Equation.3">
                  <p:embed/>
                </p:oleObj>
              </mc:Choice>
              <mc:Fallback>
                <p:oleObj name="Equation" r:id="rId23" imgW="279360" imgH="380880" progId="Equation.3">
                  <p:embed/>
                  <p:pic>
                    <p:nvPicPr>
                      <p:cNvPr id="29710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48768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1" name="Object 27"/>
          <p:cNvGraphicFramePr>
            <a:graphicFrameLocks noChangeAspect="1"/>
          </p:cNvGraphicFramePr>
          <p:nvPr/>
        </p:nvGraphicFramePr>
        <p:xfrm>
          <a:off x="3657600" y="48006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8" name="Equation" r:id="rId24" imgW="279360" imgH="380880" progId="Equation.3">
                  <p:embed/>
                </p:oleObj>
              </mc:Choice>
              <mc:Fallback>
                <p:oleObj name="Equation" r:id="rId24" imgW="279360" imgH="380880" progId="Equation.3">
                  <p:embed/>
                  <p:pic>
                    <p:nvPicPr>
                      <p:cNvPr id="29711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8006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8" name="Freeform 28"/>
          <p:cNvSpPr>
            <a:spLocks/>
          </p:cNvSpPr>
          <p:nvPr/>
        </p:nvSpPr>
        <p:spPr bwMode="auto">
          <a:xfrm>
            <a:off x="7924800" y="32766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29712" name="Object 29"/>
          <p:cNvGraphicFramePr>
            <a:graphicFrameLocks noChangeAspect="1"/>
          </p:cNvGraphicFramePr>
          <p:nvPr/>
        </p:nvGraphicFramePr>
        <p:xfrm>
          <a:off x="7937501" y="28321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49" name="Equation" r:id="rId25" imgW="672840" imgH="444240" progId="Equation.3">
                  <p:embed/>
                </p:oleObj>
              </mc:Choice>
              <mc:Fallback>
                <p:oleObj name="Equation" r:id="rId25" imgW="672840" imgH="444240" progId="Equation.3">
                  <p:embed/>
                  <p:pic>
                    <p:nvPicPr>
                      <p:cNvPr id="29712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1" y="28321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9" name="Line 30"/>
          <p:cNvSpPr>
            <a:spLocks noChangeShapeType="1"/>
          </p:cNvSpPr>
          <p:nvPr/>
        </p:nvSpPr>
        <p:spPr bwMode="auto">
          <a:xfrm flipV="1">
            <a:off x="7696200" y="4572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9730" name="Freeform 31"/>
          <p:cNvSpPr>
            <a:spLocks/>
          </p:cNvSpPr>
          <p:nvPr/>
        </p:nvSpPr>
        <p:spPr bwMode="auto">
          <a:xfrm>
            <a:off x="6400800" y="44196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9731" name="Freeform 32"/>
          <p:cNvSpPr>
            <a:spLocks/>
          </p:cNvSpPr>
          <p:nvPr/>
        </p:nvSpPr>
        <p:spPr bwMode="auto">
          <a:xfrm>
            <a:off x="5105400" y="42291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29732" name="Freeform 33"/>
          <p:cNvSpPr>
            <a:spLocks/>
          </p:cNvSpPr>
          <p:nvPr/>
        </p:nvSpPr>
        <p:spPr bwMode="auto">
          <a:xfrm>
            <a:off x="3810000" y="36068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pSp>
        <p:nvGrpSpPr>
          <p:cNvPr id="29733" name="Group 34"/>
          <p:cNvGrpSpPr>
            <a:grpSpLocks/>
          </p:cNvGrpSpPr>
          <p:nvPr/>
        </p:nvGrpSpPr>
        <p:grpSpPr bwMode="auto">
          <a:xfrm>
            <a:off x="8534401" y="4597400"/>
            <a:ext cx="900113" cy="609600"/>
            <a:chOff x="4224" y="1824"/>
            <a:chExt cx="567" cy="384"/>
          </a:xfrm>
        </p:grpSpPr>
        <p:graphicFrame>
          <p:nvGraphicFramePr>
            <p:cNvPr id="29714" name="Object 35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650" name="Equation" r:id="rId27" imgW="672840" imgH="444240" progId="Equation.3">
                    <p:embed/>
                  </p:oleObj>
                </mc:Choice>
                <mc:Fallback>
                  <p:oleObj name="Equation" r:id="rId27" imgW="672840" imgH="444240" progId="Equation.3">
                    <p:embed/>
                    <p:pic>
                      <p:nvPicPr>
                        <p:cNvPr id="29714" name="Object 3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4" name="Line 36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aphicFrame>
        <p:nvGraphicFramePr>
          <p:cNvPr id="29713" name="Object 37"/>
          <p:cNvGraphicFramePr>
            <a:graphicFrameLocks noChangeAspect="1"/>
          </p:cNvGraphicFramePr>
          <p:nvPr/>
        </p:nvGraphicFramePr>
        <p:xfrm>
          <a:off x="4648200" y="1295400"/>
          <a:ext cx="251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51" name="Equation" r:id="rId28" imgW="2514600" imgH="583920" progId="Equation.3">
                  <p:embed/>
                </p:oleObj>
              </mc:Choice>
              <mc:Fallback>
                <p:oleObj name="Equation" r:id="rId28" imgW="2514600" imgH="583920" progId="Equation.3">
                  <p:embed/>
                  <p:pic>
                    <p:nvPicPr>
                      <p:cNvPr id="2971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295400"/>
                        <a:ext cx="251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1" name="Rectangle 2"/>
          <p:cNvSpPr>
            <a:spLocks noGrp="1" noChangeArrowheads="1"/>
          </p:cNvSpPr>
          <p:nvPr>
            <p:ph type="title"/>
          </p:nvPr>
        </p:nvSpPr>
        <p:spPr>
          <a:xfrm>
            <a:off x="2381250" y="457996"/>
            <a:ext cx="7886700" cy="649287"/>
          </a:xfrm>
        </p:spPr>
        <p:txBody>
          <a:bodyPr>
            <a:normAutofit fontScale="90000"/>
          </a:bodyPr>
          <a:lstStyle/>
          <a:p>
            <a:r>
              <a:rPr lang="en-US" altLang="ar-SA" b="1" dirty="0">
                <a:solidFill>
                  <a:srgbClr val="FF0000"/>
                </a:solidFill>
              </a:rPr>
              <a:t>Transition Function</a:t>
            </a:r>
          </a:p>
        </p:txBody>
      </p:sp>
      <p:sp>
        <p:nvSpPr>
          <p:cNvPr id="307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ar-SA"/>
              <a:t> </a:t>
            </a:r>
          </a:p>
        </p:txBody>
      </p:sp>
      <p:sp>
        <p:nvSpPr>
          <p:cNvPr id="307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04F4A37-DD68-4B19-811E-2374D09B2495}" type="slidenum">
              <a:rPr lang="ar-SA" altLang="ar-SA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41</a:t>
            </a:fld>
            <a:endParaRPr lang="en-US" altLang="ar-SA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631131"/>
              </p:ext>
            </p:extLst>
          </p:nvPr>
        </p:nvGraphicFramePr>
        <p:xfrm>
          <a:off x="7106000" y="590499"/>
          <a:ext cx="330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4" name="Equation" r:id="rId3" imgW="330120" imgH="419040" progId="Equation.3">
                  <p:embed/>
                </p:oleObj>
              </mc:Choice>
              <mc:Fallback>
                <p:oleObj name="Equation" r:id="rId3" imgW="330120" imgH="419040" progId="Equation.3">
                  <p:embed/>
                  <p:pic>
                    <p:nvPicPr>
                      <p:cNvPr id="307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6000" y="590499"/>
                        <a:ext cx="3302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3" name="Oval 5"/>
          <p:cNvSpPr>
            <a:spLocks noChangeArrowheads="1"/>
          </p:cNvSpPr>
          <p:nvPr/>
        </p:nvSpPr>
        <p:spPr bwMode="auto">
          <a:xfrm>
            <a:off x="44958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30764" name="Oval 6"/>
          <p:cNvSpPr>
            <a:spLocks noChangeArrowheads="1"/>
          </p:cNvSpPr>
          <p:nvPr/>
        </p:nvSpPr>
        <p:spPr bwMode="auto">
          <a:xfrm>
            <a:off x="7086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30765" name="Oval 7"/>
          <p:cNvSpPr>
            <a:spLocks noChangeArrowheads="1"/>
          </p:cNvSpPr>
          <p:nvPr/>
        </p:nvSpPr>
        <p:spPr bwMode="auto">
          <a:xfrm>
            <a:off x="83820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30766" name="Oval 8"/>
          <p:cNvSpPr>
            <a:spLocks noChangeArrowheads="1"/>
          </p:cNvSpPr>
          <p:nvPr/>
        </p:nvSpPr>
        <p:spPr bwMode="auto">
          <a:xfrm>
            <a:off x="97536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sp>
        <p:nvSpPr>
          <p:cNvPr id="30767" name="Line 9"/>
          <p:cNvSpPr>
            <a:spLocks noChangeShapeType="1"/>
          </p:cNvSpPr>
          <p:nvPr/>
        </p:nvSpPr>
        <p:spPr bwMode="auto">
          <a:xfrm>
            <a:off x="38862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30768" name="Line 10"/>
          <p:cNvSpPr>
            <a:spLocks noChangeShapeType="1"/>
          </p:cNvSpPr>
          <p:nvPr/>
        </p:nvSpPr>
        <p:spPr bwMode="auto">
          <a:xfrm>
            <a:off x="63246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30769" name="Line 11"/>
          <p:cNvSpPr>
            <a:spLocks noChangeShapeType="1"/>
          </p:cNvSpPr>
          <p:nvPr/>
        </p:nvSpPr>
        <p:spPr bwMode="auto">
          <a:xfrm>
            <a:off x="76200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30770" name="Line 12"/>
          <p:cNvSpPr>
            <a:spLocks noChangeShapeType="1"/>
          </p:cNvSpPr>
          <p:nvPr/>
        </p:nvSpPr>
        <p:spPr bwMode="auto">
          <a:xfrm>
            <a:off x="8915400" y="5918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30723" name="Object 13"/>
          <p:cNvGraphicFramePr>
            <a:graphicFrameLocks noChangeAspect="1"/>
          </p:cNvGraphicFramePr>
          <p:nvPr/>
        </p:nvGraphicFramePr>
        <p:xfrm>
          <a:off x="4572000" y="5613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5" name="Equation" r:id="rId5" imgW="419040" imgH="469800" progId="Equation.3">
                  <p:embed/>
                </p:oleObj>
              </mc:Choice>
              <mc:Fallback>
                <p:oleObj name="Equation" r:id="rId5" imgW="419040" imgH="469800" progId="Equation.3">
                  <p:embed/>
                  <p:pic>
                    <p:nvPicPr>
                      <p:cNvPr id="30723" name="Object 1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13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1" name="Oval 14"/>
          <p:cNvSpPr>
            <a:spLocks noChangeArrowheads="1"/>
          </p:cNvSpPr>
          <p:nvPr/>
        </p:nvSpPr>
        <p:spPr bwMode="auto">
          <a:xfrm>
            <a:off x="5791200" y="5613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30724" name="Object 15"/>
          <p:cNvGraphicFramePr>
            <a:graphicFrameLocks noChangeAspect="1"/>
          </p:cNvGraphicFramePr>
          <p:nvPr/>
        </p:nvGraphicFramePr>
        <p:xfrm>
          <a:off x="5905501" y="5613400"/>
          <a:ext cx="3413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6" name="Equation" r:id="rId7" imgW="342720" imgH="469800" progId="Equation.3">
                  <p:embed/>
                </p:oleObj>
              </mc:Choice>
              <mc:Fallback>
                <p:oleObj name="Equation" r:id="rId7" imgW="342720" imgH="469800" progId="Equation.3">
                  <p:embed/>
                  <p:pic>
                    <p:nvPicPr>
                      <p:cNvPr id="30724" name="Object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1" y="5613400"/>
                        <a:ext cx="3413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16"/>
          <p:cNvGraphicFramePr>
            <a:graphicFrameLocks noChangeAspect="1"/>
          </p:cNvGraphicFramePr>
          <p:nvPr/>
        </p:nvGraphicFramePr>
        <p:xfrm>
          <a:off x="7175501" y="5613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7" name="Equation" r:id="rId9" imgW="393480" imgH="469800" progId="Equation.3">
                  <p:embed/>
                </p:oleObj>
              </mc:Choice>
              <mc:Fallback>
                <p:oleObj name="Equation" r:id="rId9" imgW="393480" imgH="469800" progId="Equation.3">
                  <p:embed/>
                  <p:pic>
                    <p:nvPicPr>
                      <p:cNvPr id="30725" name="Object 1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1" y="5613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17"/>
          <p:cNvGraphicFramePr>
            <a:graphicFrameLocks noChangeAspect="1"/>
          </p:cNvGraphicFramePr>
          <p:nvPr/>
        </p:nvGraphicFramePr>
        <p:xfrm>
          <a:off x="8470901" y="5613400"/>
          <a:ext cx="3921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8" name="Equation" r:id="rId11" imgW="393480" imgH="469800" progId="Equation.3">
                  <p:embed/>
                </p:oleObj>
              </mc:Choice>
              <mc:Fallback>
                <p:oleObj name="Equation" r:id="rId11" imgW="393480" imgH="469800" progId="Equation.3">
                  <p:embed/>
                  <p:pic>
                    <p:nvPicPr>
                      <p:cNvPr id="30726" name="Object 1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01" y="5613400"/>
                        <a:ext cx="3921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18"/>
          <p:cNvGraphicFramePr>
            <a:graphicFrameLocks noChangeAspect="1"/>
          </p:cNvGraphicFramePr>
          <p:nvPr/>
        </p:nvGraphicFramePr>
        <p:xfrm>
          <a:off x="9829800" y="5613400"/>
          <a:ext cx="41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9" name="Equation" r:id="rId13" imgW="419040" imgH="469800" progId="Equation.3">
                  <p:embed/>
                </p:oleObj>
              </mc:Choice>
              <mc:Fallback>
                <p:oleObj name="Equation" r:id="rId13" imgW="419040" imgH="469800" progId="Equation.3">
                  <p:embed/>
                  <p:pic>
                    <p:nvPicPr>
                      <p:cNvPr id="30727" name="Object 1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9800" y="5613400"/>
                        <a:ext cx="41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2" name="Line 19"/>
          <p:cNvSpPr>
            <a:spLocks noChangeShapeType="1"/>
          </p:cNvSpPr>
          <p:nvPr/>
        </p:nvSpPr>
        <p:spPr bwMode="auto">
          <a:xfrm>
            <a:off x="5029200" y="59182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30728" name="Object 20"/>
          <p:cNvGraphicFramePr>
            <a:graphicFrameLocks noChangeAspect="1"/>
          </p:cNvGraphicFramePr>
          <p:nvPr/>
        </p:nvGraphicFramePr>
        <p:xfrm>
          <a:off x="5257801" y="561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0" name="Equation" r:id="rId15" imgW="266400" imgH="279360" progId="Equation.3">
                  <p:embed/>
                </p:oleObj>
              </mc:Choice>
              <mc:Fallback>
                <p:oleObj name="Equation" r:id="rId15" imgW="266400" imgH="279360" progId="Equation.3">
                  <p:embed/>
                  <p:pic>
                    <p:nvPicPr>
                      <p:cNvPr id="30728" name="Object 20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561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21"/>
          <p:cNvGraphicFramePr>
            <a:graphicFrameLocks noChangeAspect="1"/>
          </p:cNvGraphicFramePr>
          <p:nvPr/>
        </p:nvGraphicFramePr>
        <p:xfrm>
          <a:off x="6553200" y="5537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1" name="Equation" r:id="rId17" imgW="279360" imgH="380880" progId="Equation.3">
                  <p:embed/>
                </p:oleObj>
              </mc:Choice>
              <mc:Fallback>
                <p:oleObj name="Equation" r:id="rId17" imgW="279360" imgH="380880" progId="Equation.3">
                  <p:embed/>
                  <p:pic>
                    <p:nvPicPr>
                      <p:cNvPr id="30729" name="Object 2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537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0" name="Object 22"/>
          <p:cNvGraphicFramePr>
            <a:graphicFrameLocks noChangeAspect="1"/>
          </p:cNvGraphicFramePr>
          <p:nvPr/>
        </p:nvGraphicFramePr>
        <p:xfrm>
          <a:off x="7848600" y="5537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2" name="Equation" r:id="rId19" imgW="279360" imgH="380880" progId="Equation.3">
                  <p:embed/>
                </p:oleObj>
              </mc:Choice>
              <mc:Fallback>
                <p:oleObj name="Equation" r:id="rId19" imgW="279360" imgH="380880" progId="Equation.3">
                  <p:embed/>
                  <p:pic>
                    <p:nvPicPr>
                      <p:cNvPr id="30730" name="Object 2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0" y="5537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1" name="Object 23"/>
          <p:cNvGraphicFramePr>
            <a:graphicFrameLocks noChangeAspect="1"/>
          </p:cNvGraphicFramePr>
          <p:nvPr/>
        </p:nvGraphicFramePr>
        <p:xfrm>
          <a:off x="9144001" y="561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3" name="Equation" r:id="rId20" imgW="266400" imgH="279360" progId="Equation.3">
                  <p:embed/>
                </p:oleObj>
              </mc:Choice>
              <mc:Fallback>
                <p:oleObj name="Equation" r:id="rId20" imgW="266400" imgH="279360" progId="Equation.3">
                  <p:embed/>
                  <p:pic>
                    <p:nvPicPr>
                      <p:cNvPr id="30731" name="Object 2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1" y="561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3" name="Oval 24"/>
          <p:cNvSpPr>
            <a:spLocks noChangeArrowheads="1"/>
          </p:cNvSpPr>
          <p:nvPr/>
        </p:nvSpPr>
        <p:spPr bwMode="auto">
          <a:xfrm>
            <a:off x="9156700" y="43307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aphicFrame>
        <p:nvGraphicFramePr>
          <p:cNvPr id="30732" name="Object 25"/>
          <p:cNvGraphicFramePr>
            <a:graphicFrameLocks noChangeAspect="1"/>
          </p:cNvGraphicFramePr>
          <p:nvPr/>
        </p:nvGraphicFramePr>
        <p:xfrm>
          <a:off x="9232901" y="4330700"/>
          <a:ext cx="404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4" name="Equation" r:id="rId21" imgW="406080" imgH="469800" progId="Equation.3">
                  <p:embed/>
                </p:oleObj>
              </mc:Choice>
              <mc:Fallback>
                <p:oleObj name="Equation" r:id="rId21" imgW="406080" imgH="469800" progId="Equation.3">
                  <p:embed/>
                  <p:pic>
                    <p:nvPicPr>
                      <p:cNvPr id="30732" name="Object 2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2901" y="4330700"/>
                        <a:ext cx="404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3" name="Object 26"/>
          <p:cNvGraphicFramePr>
            <a:graphicFrameLocks noChangeAspect="1"/>
          </p:cNvGraphicFramePr>
          <p:nvPr/>
        </p:nvGraphicFramePr>
        <p:xfrm>
          <a:off x="6096001" y="5156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5" name="Equation" r:id="rId23" imgW="266400" imgH="279360" progId="Equation.3">
                  <p:embed/>
                </p:oleObj>
              </mc:Choice>
              <mc:Fallback>
                <p:oleObj name="Equation" r:id="rId23" imgW="266400" imgH="279360" progId="Equation.3">
                  <p:embed/>
                  <p:pic>
                    <p:nvPicPr>
                      <p:cNvPr id="30733" name="Object 2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5156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4" name="Object 27"/>
          <p:cNvGraphicFramePr>
            <a:graphicFrameLocks noChangeAspect="1"/>
          </p:cNvGraphicFramePr>
          <p:nvPr/>
        </p:nvGraphicFramePr>
        <p:xfrm>
          <a:off x="7315201" y="5232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6" name="Equation" r:id="rId24" imgW="266400" imgH="279360" progId="Equation.3">
                  <p:embed/>
                </p:oleObj>
              </mc:Choice>
              <mc:Fallback>
                <p:oleObj name="Equation" r:id="rId24" imgW="266400" imgH="279360" progId="Equation.3">
                  <p:embed/>
                  <p:pic>
                    <p:nvPicPr>
                      <p:cNvPr id="30734" name="Object 2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1" y="5232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5" name="Object 28"/>
          <p:cNvGraphicFramePr>
            <a:graphicFrameLocks noChangeAspect="1"/>
          </p:cNvGraphicFramePr>
          <p:nvPr/>
        </p:nvGraphicFramePr>
        <p:xfrm>
          <a:off x="8610600" y="51562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7" name="Equation" r:id="rId25" imgW="279360" imgH="380880" progId="Equation.3">
                  <p:embed/>
                </p:oleObj>
              </mc:Choice>
              <mc:Fallback>
                <p:oleObj name="Equation" r:id="rId25" imgW="279360" imgH="380880" progId="Equation.3">
                  <p:embed/>
                  <p:pic>
                    <p:nvPicPr>
                      <p:cNvPr id="30735" name="Object 28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51562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29"/>
          <p:cNvGraphicFramePr>
            <a:graphicFrameLocks noChangeAspect="1"/>
          </p:cNvGraphicFramePr>
          <p:nvPr/>
        </p:nvGraphicFramePr>
        <p:xfrm>
          <a:off x="4724400" y="5080000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8" name="Equation" r:id="rId26" imgW="279360" imgH="380880" progId="Equation.3">
                  <p:embed/>
                </p:oleObj>
              </mc:Choice>
              <mc:Fallback>
                <p:oleObj name="Equation" r:id="rId26" imgW="279360" imgH="380880" progId="Equation.3">
                  <p:embed/>
                  <p:pic>
                    <p:nvPicPr>
                      <p:cNvPr id="30736" name="Object 29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5080000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4" name="Freeform 30"/>
          <p:cNvSpPr>
            <a:spLocks/>
          </p:cNvSpPr>
          <p:nvPr/>
        </p:nvSpPr>
        <p:spPr bwMode="auto">
          <a:xfrm>
            <a:off x="8991600" y="3556000"/>
            <a:ext cx="660400" cy="850900"/>
          </a:xfrm>
          <a:custGeom>
            <a:avLst/>
            <a:gdLst>
              <a:gd name="T0" fmla="*/ 383063737 w 416"/>
              <a:gd name="T1" fmla="*/ 1350803532 h 536"/>
              <a:gd name="T2" fmla="*/ 20161250 w 416"/>
              <a:gd name="T3" fmla="*/ 504031219 h 536"/>
              <a:gd name="T4" fmla="*/ 504031301 w 416"/>
              <a:gd name="T5" fmla="*/ 20161247 h 536"/>
              <a:gd name="T6" fmla="*/ 987901357 w 416"/>
              <a:gd name="T7" fmla="*/ 383063675 h 536"/>
              <a:gd name="T8" fmla="*/ 866933892 w 416"/>
              <a:gd name="T9" fmla="*/ 1229836087 h 5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6"/>
              <a:gd name="T16" fmla="*/ 0 h 536"/>
              <a:gd name="T17" fmla="*/ 416 w 416"/>
              <a:gd name="T18" fmla="*/ 536 h 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6" h="536">
                <a:moveTo>
                  <a:pt x="152" y="536"/>
                </a:moveTo>
                <a:cubicBezTo>
                  <a:pt x="76" y="412"/>
                  <a:pt x="0" y="288"/>
                  <a:pt x="8" y="200"/>
                </a:cubicBezTo>
                <a:cubicBezTo>
                  <a:pt x="16" y="112"/>
                  <a:pt x="136" y="16"/>
                  <a:pt x="200" y="8"/>
                </a:cubicBezTo>
                <a:cubicBezTo>
                  <a:pt x="264" y="0"/>
                  <a:pt x="368" y="72"/>
                  <a:pt x="392" y="152"/>
                </a:cubicBezTo>
                <a:cubicBezTo>
                  <a:pt x="416" y="232"/>
                  <a:pt x="380" y="360"/>
                  <a:pt x="344" y="48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graphicFrame>
        <p:nvGraphicFramePr>
          <p:cNvPr id="30737" name="Object 31"/>
          <p:cNvGraphicFramePr>
            <a:graphicFrameLocks noChangeAspect="1"/>
          </p:cNvGraphicFramePr>
          <p:nvPr/>
        </p:nvGraphicFramePr>
        <p:xfrm>
          <a:off x="9004301" y="3111501"/>
          <a:ext cx="671513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69" name="Equation" r:id="rId27" imgW="672840" imgH="444240" progId="Equation.3">
                  <p:embed/>
                </p:oleObj>
              </mc:Choice>
              <mc:Fallback>
                <p:oleObj name="Equation" r:id="rId27" imgW="672840" imgH="444240" progId="Equation.3">
                  <p:embed/>
                  <p:pic>
                    <p:nvPicPr>
                      <p:cNvPr id="30737" name="Object 31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4301" y="3111501"/>
                        <a:ext cx="671513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5" name="Line 32"/>
          <p:cNvSpPr>
            <a:spLocks noChangeShapeType="1"/>
          </p:cNvSpPr>
          <p:nvPr/>
        </p:nvSpPr>
        <p:spPr bwMode="auto">
          <a:xfrm flipV="1">
            <a:off x="8763000" y="48514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30776" name="Freeform 33"/>
          <p:cNvSpPr>
            <a:spLocks/>
          </p:cNvSpPr>
          <p:nvPr/>
        </p:nvSpPr>
        <p:spPr bwMode="auto">
          <a:xfrm>
            <a:off x="7467600" y="4699000"/>
            <a:ext cx="1752600" cy="990600"/>
          </a:xfrm>
          <a:custGeom>
            <a:avLst/>
            <a:gdLst>
              <a:gd name="T0" fmla="*/ 0 w 1104"/>
              <a:gd name="T1" fmla="*/ 1572577282 h 624"/>
              <a:gd name="T2" fmla="*/ 1088707415 w 1104"/>
              <a:gd name="T3" fmla="*/ 483870009 h 624"/>
              <a:gd name="T4" fmla="*/ 2147483647 w 1104"/>
              <a:gd name="T5" fmla="*/ 0 h 624"/>
              <a:gd name="T6" fmla="*/ 0 60000 65536"/>
              <a:gd name="T7" fmla="*/ 0 60000 65536"/>
              <a:gd name="T8" fmla="*/ 0 60000 65536"/>
              <a:gd name="T9" fmla="*/ 0 w 1104"/>
              <a:gd name="T10" fmla="*/ 0 h 624"/>
              <a:gd name="T11" fmla="*/ 1104 w 1104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624">
                <a:moveTo>
                  <a:pt x="0" y="624"/>
                </a:moveTo>
                <a:cubicBezTo>
                  <a:pt x="124" y="460"/>
                  <a:pt x="248" y="296"/>
                  <a:pt x="432" y="192"/>
                </a:cubicBezTo>
                <a:cubicBezTo>
                  <a:pt x="616" y="88"/>
                  <a:pt x="860" y="44"/>
                  <a:pt x="110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30777" name="Freeform 34"/>
          <p:cNvSpPr>
            <a:spLocks/>
          </p:cNvSpPr>
          <p:nvPr/>
        </p:nvSpPr>
        <p:spPr bwMode="auto">
          <a:xfrm>
            <a:off x="6172200" y="4508500"/>
            <a:ext cx="2971800" cy="1181100"/>
          </a:xfrm>
          <a:custGeom>
            <a:avLst/>
            <a:gdLst>
              <a:gd name="T0" fmla="*/ 0 w 1872"/>
              <a:gd name="T1" fmla="*/ 1874996428 h 744"/>
              <a:gd name="T2" fmla="*/ 1814512820 w 1872"/>
              <a:gd name="T3" fmla="*/ 302418750 h 744"/>
              <a:gd name="T4" fmla="*/ 2147483647 w 1872"/>
              <a:gd name="T5" fmla="*/ 60483755 h 744"/>
              <a:gd name="T6" fmla="*/ 0 60000 65536"/>
              <a:gd name="T7" fmla="*/ 0 60000 65536"/>
              <a:gd name="T8" fmla="*/ 0 60000 65536"/>
              <a:gd name="T9" fmla="*/ 0 w 1872"/>
              <a:gd name="T10" fmla="*/ 0 h 744"/>
              <a:gd name="T11" fmla="*/ 1872 w 1872"/>
              <a:gd name="T12" fmla="*/ 744 h 7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744">
                <a:moveTo>
                  <a:pt x="0" y="744"/>
                </a:moveTo>
                <a:cubicBezTo>
                  <a:pt x="204" y="492"/>
                  <a:pt x="408" y="240"/>
                  <a:pt x="720" y="120"/>
                </a:cubicBezTo>
                <a:cubicBezTo>
                  <a:pt x="1032" y="0"/>
                  <a:pt x="1452" y="12"/>
                  <a:pt x="1872" y="2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30778" name="Freeform 35"/>
          <p:cNvSpPr>
            <a:spLocks/>
          </p:cNvSpPr>
          <p:nvPr/>
        </p:nvSpPr>
        <p:spPr bwMode="auto">
          <a:xfrm>
            <a:off x="4876800" y="3886200"/>
            <a:ext cx="4343400" cy="1803400"/>
          </a:xfrm>
          <a:custGeom>
            <a:avLst/>
            <a:gdLst>
              <a:gd name="T0" fmla="*/ 0 w 2736"/>
              <a:gd name="T1" fmla="*/ 2147483647 h 1136"/>
              <a:gd name="T2" fmla="*/ 1814512646 w 2736"/>
              <a:gd name="T3" fmla="*/ 322579961 h 1136"/>
              <a:gd name="T4" fmla="*/ 2147483647 w 2736"/>
              <a:gd name="T5" fmla="*/ 927417498 h 1136"/>
              <a:gd name="T6" fmla="*/ 0 60000 65536"/>
              <a:gd name="T7" fmla="*/ 0 60000 65536"/>
              <a:gd name="T8" fmla="*/ 0 60000 65536"/>
              <a:gd name="T9" fmla="*/ 0 w 2736"/>
              <a:gd name="T10" fmla="*/ 0 h 1136"/>
              <a:gd name="T11" fmla="*/ 2736 w 2736"/>
              <a:gd name="T12" fmla="*/ 1136 h 11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6" h="1136">
                <a:moveTo>
                  <a:pt x="0" y="1136"/>
                </a:moveTo>
                <a:cubicBezTo>
                  <a:pt x="132" y="696"/>
                  <a:pt x="264" y="256"/>
                  <a:pt x="720" y="128"/>
                </a:cubicBezTo>
                <a:cubicBezTo>
                  <a:pt x="1176" y="0"/>
                  <a:pt x="1956" y="184"/>
                  <a:pt x="2736" y="36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ar-SA"/>
          </a:p>
        </p:txBody>
      </p:sp>
      <p:sp>
        <p:nvSpPr>
          <p:cNvPr id="30787" name="Oval 47"/>
          <p:cNvSpPr>
            <a:spLocks noChangeArrowheads="1"/>
          </p:cNvSpPr>
          <p:nvPr/>
        </p:nvSpPr>
        <p:spPr bwMode="auto">
          <a:xfrm>
            <a:off x="9601200" y="5461000"/>
            <a:ext cx="838200" cy="838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ar-JO" altLang="ar-SA"/>
          </a:p>
        </p:txBody>
      </p:sp>
      <p:grpSp>
        <p:nvGrpSpPr>
          <p:cNvPr id="30789" name="Group 66"/>
          <p:cNvGrpSpPr>
            <a:grpSpLocks/>
          </p:cNvGrpSpPr>
          <p:nvPr/>
        </p:nvGrpSpPr>
        <p:grpSpPr bwMode="auto">
          <a:xfrm>
            <a:off x="9601201" y="4876800"/>
            <a:ext cx="900113" cy="609600"/>
            <a:chOff x="4224" y="1824"/>
            <a:chExt cx="567" cy="384"/>
          </a:xfrm>
        </p:grpSpPr>
        <p:graphicFrame>
          <p:nvGraphicFramePr>
            <p:cNvPr id="30759" name="Object 67"/>
            <p:cNvGraphicFramePr>
              <a:graphicFrameLocks noChangeAspect="1"/>
            </p:cNvGraphicFramePr>
            <p:nvPr/>
          </p:nvGraphicFramePr>
          <p:xfrm>
            <a:off x="4368" y="1824"/>
            <a:ext cx="423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0" name="Equation" r:id="rId29" imgW="672840" imgH="444240" progId="Equation.3">
                    <p:embed/>
                  </p:oleObj>
                </mc:Choice>
                <mc:Fallback>
                  <p:oleObj name="Equation" r:id="rId29" imgW="672840" imgH="444240" progId="Equation.3">
                    <p:embed/>
                    <p:pic>
                      <p:nvPicPr>
                        <p:cNvPr id="30759" name="Object 6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423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90" name="Line 68"/>
            <p:cNvSpPr>
              <a:spLocks noChangeShapeType="1"/>
            </p:cNvSpPr>
            <p:nvPr/>
          </p:nvSpPr>
          <p:spPr bwMode="auto">
            <a:xfrm flipH="1" flipV="1">
              <a:off x="4224" y="1824"/>
              <a:ext cx="192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D205BAEA-7BE6-4598-8CAB-F67768310AA4}"/>
              </a:ext>
            </a:extLst>
          </p:cNvPr>
          <p:cNvGrpSpPr/>
          <p:nvPr/>
        </p:nvGrpSpPr>
        <p:grpSpPr>
          <a:xfrm>
            <a:off x="444501" y="1640812"/>
            <a:ext cx="2819400" cy="4267200"/>
            <a:chOff x="1828800" y="762000"/>
            <a:chExt cx="2819400" cy="4267200"/>
          </a:xfrm>
        </p:grpSpPr>
        <p:sp>
          <p:nvSpPr>
            <p:cNvPr id="30779" name="Rectangle 39"/>
            <p:cNvSpPr>
              <a:spLocks noChangeArrowheads="1"/>
            </p:cNvSpPr>
            <p:nvPr/>
          </p:nvSpPr>
          <p:spPr bwMode="auto">
            <a:xfrm>
              <a:off x="1828800" y="762000"/>
              <a:ext cx="2819400" cy="4267200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defRPr sz="3200">
                  <a:solidFill>
                    <a:schemeClr val="accent2"/>
                  </a:solidFill>
                  <a:latin typeface="Comic Sans MS" panose="030F0702030302020204" pitchFamily="66" charset="0"/>
                </a:defRPr>
              </a:lvl9pPr>
            </a:lstStyle>
            <a:p>
              <a:endParaRPr lang="ar-JO" altLang="ar-SA"/>
            </a:p>
          </p:txBody>
        </p:sp>
        <p:sp>
          <p:nvSpPr>
            <p:cNvPr id="30780" name="Line 40"/>
            <p:cNvSpPr>
              <a:spLocks noChangeShapeType="1"/>
            </p:cNvSpPr>
            <p:nvPr/>
          </p:nvSpPr>
          <p:spPr bwMode="auto">
            <a:xfrm>
              <a:off x="2667000" y="762000"/>
              <a:ext cx="0" cy="426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0781" name="Line 41"/>
            <p:cNvSpPr>
              <a:spLocks noChangeShapeType="1"/>
            </p:cNvSpPr>
            <p:nvPr/>
          </p:nvSpPr>
          <p:spPr bwMode="auto">
            <a:xfrm>
              <a:off x="3733800" y="7620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0782" name="Line 42"/>
            <p:cNvSpPr>
              <a:spLocks noChangeShapeType="1"/>
            </p:cNvSpPr>
            <p:nvPr/>
          </p:nvSpPr>
          <p:spPr bwMode="auto">
            <a:xfrm flipV="1">
              <a:off x="1828800" y="1371600"/>
              <a:ext cx="2819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0783" name="Line 43"/>
            <p:cNvSpPr>
              <a:spLocks noChangeShapeType="1"/>
            </p:cNvSpPr>
            <p:nvPr/>
          </p:nvSpPr>
          <p:spPr bwMode="auto">
            <a:xfrm flipV="1">
              <a:off x="1828800" y="19812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0784" name="Line 44"/>
            <p:cNvSpPr>
              <a:spLocks noChangeShapeType="1"/>
            </p:cNvSpPr>
            <p:nvPr/>
          </p:nvSpPr>
          <p:spPr bwMode="auto">
            <a:xfrm flipV="1">
              <a:off x="1828800" y="2590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0785" name="Line 45"/>
            <p:cNvSpPr>
              <a:spLocks noChangeShapeType="1"/>
            </p:cNvSpPr>
            <p:nvPr/>
          </p:nvSpPr>
          <p:spPr bwMode="auto">
            <a:xfrm flipV="1">
              <a:off x="1828800" y="32004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sp>
          <p:nvSpPr>
            <p:cNvPr id="30786" name="Line 46"/>
            <p:cNvSpPr>
              <a:spLocks noChangeShapeType="1"/>
            </p:cNvSpPr>
            <p:nvPr/>
          </p:nvSpPr>
          <p:spPr bwMode="auto">
            <a:xfrm flipV="1">
              <a:off x="1828800" y="38100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30738" name="Object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7393533"/>
                </p:ext>
              </p:extLst>
            </p:nvPr>
          </p:nvGraphicFramePr>
          <p:xfrm>
            <a:off x="2133600" y="914401"/>
            <a:ext cx="279400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1" name="Equation" r:id="rId30" imgW="279360" imgH="342720" progId="Equation.3">
                    <p:embed/>
                  </p:oleObj>
                </mc:Choice>
                <mc:Fallback>
                  <p:oleObj name="Equation" r:id="rId30" imgW="279360" imgH="342720" progId="Equation.3">
                    <p:embed/>
                    <p:pic>
                      <p:nvPicPr>
                        <p:cNvPr id="30738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3600" y="914401"/>
                          <a:ext cx="279400" cy="341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9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7518142"/>
                </p:ext>
              </p:extLst>
            </p:nvPr>
          </p:nvGraphicFramePr>
          <p:xfrm>
            <a:off x="3124201" y="990600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2" name="Equation" r:id="rId32" imgW="266400" imgH="279360" progId="Equation.3">
                    <p:embed/>
                  </p:oleObj>
                </mc:Choice>
                <mc:Fallback>
                  <p:oleObj name="Equation" r:id="rId32" imgW="266400" imgH="279360" progId="Equation.3">
                    <p:embed/>
                    <p:pic>
                      <p:nvPicPr>
                        <p:cNvPr id="30739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201" y="990600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0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8258995"/>
                </p:ext>
              </p:extLst>
            </p:nvPr>
          </p:nvGraphicFramePr>
          <p:xfrm>
            <a:off x="4114800" y="914400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3" name="Equation" r:id="rId33" imgW="279360" imgH="380880" progId="Equation.3">
                    <p:embed/>
                  </p:oleObj>
                </mc:Choice>
                <mc:Fallback>
                  <p:oleObj name="Equation" r:id="rId33" imgW="279360" imgH="380880" progId="Equation.3">
                    <p:embed/>
                    <p:pic>
                      <p:nvPicPr>
                        <p:cNvPr id="3074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4800" y="914400"/>
                          <a:ext cx="2794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1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4576677"/>
                </p:ext>
              </p:extLst>
            </p:nvPr>
          </p:nvGraphicFramePr>
          <p:xfrm>
            <a:off x="2057400" y="14478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4" name="Equation" r:id="rId34" imgW="419040" imgH="469800" progId="Equation.3">
                    <p:embed/>
                  </p:oleObj>
                </mc:Choice>
                <mc:Fallback>
                  <p:oleObj name="Equation" r:id="rId34" imgW="419040" imgH="469800" progId="Equation.3">
                    <p:embed/>
                    <p:pic>
                      <p:nvPicPr>
                        <p:cNvPr id="30741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0" y="14478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2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7155927"/>
                </p:ext>
              </p:extLst>
            </p:nvPr>
          </p:nvGraphicFramePr>
          <p:xfrm>
            <a:off x="2057401" y="2057400"/>
            <a:ext cx="3413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5" name="Equation" r:id="rId35" imgW="342720" imgH="469800" progId="Equation.3">
                    <p:embed/>
                  </p:oleObj>
                </mc:Choice>
                <mc:Fallback>
                  <p:oleObj name="Equation" r:id="rId35" imgW="342720" imgH="469800" progId="Equation.3">
                    <p:embed/>
                    <p:pic>
                      <p:nvPicPr>
                        <p:cNvPr id="30742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1" y="2057400"/>
                          <a:ext cx="3413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3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1601705"/>
                </p:ext>
              </p:extLst>
            </p:nvPr>
          </p:nvGraphicFramePr>
          <p:xfrm>
            <a:off x="2057401" y="26670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6" name="Equation" r:id="rId36" imgW="393480" imgH="469800" progId="Equation.3">
                    <p:embed/>
                  </p:oleObj>
                </mc:Choice>
                <mc:Fallback>
                  <p:oleObj name="Equation" r:id="rId36" imgW="393480" imgH="469800" progId="Equation.3">
                    <p:embed/>
                    <p:pic>
                      <p:nvPicPr>
                        <p:cNvPr id="30743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1" y="26670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4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9479493"/>
                </p:ext>
              </p:extLst>
            </p:nvPr>
          </p:nvGraphicFramePr>
          <p:xfrm>
            <a:off x="2057401" y="32766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7" name="Equation" r:id="rId37" imgW="393480" imgH="469800" progId="Equation.3">
                    <p:embed/>
                  </p:oleObj>
                </mc:Choice>
                <mc:Fallback>
                  <p:oleObj name="Equation" r:id="rId37" imgW="393480" imgH="469800" progId="Equation.3">
                    <p:embed/>
                    <p:pic>
                      <p:nvPicPr>
                        <p:cNvPr id="30744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1" y="32766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5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1708313"/>
                </p:ext>
              </p:extLst>
            </p:nvPr>
          </p:nvGraphicFramePr>
          <p:xfrm>
            <a:off x="2057400" y="38862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8" name="Equation" r:id="rId38" imgW="419040" imgH="469800" progId="Equation.3">
                    <p:embed/>
                  </p:oleObj>
                </mc:Choice>
                <mc:Fallback>
                  <p:oleObj name="Equation" r:id="rId38" imgW="419040" imgH="469800" progId="Equation.3">
                    <p:embed/>
                    <p:pic>
                      <p:nvPicPr>
                        <p:cNvPr id="30745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0" y="38862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88" name="Line 56"/>
            <p:cNvSpPr>
              <a:spLocks noChangeShapeType="1"/>
            </p:cNvSpPr>
            <p:nvPr/>
          </p:nvSpPr>
          <p:spPr bwMode="auto">
            <a:xfrm flipV="1">
              <a:off x="1828800" y="44196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ar-SA"/>
            </a:p>
          </p:txBody>
        </p:sp>
        <p:graphicFrame>
          <p:nvGraphicFramePr>
            <p:cNvPr id="30746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9416636"/>
                </p:ext>
              </p:extLst>
            </p:nvPr>
          </p:nvGraphicFramePr>
          <p:xfrm>
            <a:off x="2057401" y="44958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79" name="Equation" r:id="rId39" imgW="406080" imgH="469800" progId="Equation.3">
                    <p:embed/>
                  </p:oleObj>
                </mc:Choice>
                <mc:Fallback>
                  <p:oleObj name="Equation" r:id="rId39" imgW="406080" imgH="469800" progId="Equation.3">
                    <p:embed/>
                    <p:pic>
                      <p:nvPicPr>
                        <p:cNvPr id="30746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7401" y="44958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7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7496218"/>
                </p:ext>
              </p:extLst>
            </p:nvPr>
          </p:nvGraphicFramePr>
          <p:xfrm>
            <a:off x="3048001" y="1447800"/>
            <a:ext cx="3413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0" name="Equation" r:id="rId40" imgW="342720" imgH="469800" progId="Equation.3">
                    <p:embed/>
                  </p:oleObj>
                </mc:Choice>
                <mc:Fallback>
                  <p:oleObj name="Equation" r:id="rId40" imgW="342720" imgH="469800" progId="Equation.3">
                    <p:embed/>
                    <p:pic>
                      <p:nvPicPr>
                        <p:cNvPr id="30747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1" y="1447800"/>
                          <a:ext cx="3413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8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5852225"/>
                </p:ext>
              </p:extLst>
            </p:nvPr>
          </p:nvGraphicFramePr>
          <p:xfrm>
            <a:off x="4006851" y="14478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1" name="Equation" r:id="rId41" imgW="406080" imgH="469800" progId="Equation.3">
                    <p:embed/>
                  </p:oleObj>
                </mc:Choice>
                <mc:Fallback>
                  <p:oleObj name="Equation" r:id="rId41" imgW="406080" imgH="469800" progId="Equation.3">
                    <p:embed/>
                    <p:pic>
                      <p:nvPicPr>
                        <p:cNvPr id="30748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6851" y="14478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9" name="Object 6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7576650"/>
                </p:ext>
              </p:extLst>
            </p:nvPr>
          </p:nvGraphicFramePr>
          <p:xfrm>
            <a:off x="3048001" y="20574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2" name="Equation" r:id="rId42" imgW="406080" imgH="469800" progId="Equation.3">
                    <p:embed/>
                  </p:oleObj>
                </mc:Choice>
                <mc:Fallback>
                  <p:oleObj name="Equation" r:id="rId42" imgW="406080" imgH="469800" progId="Equation.3">
                    <p:embed/>
                    <p:pic>
                      <p:nvPicPr>
                        <p:cNvPr id="30749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8001" y="20574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0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9136921"/>
                </p:ext>
              </p:extLst>
            </p:nvPr>
          </p:nvGraphicFramePr>
          <p:xfrm>
            <a:off x="4038601" y="20574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3" name="Equation" r:id="rId43" imgW="393480" imgH="469800" progId="Equation.3">
                    <p:embed/>
                  </p:oleObj>
                </mc:Choice>
                <mc:Fallback>
                  <p:oleObj name="Equation" r:id="rId43" imgW="393480" imgH="469800" progId="Equation.3">
                    <p:embed/>
                    <p:pic>
                      <p:nvPicPr>
                        <p:cNvPr id="3075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601" y="20574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1" name="Object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2707507"/>
                </p:ext>
              </p:extLst>
            </p:nvPr>
          </p:nvGraphicFramePr>
          <p:xfrm>
            <a:off x="2881314" y="2514600"/>
            <a:ext cx="536575" cy="68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4" name="Equation" r:id="rId44" imgW="190440" imgH="241200" progId="Equation.3">
                    <p:embed/>
                  </p:oleObj>
                </mc:Choice>
                <mc:Fallback>
                  <p:oleObj name="Equation" r:id="rId44" imgW="190440" imgH="241200" progId="Equation.3">
                    <p:embed/>
                    <p:pic>
                      <p:nvPicPr>
                        <p:cNvPr id="30751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314" y="2514600"/>
                          <a:ext cx="536575" cy="685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2" name="Object 6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623248"/>
                </p:ext>
              </p:extLst>
            </p:nvPr>
          </p:nvGraphicFramePr>
          <p:xfrm>
            <a:off x="4038601" y="2667000"/>
            <a:ext cx="3921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5" name="Equation" r:id="rId46" imgW="393480" imgH="469800" progId="Equation.3">
                    <p:embed/>
                  </p:oleObj>
                </mc:Choice>
                <mc:Fallback>
                  <p:oleObj name="Equation" r:id="rId46" imgW="393480" imgH="469800" progId="Equation.3">
                    <p:embed/>
                    <p:pic>
                      <p:nvPicPr>
                        <p:cNvPr id="30752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601" y="2667000"/>
                          <a:ext cx="3921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3" name="Object 6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5944021"/>
                </p:ext>
              </p:extLst>
            </p:nvPr>
          </p:nvGraphicFramePr>
          <p:xfrm>
            <a:off x="2971800" y="3276600"/>
            <a:ext cx="4191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6" name="Equation" r:id="rId47" imgW="419040" imgH="469800" progId="Equation.3">
                    <p:embed/>
                  </p:oleObj>
                </mc:Choice>
                <mc:Fallback>
                  <p:oleObj name="Equation" r:id="rId47" imgW="419040" imgH="469800" progId="Equation.3">
                    <p:embed/>
                    <p:pic>
                      <p:nvPicPr>
                        <p:cNvPr id="30753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800" y="3276600"/>
                          <a:ext cx="419100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4" name="Object 6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6731233"/>
                </p:ext>
              </p:extLst>
            </p:nvPr>
          </p:nvGraphicFramePr>
          <p:xfrm>
            <a:off x="3962401" y="32766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7" name="Equation" r:id="rId48" imgW="406080" imgH="469800" progId="Equation.3">
                    <p:embed/>
                  </p:oleObj>
                </mc:Choice>
                <mc:Fallback>
                  <p:oleObj name="Equation" r:id="rId48" imgW="406080" imgH="469800" progId="Equation.3">
                    <p:embed/>
                    <p:pic>
                      <p:nvPicPr>
                        <p:cNvPr id="30754" name="Object 6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1" y="32766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5" name="Object 6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6722147"/>
                </p:ext>
              </p:extLst>
            </p:nvPr>
          </p:nvGraphicFramePr>
          <p:xfrm>
            <a:off x="3962401" y="44958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8" name="Equation" r:id="rId49" imgW="406080" imgH="469800" progId="Equation.3">
                    <p:embed/>
                  </p:oleObj>
                </mc:Choice>
                <mc:Fallback>
                  <p:oleObj name="Equation" r:id="rId49" imgW="406080" imgH="469800" progId="Equation.3">
                    <p:embed/>
                    <p:pic>
                      <p:nvPicPr>
                        <p:cNvPr id="30755" name="Object 6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1" y="44958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6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3846929"/>
                </p:ext>
              </p:extLst>
            </p:nvPr>
          </p:nvGraphicFramePr>
          <p:xfrm>
            <a:off x="2971801" y="44958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89" name="Equation" r:id="rId50" imgW="406080" imgH="469800" progId="Equation.3">
                    <p:embed/>
                  </p:oleObj>
                </mc:Choice>
                <mc:Fallback>
                  <p:oleObj name="Equation" r:id="rId50" imgW="406080" imgH="469800" progId="Equation.3">
                    <p:embed/>
                    <p:pic>
                      <p:nvPicPr>
                        <p:cNvPr id="30756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801" y="44958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7" name="Object 7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7978647"/>
                </p:ext>
              </p:extLst>
            </p:nvPr>
          </p:nvGraphicFramePr>
          <p:xfrm>
            <a:off x="3962401" y="38862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90" name="Equation" r:id="rId51" imgW="406080" imgH="469800" progId="Equation.3">
                    <p:embed/>
                  </p:oleObj>
                </mc:Choice>
                <mc:Fallback>
                  <p:oleObj name="Equation" r:id="rId51" imgW="406080" imgH="469800" progId="Equation.3">
                    <p:embed/>
                    <p:pic>
                      <p:nvPicPr>
                        <p:cNvPr id="30757" name="Object 7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401" y="38862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8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7208990"/>
                </p:ext>
              </p:extLst>
            </p:nvPr>
          </p:nvGraphicFramePr>
          <p:xfrm>
            <a:off x="2971801" y="3886200"/>
            <a:ext cx="404813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91" name="Equation" r:id="rId52" imgW="406080" imgH="469800" progId="Equation.3">
                    <p:embed/>
                  </p:oleObj>
                </mc:Choice>
                <mc:Fallback>
                  <p:oleObj name="Equation" r:id="rId52" imgW="406080" imgH="469800" progId="Equation.3">
                    <p:embed/>
                    <p:pic>
                      <p:nvPicPr>
                        <p:cNvPr id="30758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801" y="3886200"/>
                          <a:ext cx="404813" cy="469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9E726C9-CDE4-440E-B19B-8595F3F0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FF0CB4F-8E70-4884-B5B9-DCE06780B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Regular Expression</a:t>
            </a:r>
            <a:endParaRPr lang="ar-SA" sz="3200" dirty="0">
              <a:solidFill>
                <a:srgbClr val="0070C0"/>
              </a:solidFill>
            </a:endParaRPr>
          </a:p>
          <a:p>
            <a:r>
              <a:rPr lang="en-US" sz="3200" dirty="0">
                <a:solidFill>
                  <a:srgbClr val="0070C0"/>
                </a:solidFill>
              </a:rPr>
              <a:t>Regular Languages</a:t>
            </a:r>
            <a:endParaRPr lang="ar-SA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05249"/>
      </p:ext>
    </p:extLst>
  </p:cSld>
  <p:clrMapOvr>
    <a:masterClrMapping/>
  </p:clrMapOvr>
</p:sld>
</file>

<file path=ppt/theme/theme1.xml><?xml version="1.0" encoding="utf-8"?>
<a:theme xmlns:a="http://schemas.openxmlformats.org/drawingml/2006/main" name="أثر رجعي">
  <a:themeElements>
    <a:clrScheme name="أزرق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أثر رجعي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أثر رجعي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8178</TotalTime>
  <Words>553</Words>
  <Application>Microsoft Office PowerPoint</Application>
  <PresentationFormat>شاشة عريضة</PresentationFormat>
  <Paragraphs>137</Paragraphs>
  <Slides>42</Slides>
  <Notes>1</Notes>
  <HiddenSlides>0</HiddenSlides>
  <MMClips>0</MMClips>
  <ScaleCrop>false</ScaleCrop>
  <HeadingPairs>
    <vt:vector size="8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خوادم OLE مضمنة</vt:lpstr>
      </vt:variant>
      <vt:variant>
        <vt:i4>1</vt:i4>
      </vt:variant>
      <vt:variant>
        <vt:lpstr>عناوين الشرائح</vt:lpstr>
      </vt:variant>
      <vt:variant>
        <vt:i4>42</vt:i4>
      </vt:variant>
    </vt:vector>
  </HeadingPairs>
  <TitlesOfParts>
    <vt:vector size="50" baseType="lpstr">
      <vt:lpstr>Arial</vt:lpstr>
      <vt:lpstr>Calibri</vt:lpstr>
      <vt:lpstr>Calibri Light</vt:lpstr>
      <vt:lpstr>Comic Sans MS</vt:lpstr>
      <vt:lpstr>Symbol</vt:lpstr>
      <vt:lpstr>Times New Roman</vt:lpstr>
      <vt:lpstr>أثر رجعي</vt:lpstr>
      <vt:lpstr>Equation</vt:lpstr>
      <vt:lpstr>Deterministic Finite Automata (DFA)</vt:lpstr>
      <vt:lpstr>Syllabus</vt:lpstr>
      <vt:lpstr>What is a DFA?</vt:lpstr>
      <vt:lpstr>عرض تقديمي في PowerPoint</vt:lpstr>
      <vt:lpstr>عرض تقديمي في PowerPoint</vt:lpstr>
      <vt:lpstr>عرض تقديمي في PowerPoint</vt:lpstr>
      <vt:lpstr>How does a DFA work?</vt:lpstr>
      <vt:lpstr>Pictorial representation of DFA الاشكال المستخدمة في رسم آلة الحالة المنتهية</vt:lpstr>
      <vt:lpstr>Example: Diagram of DFA </vt:lpstr>
      <vt:lpstr>عرض تقديمي في PowerPoint</vt:lpstr>
      <vt:lpstr>Example: Diagram of DFA </vt:lpstr>
      <vt:lpstr>عرض تقديمي في PowerPoint</vt:lpstr>
      <vt:lpstr>عرض تقديمي في PowerPoint</vt:lpstr>
      <vt:lpstr>Transition Graph</vt:lpstr>
      <vt:lpstr>Initial Configuration</vt:lpstr>
      <vt:lpstr>عرض تقديمي في PowerPoint</vt:lpstr>
      <vt:lpstr>عرض تقديمي في PowerPoint</vt:lpstr>
      <vt:lpstr>عرض تقديمي في PowerPoint</vt:lpstr>
      <vt:lpstr>Rejection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Example 2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Rejection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Components of DFA: </vt:lpstr>
      <vt:lpstr>3.  Initial State </vt:lpstr>
      <vt:lpstr>4. Set of Final States:</vt:lpstr>
      <vt:lpstr>5.  Transition Function: </vt:lpstr>
      <vt:lpstr>عرض تقديمي في PowerPoint</vt:lpstr>
      <vt:lpstr>عرض تقديمي في PowerPoint</vt:lpstr>
      <vt:lpstr>عرض تقديمي في PowerPoint</vt:lpstr>
      <vt:lpstr>Transition Function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</dc:title>
  <dc:creator>Qursan</dc:creator>
  <cp:lastModifiedBy>Nabil</cp:lastModifiedBy>
  <cp:revision>309</cp:revision>
  <dcterms:created xsi:type="dcterms:W3CDTF">2025-11-01T19:28:28Z</dcterms:created>
  <dcterms:modified xsi:type="dcterms:W3CDTF">2026-07-22T20:47:15Z</dcterms:modified>
</cp:coreProperties>
</file>